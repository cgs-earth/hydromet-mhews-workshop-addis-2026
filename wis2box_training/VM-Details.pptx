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E8E740-FB3A-4029-9A10-210EDE404A4B}" v="1" dt="2026-09-14T13:23:38.0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5F282-7D58-5BA1-D84F-4729969033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F96F1-6D73-2A8F-FE23-E439CF62C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08273-93A2-3253-5052-FCEDDB8CF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0CB6-CF52-4A3E-99E6-B22EF789338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4CE00-1701-31C9-17B2-DC306578F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FCC22-A86D-54B9-0263-A6DF47CD0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C5F9-E231-44D2-9FC1-F41F10C6B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3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B8713-50B2-3A9B-7F83-5AC21989A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AF4DA-C716-31A6-D8A4-D68F981D4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BADA9-D9DA-9D60-3E9D-2FEE2DB5B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0CB6-CF52-4A3E-99E6-B22EF789338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99A5C-5DBE-6252-845E-1C027DA42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5BC5E-47CF-02D7-318E-C3FC361FA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C5F9-E231-44D2-9FC1-F41F10C6B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64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18885-EA38-8004-EDA0-F21BBE76B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29E052-E5F1-92D7-67F4-F1774CAAD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13551-EA61-9AD3-322B-8304C773B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0CB6-CF52-4A3E-99E6-B22EF789338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9CA7A-1D73-D40E-DDA3-837F2FD0A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EEE60-C6D5-2ABC-86F8-7B47D0F38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C5F9-E231-44D2-9FC1-F41F10C6B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922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B9FA4-09A5-ED15-99BB-DA25FE454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A1E00-88FB-8CB0-0712-69EA8BCE0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35309-C1F7-8201-610A-5CAD72A5F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A14D9-E00C-91BF-C412-1EBC31C15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0CB6-CF52-4A3E-99E6-B22EF789338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18D7A-A9C6-CE1D-320A-62539FC77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D3771-AAAA-67BF-312C-0A3AF9EE6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C5F9-E231-44D2-9FC1-F41F10C6B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48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64608-0784-BD0F-B455-09407B264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262A3-BA0E-D2F7-BFAA-27002AE39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71D345-4E43-88DE-A3AA-F6DCF317B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D3A964-3669-5151-8D3D-5FFD139DA8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F05F89-CB57-DB20-F0C2-27C7FBAB0A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824EAD-8121-41F9-9A5E-B2D74E4B5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0CB6-CF52-4A3E-99E6-B22EF789338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984DE4-1E1E-7477-FC38-190B87A11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1B61B2-3EE1-3071-6215-65C9BADA0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C5F9-E231-44D2-9FC1-F41F10C6B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445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9435-3D24-80AC-4997-0C27A1F1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EA541C-F19C-64D5-A09D-F409CEDFA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0CB6-CF52-4A3E-99E6-B22EF789338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A235E6-A705-6B9E-B615-416AFA1DB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B1DAB-9D00-CF2D-1C49-7B7A670A4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C5F9-E231-44D2-9FC1-F41F10C6B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21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FADD46-B339-9D74-C560-A0AEF2242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0CB6-CF52-4A3E-99E6-B22EF789338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30B24D-7499-1FAC-1B5F-ECDFFA11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60D7A-9ADB-6F62-52AC-939F5A887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C5F9-E231-44D2-9FC1-F41F10C6B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04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BB365-2DC0-36C2-A11D-D81773B6D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361DD-51C9-CCB2-9124-6F091B95D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DF972E-BA26-8BF0-5E21-2B4A18540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18699-9C2F-B3D5-A3E6-2B242E015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0CB6-CF52-4A3E-99E6-B22EF789338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E8765-9BDF-732A-C81C-F58350375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322144-0FB2-6F86-671F-08E332426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C5F9-E231-44D2-9FC1-F41F10C6B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93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57CAE-C0FC-3014-D2FA-8CB5B7BF7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C2B6ED-2FFA-B333-BE9E-2F17557E89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D030C-85BD-ADE3-49E5-449BA1731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211DCD-3663-04DC-E98F-6CCBF4FDC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0CB6-CF52-4A3E-99E6-B22EF789338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E00717-5F6A-A50C-9B92-3CBEEED8C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27AB97-851B-8848-DCE8-DEE5EA0A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C5F9-E231-44D2-9FC1-F41F10C6B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321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5916D-B56B-414A-56EC-FE65D8EB8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063E9-C053-C909-6024-9423BF8BC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11BC2-8477-3CDD-8A68-016382361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0CB6-CF52-4A3E-99E6-B22EF789338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B965C-699A-34A9-4E45-AF8D3FFBA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6B0EF-3D90-64DF-EFA9-6266B496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C5F9-E231-44D2-9FC1-F41F10C6B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72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0F50C6-1714-6A60-7273-8F8171A940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AA1316-A477-BDC7-7218-15A0E66AA2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34276-9676-3D80-821B-F2CE91DBE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40CB6-CF52-4A3E-99E6-B22EF789338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8E146-20ED-7D43-784E-C21B63E8F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97607-08ED-D051-BFD3-D4AC827C9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FC5F9-E231-44D2-9FC1-F41F10C6B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41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FCB94B-714D-BAAC-E684-3CA0989EC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399A7D-1980-679E-4AA3-A3884652E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31B25-8F2F-9073-289D-27A79068E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A40CB6-CF52-4A3E-99E6-B22EF789338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A14B7-2868-0DDD-C348-15B48FA67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54B0D-C59B-87A3-0782-604F6672A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DFC5F9-E231-44D2-9FC1-F41F10C6B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78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the.earth.li/~sgtatham/putty/latest/w64/putty-64bit-0.85-installer.msi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8B5F8A-4364-3218-3029-29FFBD124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845710"/>
              </p:ext>
            </p:extLst>
          </p:nvPr>
        </p:nvGraphicFramePr>
        <p:xfrm>
          <a:off x="475488" y="719666"/>
          <a:ext cx="1107338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2088">
                  <a:extLst>
                    <a:ext uri="{9D8B030D-6E8A-4147-A177-3AD203B41FA5}">
                      <a16:colId xmlns:a16="http://schemas.microsoft.com/office/drawing/2014/main" val="3510146996"/>
                    </a:ext>
                  </a:extLst>
                </a:gridCol>
                <a:gridCol w="1440937">
                  <a:extLst>
                    <a:ext uri="{9D8B030D-6E8A-4147-A177-3AD203B41FA5}">
                      <a16:colId xmlns:a16="http://schemas.microsoft.com/office/drawing/2014/main" val="3830220767"/>
                    </a:ext>
                  </a:extLst>
                </a:gridCol>
                <a:gridCol w="5052013">
                  <a:extLst>
                    <a:ext uri="{9D8B030D-6E8A-4147-A177-3AD203B41FA5}">
                      <a16:colId xmlns:a16="http://schemas.microsoft.com/office/drawing/2014/main" val="2762671276"/>
                    </a:ext>
                  </a:extLst>
                </a:gridCol>
                <a:gridCol w="2768346">
                  <a:extLst>
                    <a:ext uri="{9D8B030D-6E8A-4147-A177-3AD203B41FA5}">
                      <a16:colId xmlns:a16="http://schemas.microsoft.com/office/drawing/2014/main" val="15120033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Hostname (DNS)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VM 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9391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Ethiopia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ethiopia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ethiopia.wis2workshop.geoconnex.earth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34.35.150.112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423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Kenya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kenya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kenya.wis2workshop.geoconnex.earth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34.35.75.88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526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Uganda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uganda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uganda.wis2workshop.geoconnex.earth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34.35.135.154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507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Rwanda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rwanda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rwanda.wis2workshop.geoconnex.earth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34.35.94.83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5169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4CDD657-8B18-6728-F91E-B2B16F20CD87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41CEC3-9105-D493-54B2-D320343FD3AF}"/>
              </a:ext>
            </a:extLst>
          </p:cNvPr>
          <p:cNvSpPr txBox="1"/>
          <p:nvPr/>
        </p:nvSpPr>
        <p:spPr>
          <a:xfrm>
            <a:off x="630936" y="3105835"/>
            <a:ext cx="85107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Putty Download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https://the.earth.li/~sgtatham/putty/latest/w64/putty-64bit-0.85-installer.msi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825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69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Mutai</dc:creator>
  <cp:lastModifiedBy>Peter Mutai</cp:lastModifiedBy>
  <cp:revision>1</cp:revision>
  <dcterms:created xsi:type="dcterms:W3CDTF">2026-09-14T13:19:43Z</dcterms:created>
  <dcterms:modified xsi:type="dcterms:W3CDTF">2026-09-14T13:23:46Z</dcterms:modified>
</cp:coreProperties>
</file>