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media/image25.jpg" ContentType="image/jpg"/>
  <Override PartName="/ppt/media/image26.jpg" ContentType="image/jpg"/>
  <Override PartName="/ppt/media/image27.jpg" ContentType="image/jpg"/>
  <Override PartName="/ppt/media/image28.jpg" ContentType="image/jpg"/>
  <Override PartName="/ppt/media/image73.jpg" ContentType="image/jpg"/>
  <Override PartName="/ppt/media/image77.jpg" ContentType="image/jpg"/>
  <Override PartName="/ppt/media/image93.jpg" ContentType="image/jpg"/>
  <Override PartName="/ppt/media/image99.jpg" ContentType="image/jpg"/>
  <Override PartName="/ppt/media/image100.jpg" ContentType="image/jpg"/>
  <Override PartName="/ppt/media/image104.jpg" ContentType="image/jpg"/>
  <Override PartName="/ppt/media/image105.jpg" ContentType="image/jpg"/>
  <Override PartName="/ppt/media/image145.jpg" ContentType="image/jpg"/>
  <Override PartName="/ppt/media/image146.jpg" ContentType="image/jpg"/>
  <Override PartName="/ppt/media/image147.jpg" ContentType="image/jpg"/>
  <Override PartName="/ppt/media/image148.jpg" ContentType="image/jpg"/>
  <Override PartName="/ppt/media/image161.jpg" ContentType="image/jpg"/>
  <Override PartName="/ppt/media/image169.jpg" ContentType="image/jpg"/>
  <Override PartName="/ppt/media/image180.jpg" ContentType="image/jpg"/>
  <Override PartName="/ppt/media/image181.jpg" ContentType="image/jpg"/>
  <Override PartName="/ppt/media/image185.jpg" ContentType="image/jpg"/>
  <Override PartName="/ppt/media/image190.jpg" ContentType="image/jpg"/>
  <Override PartName="/ppt/media/image192.jpg" ContentType="image/jpg"/>
  <Override PartName="/ppt/media/image193.jpg" ContentType="image/jpg"/>
  <Override PartName="/ppt/media/image197.jpg" ContentType="image/jpg"/>
  <Override PartName="/ppt/media/image198.jpg" ContentType="image/jpg"/>
  <Override PartName="/ppt/media/image199.jpg" ContentType="image/jpg"/>
  <Override PartName="/ppt/media/image215.jpg" ContentType="image/jpg"/>
  <Override PartName="/ppt/media/image225.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2" r:id="rId3"/>
    <p:sldMasterId id="2147483691" r:id="rId4"/>
  </p:sldMasterIdLst>
  <p:notesMasterIdLst>
    <p:notesMasterId r:id="rId48"/>
  </p:notesMasterIdLst>
  <p:sldIdLst>
    <p:sldId id="256" r:id="rId5"/>
    <p:sldId id="310" r:id="rId6"/>
    <p:sldId id="306" r:id="rId7"/>
    <p:sldId id="309" r:id="rId8"/>
    <p:sldId id="307" r:id="rId9"/>
    <p:sldId id="258" r:id="rId10"/>
    <p:sldId id="260" r:id="rId11"/>
    <p:sldId id="261" r:id="rId12"/>
    <p:sldId id="298" r:id="rId13"/>
    <p:sldId id="262" r:id="rId14"/>
    <p:sldId id="283" r:id="rId15"/>
    <p:sldId id="263" r:id="rId16"/>
    <p:sldId id="285" r:id="rId17"/>
    <p:sldId id="286" r:id="rId18"/>
    <p:sldId id="287" r:id="rId19"/>
    <p:sldId id="267" r:id="rId20"/>
    <p:sldId id="288" r:id="rId21"/>
    <p:sldId id="265" r:id="rId22"/>
    <p:sldId id="268" r:id="rId23"/>
    <p:sldId id="269" r:id="rId24"/>
    <p:sldId id="289" r:id="rId25"/>
    <p:sldId id="290" r:id="rId26"/>
    <p:sldId id="291" r:id="rId27"/>
    <p:sldId id="292" r:id="rId28"/>
    <p:sldId id="270" r:id="rId29"/>
    <p:sldId id="293" r:id="rId30"/>
    <p:sldId id="294" r:id="rId31"/>
    <p:sldId id="275" r:id="rId32"/>
    <p:sldId id="295" r:id="rId33"/>
    <p:sldId id="296" r:id="rId34"/>
    <p:sldId id="297" r:id="rId35"/>
    <p:sldId id="299" r:id="rId36"/>
    <p:sldId id="300" r:id="rId37"/>
    <p:sldId id="278" r:id="rId38"/>
    <p:sldId id="279" r:id="rId39"/>
    <p:sldId id="280" r:id="rId40"/>
    <p:sldId id="301" r:id="rId41"/>
    <p:sldId id="302" r:id="rId42"/>
    <p:sldId id="303" r:id="rId43"/>
    <p:sldId id="304" r:id="rId44"/>
    <p:sldId id="281" r:id="rId45"/>
    <p:sldId id="264" r:id="rId46"/>
    <p:sldId id="308" r:id="rId4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894F21-EACB-4898-AB44-FB865B7E879F}" v="6" dt="2026-09-14T15:38:57.97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Mutai" userId="ad2e6ff7-8086-4442-9194-db39a11ea8a2" providerId="ADAL" clId="{97293C7A-97E0-4791-9794-18C6E9E639C5}"/>
    <pc:docChg chg="custSel addSld delSld modSld">
      <pc:chgData name="Peter Mutai" userId="ad2e6ff7-8086-4442-9194-db39a11ea8a2" providerId="ADAL" clId="{97293C7A-97E0-4791-9794-18C6E9E639C5}" dt="2026-09-14T15:39:13.268" v="82" actId="20577"/>
      <pc:docMkLst>
        <pc:docMk/>
      </pc:docMkLst>
      <pc:sldChg chg="del">
        <pc:chgData name="Peter Mutai" userId="ad2e6ff7-8086-4442-9194-db39a11ea8a2" providerId="ADAL" clId="{97293C7A-97E0-4791-9794-18C6E9E639C5}" dt="2026-09-14T15:35:21.190" v="36" actId="2696"/>
        <pc:sldMkLst>
          <pc:docMk/>
          <pc:sldMk cId="0" sldId="257"/>
        </pc:sldMkLst>
      </pc:sldChg>
      <pc:sldChg chg="add del">
        <pc:chgData name="Peter Mutai" userId="ad2e6ff7-8086-4442-9194-db39a11ea8a2" providerId="ADAL" clId="{97293C7A-97E0-4791-9794-18C6E9E639C5}" dt="2026-09-14T15:37:08.492" v="41" actId="2696"/>
        <pc:sldMkLst>
          <pc:docMk/>
          <pc:sldMk cId="3580489137" sldId="257"/>
        </pc:sldMkLst>
      </pc:sldChg>
      <pc:sldChg chg="del">
        <pc:chgData name="Peter Mutai" userId="ad2e6ff7-8086-4442-9194-db39a11ea8a2" providerId="ADAL" clId="{97293C7A-97E0-4791-9794-18C6E9E639C5}" dt="2026-09-14T15:37:30.950" v="42" actId="2696"/>
        <pc:sldMkLst>
          <pc:docMk/>
          <pc:sldMk cId="0" sldId="259"/>
        </pc:sldMkLst>
      </pc:sldChg>
      <pc:sldChg chg="modSp mod">
        <pc:chgData name="Peter Mutai" userId="ad2e6ff7-8086-4442-9194-db39a11ea8a2" providerId="ADAL" clId="{97293C7A-97E0-4791-9794-18C6E9E639C5}" dt="2026-09-14T15:39:13.268" v="82" actId="20577"/>
        <pc:sldMkLst>
          <pc:docMk/>
          <pc:sldMk cId="3357919433" sldId="283"/>
        </pc:sldMkLst>
        <pc:spChg chg="mod">
          <ac:chgData name="Peter Mutai" userId="ad2e6ff7-8086-4442-9194-db39a11ea8a2" providerId="ADAL" clId="{97293C7A-97E0-4791-9794-18C6E9E639C5}" dt="2026-09-14T15:39:13.268" v="82" actId="20577"/>
          <ac:spMkLst>
            <pc:docMk/>
            <pc:sldMk cId="3357919433" sldId="283"/>
            <ac:spMk id="2" creationId="{34C3C033-5AF0-A521-3F41-73E09FC7B242}"/>
          </ac:spMkLst>
        </pc:spChg>
      </pc:sldChg>
      <pc:sldChg chg="addSp modSp mod">
        <pc:chgData name="Peter Mutai" userId="ad2e6ff7-8086-4442-9194-db39a11ea8a2" providerId="ADAL" clId="{97293C7A-97E0-4791-9794-18C6E9E639C5}" dt="2026-09-14T15:34:09.172" v="34" actId="20577"/>
        <pc:sldMkLst>
          <pc:docMk/>
          <pc:sldMk cId="2467572845" sldId="306"/>
        </pc:sldMkLst>
        <pc:spChg chg="mod">
          <ac:chgData name="Peter Mutai" userId="ad2e6ff7-8086-4442-9194-db39a11ea8a2" providerId="ADAL" clId="{97293C7A-97E0-4791-9794-18C6E9E639C5}" dt="2026-09-14T15:34:09.172" v="34" actId="20577"/>
          <ac:spMkLst>
            <pc:docMk/>
            <pc:sldMk cId="2467572845" sldId="306"/>
            <ac:spMk id="2" creationId="{2F43C72D-617B-55C6-563D-D82705E05C59}"/>
          </ac:spMkLst>
        </pc:spChg>
        <pc:picChg chg="add mod">
          <ac:chgData name="Peter Mutai" userId="ad2e6ff7-8086-4442-9194-db39a11ea8a2" providerId="ADAL" clId="{97293C7A-97E0-4791-9794-18C6E9E639C5}" dt="2026-09-14T13:25:48.612" v="0"/>
          <ac:picMkLst>
            <pc:docMk/>
            <pc:sldMk cId="2467572845" sldId="306"/>
            <ac:picMk id="5" creationId="{D77C1565-A7A2-1C83-69A9-9C619090AE33}"/>
          </ac:picMkLst>
        </pc:picChg>
      </pc:sldChg>
      <pc:sldChg chg="addSp modSp">
        <pc:chgData name="Peter Mutai" userId="ad2e6ff7-8086-4442-9194-db39a11ea8a2" providerId="ADAL" clId="{97293C7A-97E0-4791-9794-18C6E9E639C5}" dt="2026-09-14T13:26:03.708" v="1"/>
        <pc:sldMkLst>
          <pc:docMk/>
          <pc:sldMk cId="2345185492" sldId="309"/>
        </pc:sldMkLst>
        <pc:picChg chg="add mod">
          <ac:chgData name="Peter Mutai" userId="ad2e6ff7-8086-4442-9194-db39a11ea8a2" providerId="ADAL" clId="{97293C7A-97E0-4791-9794-18C6E9E639C5}" dt="2026-09-14T13:26:03.708" v="1"/>
          <ac:picMkLst>
            <pc:docMk/>
            <pc:sldMk cId="2345185492" sldId="309"/>
            <ac:picMk id="3" creationId="{BC7DAFD6-2FB0-1086-03D7-40C87A06C9A4}"/>
          </ac:picMkLst>
        </pc:picChg>
      </pc:sldChg>
      <pc:sldChg chg="modSp add mod">
        <pc:chgData name="Peter Mutai" userId="ad2e6ff7-8086-4442-9194-db39a11ea8a2" providerId="ADAL" clId="{97293C7A-97E0-4791-9794-18C6E9E639C5}" dt="2026-09-14T15:36:58.692" v="40" actId="20577"/>
        <pc:sldMkLst>
          <pc:docMk/>
          <pc:sldMk cId="3918684723" sldId="310"/>
        </pc:sldMkLst>
        <pc:spChg chg="mod">
          <ac:chgData name="Peter Mutai" userId="ad2e6ff7-8086-4442-9194-db39a11ea8a2" providerId="ADAL" clId="{97293C7A-97E0-4791-9794-18C6E9E639C5}" dt="2026-09-14T15:36:58.692" v="40" actId="20577"/>
          <ac:spMkLst>
            <pc:docMk/>
            <pc:sldMk cId="3918684723" sldId="310"/>
            <ac:spMk id="3" creationId="{59404411-97DD-91DE-B6E4-BBEC9994A8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6F91EA3-331F-40C0-ADAB-E48B92BD85FF}" type="datetimeFigureOut">
              <a:rPr lang="en-US" smtClean="0"/>
              <a:t>9/14/2026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17F08B8-77D4-4A73-96C3-2593F72FAE11}" type="slidenum">
              <a:rPr lang="en-US" smtClean="0"/>
              <a:t>‹#›</a:t>
            </a:fld>
            <a:endParaRPr lang="en-US"/>
          </a:p>
        </p:txBody>
      </p:sp>
    </p:spTree>
    <p:extLst>
      <p:ext uri="{BB962C8B-B14F-4D97-AF65-F5344CB8AC3E}">
        <p14:creationId xmlns:p14="http://schemas.microsoft.com/office/powerpoint/2010/main" val="1517971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88825" cy="6858000"/>
          </a:xfrm>
          <a:prstGeom prst="rect">
            <a:avLst/>
          </a:prstGeom>
        </p:spPr>
      </p:pic>
      <p:sp>
        <p:nvSpPr>
          <p:cNvPr id="17" name="bg object 17"/>
          <p:cNvSpPr/>
          <p:nvPr/>
        </p:nvSpPr>
        <p:spPr>
          <a:xfrm>
            <a:off x="3173" y="-62"/>
            <a:ext cx="12188825" cy="90170"/>
          </a:xfrm>
          <a:custGeom>
            <a:avLst/>
            <a:gdLst/>
            <a:ahLst/>
            <a:cxnLst/>
            <a:rect l="l" t="t" r="r" b="b"/>
            <a:pathLst>
              <a:path w="12188825" h="90170">
                <a:moveTo>
                  <a:pt x="12188825" y="0"/>
                </a:moveTo>
                <a:lnTo>
                  <a:pt x="0" y="0"/>
                </a:lnTo>
                <a:lnTo>
                  <a:pt x="0" y="90105"/>
                </a:lnTo>
                <a:lnTo>
                  <a:pt x="12188825" y="90105"/>
                </a:lnTo>
                <a:lnTo>
                  <a:pt x="12188825" y="0"/>
                </a:lnTo>
                <a:close/>
              </a:path>
            </a:pathLst>
          </a:custGeom>
          <a:solidFill>
            <a:srgbClr val="45AB91"/>
          </a:solidFill>
        </p:spPr>
        <p:txBody>
          <a:bodyPr wrap="square" lIns="0" tIns="0" rIns="0" bIns="0" rtlCol="0"/>
          <a:lstStyle/>
          <a:p>
            <a:endParaRPr/>
          </a:p>
        </p:txBody>
      </p:sp>
      <p:sp>
        <p:nvSpPr>
          <p:cNvPr id="2" name="Holder 2"/>
          <p:cNvSpPr>
            <a:spLocks noGrp="1"/>
          </p:cNvSpPr>
          <p:nvPr>
            <p:ph type="ctrTitle"/>
          </p:nvPr>
        </p:nvSpPr>
        <p:spPr>
          <a:xfrm>
            <a:off x="1930527" y="2501011"/>
            <a:ext cx="8330945" cy="635000"/>
          </a:xfrm>
          <a:prstGeom prst="rect">
            <a:avLst/>
          </a:prstGeom>
        </p:spPr>
        <p:txBody>
          <a:bodyPr wrap="square" lIns="0" tIns="0" rIns="0" bIns="0">
            <a:spAutoFit/>
          </a:bodyPr>
          <a:lstStyle>
            <a:lvl1pPr>
              <a:defRPr sz="3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rgbClr val="82838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75" y="-62"/>
            <a:ext cx="12188825" cy="90170"/>
          </a:xfrm>
          <a:custGeom>
            <a:avLst/>
            <a:gdLst/>
            <a:ahLst/>
            <a:cxnLst/>
            <a:rect l="l" t="t" r="r" b="b"/>
            <a:pathLst>
              <a:path w="12188825" h="90170">
                <a:moveTo>
                  <a:pt x="0" y="62"/>
                </a:moveTo>
                <a:lnTo>
                  <a:pt x="0" y="90105"/>
                </a:lnTo>
                <a:lnTo>
                  <a:pt x="12188825" y="90105"/>
                </a:lnTo>
                <a:lnTo>
                  <a:pt x="12188825" y="0"/>
                </a:lnTo>
                <a:lnTo>
                  <a:pt x="0" y="62"/>
                </a:lnTo>
                <a:close/>
              </a:path>
            </a:pathLst>
          </a:custGeom>
          <a:solidFill>
            <a:srgbClr val="45AB9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1" i="0">
                <a:solidFill>
                  <a:srgbClr val="82838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88825" cy="6858000"/>
          </a:xfrm>
          <a:prstGeom prst="rect">
            <a:avLst/>
          </a:prstGeom>
        </p:spPr>
      </p:pic>
      <p:sp>
        <p:nvSpPr>
          <p:cNvPr id="17" name="bg object 17"/>
          <p:cNvSpPr/>
          <p:nvPr/>
        </p:nvSpPr>
        <p:spPr>
          <a:xfrm>
            <a:off x="3173" y="-62"/>
            <a:ext cx="12188825" cy="90170"/>
          </a:xfrm>
          <a:custGeom>
            <a:avLst/>
            <a:gdLst/>
            <a:ahLst/>
            <a:cxnLst/>
            <a:rect l="l" t="t" r="r" b="b"/>
            <a:pathLst>
              <a:path w="12188825" h="90170">
                <a:moveTo>
                  <a:pt x="12188825" y="0"/>
                </a:moveTo>
                <a:lnTo>
                  <a:pt x="0" y="0"/>
                </a:lnTo>
                <a:lnTo>
                  <a:pt x="0" y="90105"/>
                </a:lnTo>
                <a:lnTo>
                  <a:pt x="12188825" y="90105"/>
                </a:lnTo>
                <a:lnTo>
                  <a:pt x="12188825" y="0"/>
                </a:lnTo>
                <a:close/>
              </a:path>
            </a:pathLst>
          </a:custGeom>
          <a:solidFill>
            <a:srgbClr val="45AB9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005A9C"/>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0017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5A9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425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5A9C"/>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85646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5A9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4456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387472"/>
            <a:ext cx="2089926" cy="2470526"/>
          </a:xfrm>
          <a:prstGeom prst="rect">
            <a:avLst/>
          </a:prstGeom>
        </p:spPr>
      </p:pic>
      <p:sp>
        <p:nvSpPr>
          <p:cNvPr id="17" name="bg object 17"/>
          <p:cNvSpPr/>
          <p:nvPr/>
        </p:nvSpPr>
        <p:spPr>
          <a:xfrm>
            <a:off x="825906" y="2459570"/>
            <a:ext cx="10815955" cy="1016000"/>
          </a:xfrm>
          <a:custGeom>
            <a:avLst/>
            <a:gdLst/>
            <a:ahLst/>
            <a:cxnLst/>
            <a:rect l="l" t="t" r="r" b="b"/>
            <a:pathLst>
              <a:path w="10815955" h="1016000">
                <a:moveTo>
                  <a:pt x="10815447" y="0"/>
                </a:moveTo>
                <a:lnTo>
                  <a:pt x="0" y="0"/>
                </a:lnTo>
                <a:lnTo>
                  <a:pt x="0" y="1015657"/>
                </a:lnTo>
                <a:lnTo>
                  <a:pt x="10815447" y="1015657"/>
                </a:lnTo>
                <a:lnTo>
                  <a:pt x="10815447" y="0"/>
                </a:lnTo>
                <a:close/>
              </a:path>
            </a:pathLst>
          </a:custGeom>
          <a:solidFill>
            <a:srgbClr val="E1EFD9"/>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5214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89685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88443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439079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78436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11293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192E-05BC-7370-5007-0781D84583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9DEADD-FC41-678E-8BB7-B27BEF9CD9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E078D4-2AF8-DB81-9A05-66ED6E9BE409}"/>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2A137675-1730-9F57-C23B-DD9C2DFCA9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2C966-C56A-64C1-5F87-7CFFDFE52EB7}"/>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4246340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17F9-452A-6F30-5137-ABEDF921E1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E15D0C-868C-1248-4AAB-81836FAF8A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51BC18-CB10-E262-9E48-FAAFE700E665}"/>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1C24F3B2-DAA5-4E0A-F7A5-D71FDA499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92A2F-E8ED-A2F0-A6C3-69924DC89827}"/>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38597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AD2E2-4BA0-E0B2-4DBB-16D7477514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A070D1-695A-8E67-FD18-DFC0F2102E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FCD334-A273-E1FA-1F16-36FF2379CF04}"/>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934EA4A5-6E88-125C-93D7-127F08FA8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64D1FA-4BDF-8461-0F1A-E776445D7C85}"/>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39779318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7045-EB64-8B55-AF30-34BF9591A0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D71541-5251-A7CC-83E9-A918DF69E8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7E532C-FFFC-8037-60EC-BDB36E6840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3D95A0-B8BE-A5B0-72BA-3502E4C80193}"/>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6" name="Footer Placeholder 5">
            <a:extLst>
              <a:ext uri="{FF2B5EF4-FFF2-40B4-BE49-F238E27FC236}">
                <a16:creationId xmlns:a16="http://schemas.microsoft.com/office/drawing/2014/main" id="{5A45A6CF-75E9-91D8-823A-4DF130E641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A375D-DCF8-DB20-A4BC-4BF5586E6254}"/>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1223684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494B-7FC8-8E00-5BAF-36FEC7F73E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B85B24-DCD9-5A92-6875-494E205AA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ADA670-A2D2-B572-0A54-2C0BBAA806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A91D31-FEE0-E055-47B9-21DC523CE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B44F0-F566-DE7F-E395-4B137036C3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21CA54-9951-0F01-5D52-F86994FF79E6}"/>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8" name="Footer Placeholder 7">
            <a:extLst>
              <a:ext uri="{FF2B5EF4-FFF2-40B4-BE49-F238E27FC236}">
                <a16:creationId xmlns:a16="http://schemas.microsoft.com/office/drawing/2014/main" id="{2867B389-31F3-86D7-06B4-A83EFCCCFD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6E879F-06BE-2F0B-BA03-9A828D5DF3AE}"/>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21452988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CE0F6-8C94-09A4-41E4-439EFBDC6C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D8B8CB-1C90-03FE-D613-EEC14E5AD6A5}"/>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4" name="Footer Placeholder 3">
            <a:extLst>
              <a:ext uri="{FF2B5EF4-FFF2-40B4-BE49-F238E27FC236}">
                <a16:creationId xmlns:a16="http://schemas.microsoft.com/office/drawing/2014/main" id="{6671D98B-2F57-579F-28BD-1D818A25BE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86A11F-E6E8-68B3-6F10-E32DD979F0EE}"/>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29450505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C724FA-B941-2095-D6C9-2946107994F0}"/>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3" name="Footer Placeholder 2">
            <a:extLst>
              <a:ext uri="{FF2B5EF4-FFF2-40B4-BE49-F238E27FC236}">
                <a16:creationId xmlns:a16="http://schemas.microsoft.com/office/drawing/2014/main" id="{46A494CF-23B4-7DB1-8857-3FC328177E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B1FA21-0F09-ACBF-2EB9-002E0678FE63}"/>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1713939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D965-8EC3-F5ED-4A7E-5A05F0A01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A9908A-D4A2-3594-52FE-395FA3957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F12EF6-4E92-9B6B-6F42-936BED604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DC0AD1-CC87-4ADB-46E5-D27BCC9059EB}"/>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6" name="Footer Placeholder 5">
            <a:extLst>
              <a:ext uri="{FF2B5EF4-FFF2-40B4-BE49-F238E27FC236}">
                <a16:creationId xmlns:a16="http://schemas.microsoft.com/office/drawing/2014/main" id="{EE0AF333-001D-7458-E817-B270BDD6A8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A31AC-7546-0BEC-B4E2-73A50DA834CB}"/>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36746146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78692-FA58-702A-87D9-F5BF4FCB3E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424496-0737-2B66-9463-82C3C0C45E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9DCCDF-2D7A-57D3-1110-63D75355E1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C0E5E-AC76-86C8-C68C-3A1934652B60}"/>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6" name="Footer Placeholder 5">
            <a:extLst>
              <a:ext uri="{FF2B5EF4-FFF2-40B4-BE49-F238E27FC236}">
                <a16:creationId xmlns:a16="http://schemas.microsoft.com/office/drawing/2014/main" id="{A56AC532-9444-5198-FB06-158D1924E7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6E388F-8BBE-5C33-0C42-766494B6D492}"/>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3030937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5AC5-6EF1-9C86-6FED-269951969B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076280-6CFF-2D23-D642-609BF86BAB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BBF3B6-354C-89D4-945C-08001C3320EF}"/>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0CC30B76-C963-7905-C5E1-5549F0C801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57028-666C-002F-3C8A-908AE8C097F5}"/>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22535000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2A7FE0-3B4B-B239-86A2-8C8F9675EC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595A38-C32E-6949-49BB-D30CE4E6C1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ED8A45-D7E4-0ACB-CD0F-60355F940285}"/>
              </a:ext>
            </a:extLst>
          </p:cNvPr>
          <p:cNvSpPr>
            <a:spLocks noGrp="1"/>
          </p:cNvSpPr>
          <p:nvPr>
            <p:ph type="dt" sz="half" idx="10"/>
          </p:nvPr>
        </p:nvSpPr>
        <p:spPr/>
        <p:txBody>
          <a:body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C96C1E59-49F8-C1BB-2F7F-360206942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135D5-ACF9-A064-223F-C169A3323A68}"/>
              </a:ext>
            </a:extLst>
          </p:cNvPr>
          <p:cNvSpPr>
            <a:spLocks noGrp="1"/>
          </p:cNvSpPr>
          <p:nvPr>
            <p:ph type="sldNum" sz="quarter" idx="12"/>
          </p:nvPr>
        </p:nvSpPr>
        <p:spPr/>
        <p:txBody>
          <a:bodyPr/>
          <a:lstStyle/>
          <a:p>
            <a:fld id="{42013032-7CF7-4C2F-9D5B-CF7E72691511}" type="slidenum">
              <a:rPr lang="en-US" smtClean="0"/>
              <a:t>‹#›</a:t>
            </a:fld>
            <a:endParaRPr lang="en-US"/>
          </a:p>
        </p:txBody>
      </p:sp>
    </p:spTree>
    <p:extLst>
      <p:ext uri="{BB962C8B-B14F-4D97-AF65-F5344CB8AC3E}">
        <p14:creationId xmlns:p14="http://schemas.microsoft.com/office/powerpoint/2010/main" val="42785151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0900" y="35509"/>
            <a:ext cx="11239500" cy="697230"/>
          </a:xfrm>
          <a:prstGeom prst="rect">
            <a:avLst/>
          </a:prstGeom>
        </p:spPr>
        <p:txBody>
          <a:bodyPr wrap="square" lIns="0" tIns="0" rIns="0" bIns="0">
            <a:spAutoFit/>
          </a:bodyPr>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a:xfrm>
            <a:off x="638657" y="1568957"/>
            <a:ext cx="11033125" cy="2769235"/>
          </a:xfrm>
          <a:prstGeom prst="rect">
            <a:avLst/>
          </a:prstGeom>
        </p:spPr>
        <p:txBody>
          <a:bodyPr wrap="square" lIns="0" tIns="0" rIns="0" bIns="0">
            <a:spAutoFit/>
          </a:bodyPr>
          <a:lstStyle>
            <a:lvl1pPr>
              <a:defRPr sz="2400" b="1" i="0">
                <a:solidFill>
                  <a:srgbClr val="82838A"/>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387472"/>
            <a:ext cx="2089926" cy="2470526"/>
          </a:xfrm>
          <a:prstGeom prst="rect">
            <a:avLst/>
          </a:prstGeom>
        </p:spPr>
      </p:pic>
      <p:sp>
        <p:nvSpPr>
          <p:cNvPr id="2" name="Holder 2"/>
          <p:cNvSpPr>
            <a:spLocks noGrp="1"/>
          </p:cNvSpPr>
          <p:nvPr>
            <p:ph type="title"/>
          </p:nvPr>
        </p:nvSpPr>
        <p:spPr>
          <a:xfrm>
            <a:off x="365556" y="-18211"/>
            <a:ext cx="11409045" cy="651510"/>
          </a:xfrm>
          <a:prstGeom prst="rect">
            <a:avLst/>
          </a:prstGeom>
        </p:spPr>
        <p:txBody>
          <a:bodyPr wrap="square" lIns="0" tIns="0" rIns="0" bIns="0">
            <a:spAutoFit/>
          </a:bodyPr>
          <a:lstStyle>
            <a:lvl1pPr>
              <a:defRPr sz="3600" b="1" i="0">
                <a:solidFill>
                  <a:srgbClr val="005A9C"/>
                </a:solidFill>
                <a:latin typeface="Arial"/>
                <a:cs typeface="Arial"/>
              </a:defRPr>
            </a:lvl1pPr>
          </a:lstStyle>
          <a:p>
            <a:endParaRPr/>
          </a:p>
        </p:txBody>
      </p:sp>
      <p:sp>
        <p:nvSpPr>
          <p:cNvPr id="3" name="Holder 3"/>
          <p:cNvSpPr>
            <a:spLocks noGrp="1"/>
          </p:cNvSpPr>
          <p:nvPr>
            <p:ph type="body" idx="1"/>
          </p:nvPr>
        </p:nvSpPr>
        <p:spPr>
          <a:xfrm>
            <a:off x="590499" y="1991614"/>
            <a:ext cx="8764270" cy="3317240"/>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1097397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387472"/>
            <a:ext cx="2089926" cy="2470526"/>
          </a:xfrm>
          <a:prstGeom prst="rect">
            <a:avLst/>
          </a:prstGeom>
        </p:spPr>
      </p:pic>
      <p:sp>
        <p:nvSpPr>
          <p:cNvPr id="2" name="Holder 2"/>
          <p:cNvSpPr>
            <a:spLocks noGrp="1"/>
          </p:cNvSpPr>
          <p:nvPr>
            <p:ph type="title"/>
          </p:nvPr>
        </p:nvSpPr>
        <p:spPr>
          <a:xfrm>
            <a:off x="2565019" y="71374"/>
            <a:ext cx="7005320" cy="527176"/>
          </a:xfrm>
          <a:prstGeom prst="rect">
            <a:avLst/>
          </a:prstGeom>
        </p:spPr>
        <p:txBody>
          <a:bodyPr wrap="square" lIns="0" tIns="0" rIns="0" bIns="0">
            <a:spAutoFit/>
          </a:bodyPr>
          <a:lstStyle>
            <a:lvl1pPr>
              <a:defRPr sz="3200" b="1" i="0">
                <a:solidFill>
                  <a:schemeClr val="bg1"/>
                </a:solidFill>
                <a:latin typeface="Calibri"/>
                <a:cs typeface="Calibri"/>
              </a:defRPr>
            </a:lvl1pPr>
          </a:lstStyle>
          <a:p>
            <a:endParaRPr/>
          </a:p>
        </p:txBody>
      </p:sp>
      <p:sp>
        <p:nvSpPr>
          <p:cNvPr id="3" name="Holder 3"/>
          <p:cNvSpPr>
            <a:spLocks noGrp="1"/>
          </p:cNvSpPr>
          <p:nvPr>
            <p:ph type="body" idx="1"/>
          </p:nvPr>
        </p:nvSpPr>
        <p:spPr>
          <a:xfrm>
            <a:off x="599948" y="1268983"/>
            <a:ext cx="10741025" cy="4013200"/>
          </a:xfrm>
          <a:prstGeom prst="rect">
            <a:avLst/>
          </a:prstGeom>
        </p:spPr>
        <p:txBody>
          <a:bodyPr wrap="square" lIns="0" tIns="0" rIns="0" bIns="0">
            <a:spAutoFit/>
          </a:bodyPr>
          <a:lstStyle>
            <a:lvl1pPr>
              <a:defRPr sz="240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537753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0CC063-C55E-1F7D-DA40-1FF5FEFD12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E23345-AC0C-D6CF-076F-ECE24F505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86B052-F785-0606-AD5C-DAC73BCC6B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2E06D1-6B7F-467D-9E53-3C5D493F900E}" type="datetimeFigureOut">
              <a:rPr lang="en-US" smtClean="0"/>
              <a:t>9/14/2026</a:t>
            </a:fld>
            <a:endParaRPr lang="en-US"/>
          </a:p>
        </p:txBody>
      </p:sp>
      <p:sp>
        <p:nvSpPr>
          <p:cNvPr id="5" name="Footer Placeholder 4">
            <a:extLst>
              <a:ext uri="{FF2B5EF4-FFF2-40B4-BE49-F238E27FC236}">
                <a16:creationId xmlns:a16="http://schemas.microsoft.com/office/drawing/2014/main" id="{00E52771-CA95-0C56-C6E2-03E682A5C5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E8F742-9D99-2BE2-4AFB-9A6321F290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013032-7CF7-4C2F-9D5B-CF7E72691511}" type="slidenum">
              <a:rPr lang="en-US" smtClean="0"/>
              <a:t>‹#›</a:t>
            </a:fld>
            <a:endParaRPr lang="en-US"/>
          </a:p>
        </p:txBody>
      </p:sp>
    </p:spTree>
    <p:extLst>
      <p:ext uri="{BB962C8B-B14F-4D97-AF65-F5344CB8AC3E}">
        <p14:creationId xmlns:p14="http://schemas.microsoft.com/office/powerpoint/2010/main" val="201332008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hyperlink" Target="https://www.ecmwf.int/en/newsletter/176/computing/wis-20-wmo-data-sharing-21st-centur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hyperlink" Target="https://www.ecmwf.int/en/newsletter/176/computing/wis-20-wmo-data-sharing-21st-century"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jp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2.png"/><Relationship Id="rId16" Type="http://schemas.openxmlformats.org/officeDocument/2006/relationships/image" Target="../media/image21.png"/><Relationship Id="rId20" Type="http://schemas.openxmlformats.org/officeDocument/2006/relationships/image" Target="../media/image25.jp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hyperlink" Target="https://library.wmo.int/idurl/4/58009"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9" Type="http://schemas.openxmlformats.org/officeDocument/2006/relationships/image" Target="../media/image66.png"/><Relationship Id="rId21" Type="http://schemas.openxmlformats.org/officeDocument/2006/relationships/image" Target="../media/image48.png"/><Relationship Id="rId34" Type="http://schemas.openxmlformats.org/officeDocument/2006/relationships/image" Target="../media/image61.png"/><Relationship Id="rId42" Type="http://schemas.openxmlformats.org/officeDocument/2006/relationships/image" Target="../media/image69.png"/><Relationship Id="rId47" Type="http://schemas.openxmlformats.org/officeDocument/2006/relationships/image" Target="../media/image74.png"/><Relationship Id="rId7" Type="http://schemas.openxmlformats.org/officeDocument/2006/relationships/image" Target="../media/image34.png"/><Relationship Id="rId2" Type="http://schemas.openxmlformats.org/officeDocument/2006/relationships/image" Target="../media/image29.png"/><Relationship Id="rId16" Type="http://schemas.openxmlformats.org/officeDocument/2006/relationships/image" Target="../media/image43.png"/><Relationship Id="rId29"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32" Type="http://schemas.openxmlformats.org/officeDocument/2006/relationships/image" Target="../media/image59.png"/><Relationship Id="rId37" Type="http://schemas.openxmlformats.org/officeDocument/2006/relationships/image" Target="../media/image64.png"/><Relationship Id="rId40" Type="http://schemas.openxmlformats.org/officeDocument/2006/relationships/image" Target="../media/image67.png"/><Relationship Id="rId45" Type="http://schemas.openxmlformats.org/officeDocument/2006/relationships/image" Target="../media/image72.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28" Type="http://schemas.openxmlformats.org/officeDocument/2006/relationships/image" Target="../media/image55.png"/><Relationship Id="rId36" Type="http://schemas.openxmlformats.org/officeDocument/2006/relationships/image" Target="../media/image63.png"/><Relationship Id="rId10" Type="http://schemas.openxmlformats.org/officeDocument/2006/relationships/image" Target="../media/image37.png"/><Relationship Id="rId19" Type="http://schemas.openxmlformats.org/officeDocument/2006/relationships/image" Target="../media/image46.png"/><Relationship Id="rId31" Type="http://schemas.openxmlformats.org/officeDocument/2006/relationships/image" Target="../media/image58.png"/><Relationship Id="rId44" Type="http://schemas.openxmlformats.org/officeDocument/2006/relationships/image" Target="../media/image71.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 Id="rId30" Type="http://schemas.openxmlformats.org/officeDocument/2006/relationships/image" Target="../media/image57.png"/><Relationship Id="rId35" Type="http://schemas.openxmlformats.org/officeDocument/2006/relationships/image" Target="../media/image62.png"/><Relationship Id="rId43" Type="http://schemas.openxmlformats.org/officeDocument/2006/relationships/image" Target="../media/image70.png"/><Relationship Id="rId8" Type="http://schemas.openxmlformats.org/officeDocument/2006/relationships/image" Target="../media/image35.png"/><Relationship Id="rId3" Type="http://schemas.openxmlformats.org/officeDocument/2006/relationships/image" Target="../media/image30.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33" Type="http://schemas.openxmlformats.org/officeDocument/2006/relationships/image" Target="../media/image60.png"/><Relationship Id="rId38" Type="http://schemas.openxmlformats.org/officeDocument/2006/relationships/image" Target="../media/image65.png"/><Relationship Id="rId46" Type="http://schemas.openxmlformats.org/officeDocument/2006/relationships/image" Target="../media/image73.jpg"/><Relationship Id="rId20" Type="http://schemas.openxmlformats.org/officeDocument/2006/relationships/image" Target="../media/image47.png"/><Relationship Id="rId41"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7.jp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4.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jpg"/><Relationship Id="rId18" Type="http://schemas.openxmlformats.org/officeDocument/2006/relationships/image" Target="../media/image98.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 Type="http://schemas.openxmlformats.org/officeDocument/2006/relationships/image" Target="../media/image82.png"/><Relationship Id="rId16" Type="http://schemas.openxmlformats.org/officeDocument/2006/relationships/image" Target="../media/image96.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5" Type="http://schemas.openxmlformats.org/officeDocument/2006/relationships/image" Target="../media/image95.png"/><Relationship Id="rId10" Type="http://schemas.openxmlformats.org/officeDocument/2006/relationships/image" Target="../media/image90.png"/><Relationship Id="rId19" Type="http://schemas.openxmlformats.org/officeDocument/2006/relationships/image" Target="../media/image99.jp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s>
</file>

<file path=ppt/slides/_rels/slide1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hyperlink" Target="https://wmo-im.github.io/wis2-topic-hierarchy/standard/wis2-topic-hierarchy-STABLE.html" TargetMode="External"/><Relationship Id="rId1" Type="http://schemas.openxmlformats.org/officeDocument/2006/relationships/slideLayout" Target="../slideLayouts/slideLayout2.xml"/><Relationship Id="rId4" Type="http://schemas.openxmlformats.org/officeDocument/2006/relationships/hyperlink" Target="https://codes.wmo.int/wis/topic-hierarchy"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mo-im.github.io/wis2-notification-message/standard/wis2-notification-message-STABLE.html" TargetMode="External"/><Relationship Id="rId2" Type="http://schemas.openxmlformats.org/officeDocument/2006/relationships/hyperlink" Target="http://wis2node.example/data/WIGOS_0-76-0-3121605000000209_20240521T110000.bufr4"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106.png"/><Relationship Id="rId1" Type="http://schemas.openxmlformats.org/officeDocument/2006/relationships/slideLayout" Target="../slideLayouts/slideLayout7.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23.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8.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06.png"/><Relationship Id="rId2"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02.png"/></Relationships>
</file>

<file path=ppt/slides/_rels/slide24.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02.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06.png"/><Relationship Id="rId2" Type="http://schemas.openxmlformats.org/officeDocument/2006/relationships/image" Target="../media/image107.png"/><Relationship Id="rId1" Type="http://schemas.openxmlformats.org/officeDocument/2006/relationships/slideLayout" Target="../slideLayouts/slideLayout7.xml"/><Relationship Id="rId6" Type="http://schemas.openxmlformats.org/officeDocument/2006/relationships/image" Target="../media/image122.png"/><Relationship Id="rId11" Type="http://schemas.openxmlformats.org/officeDocument/2006/relationships/image" Target="../media/image128.png"/><Relationship Id="rId5" Type="http://schemas.openxmlformats.org/officeDocument/2006/relationships/image" Target="../media/image121.png"/><Relationship Id="rId15" Type="http://schemas.openxmlformats.org/officeDocument/2006/relationships/image" Target="../media/image130.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29.png"/></Relationships>
</file>

<file path=ppt/slides/_rels/slide25.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18" Type="http://schemas.openxmlformats.org/officeDocument/2006/relationships/image" Target="../media/image103.png"/><Relationship Id="rId3" Type="http://schemas.openxmlformats.org/officeDocument/2006/relationships/hyperlink" Target="https://wmo-im.github.io/wis2-guide/guide/wis2-guide-APPROVED.html#_1_1_4_why_are_datasets_so_important" TargetMode="External"/><Relationship Id="rId7" Type="http://schemas.openxmlformats.org/officeDocument/2006/relationships/image" Target="../media/image121.png"/><Relationship Id="rId12" Type="http://schemas.openxmlformats.org/officeDocument/2006/relationships/image" Target="../media/image137.png"/><Relationship Id="rId17" Type="http://schemas.openxmlformats.org/officeDocument/2006/relationships/image" Target="../media/image142.png"/><Relationship Id="rId2" Type="http://schemas.openxmlformats.org/officeDocument/2006/relationships/image" Target="../media/image2.png"/><Relationship Id="rId16" Type="http://schemas.openxmlformats.org/officeDocument/2006/relationships/image" Target="../media/image141.png"/><Relationship Id="rId20"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32.png"/><Relationship Id="rId11" Type="http://schemas.openxmlformats.org/officeDocument/2006/relationships/image" Target="../media/image136.png"/><Relationship Id="rId5" Type="http://schemas.openxmlformats.org/officeDocument/2006/relationships/image" Target="../media/image107.png"/><Relationship Id="rId15" Type="http://schemas.openxmlformats.org/officeDocument/2006/relationships/image" Target="../media/image140.png"/><Relationship Id="rId10" Type="http://schemas.openxmlformats.org/officeDocument/2006/relationships/image" Target="../media/image135.png"/><Relationship Id="rId19" Type="http://schemas.openxmlformats.org/officeDocument/2006/relationships/image" Target="../media/image143.png"/><Relationship Id="rId4" Type="http://schemas.openxmlformats.org/officeDocument/2006/relationships/image" Target="../media/image131.png"/><Relationship Id="rId9" Type="http://schemas.openxmlformats.org/officeDocument/2006/relationships/image" Target="../media/image134.png"/><Relationship Id="rId14" Type="http://schemas.openxmlformats.org/officeDocument/2006/relationships/image" Target="../media/image139.png"/></Relationships>
</file>

<file path=ppt/slides/_rels/slide26.xml.rels><?xml version="1.0" encoding="UTF-8" standalone="yes"?>
<Relationships xmlns="http://schemas.openxmlformats.org/package/2006/relationships"><Relationship Id="rId3" Type="http://schemas.openxmlformats.org/officeDocument/2006/relationships/hyperlink" Target="https://wmo-im.github.io/wis2-guide/guide/wis2-guide-APPROVED.html#_1_1_4_why_are_datasets_so_important" TargetMode="External"/><Relationship Id="rId2" Type="http://schemas.openxmlformats.org/officeDocument/2006/relationships/image" Target="../media/image145.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mo-im.github.io/wis2-guide/guide/wis2-guide-APPROVED.html#_1_1_4_why_are_datasets_so_important" TargetMode="External"/><Relationship Id="rId2" Type="http://schemas.openxmlformats.org/officeDocument/2006/relationships/image" Target="../media/image14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8.jpg"/><Relationship Id="rId2" Type="http://schemas.openxmlformats.org/officeDocument/2006/relationships/image" Target="../media/image147.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18" Type="http://schemas.openxmlformats.org/officeDocument/2006/relationships/image" Target="../media/image106.png"/><Relationship Id="rId3" Type="http://schemas.openxmlformats.org/officeDocument/2006/relationships/hyperlink" Target="https://wis2.dwd.de/gdc/collections/wis2-discovery-metadata/items" TargetMode="External"/><Relationship Id="rId21" Type="http://schemas.openxmlformats.org/officeDocument/2006/relationships/image" Target="../media/image161.jpg"/><Relationship Id="rId7" Type="http://schemas.openxmlformats.org/officeDocument/2006/relationships/image" Target="../media/image150.png"/><Relationship Id="rId12" Type="http://schemas.openxmlformats.org/officeDocument/2006/relationships/image" Target="../media/image155.png"/><Relationship Id="rId17" Type="http://schemas.openxmlformats.org/officeDocument/2006/relationships/image" Target="../media/image142.png"/><Relationship Id="rId2" Type="http://schemas.openxmlformats.org/officeDocument/2006/relationships/hyperlink" Target="https://gdc.wis.cma.cn/collections/wis2-discovery-metadata/items" TargetMode="External"/><Relationship Id="rId16" Type="http://schemas.openxmlformats.org/officeDocument/2006/relationships/image" Target="../media/image141.png"/><Relationship Id="rId20"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image" Target="../media/image107.png"/><Relationship Id="rId11" Type="http://schemas.openxmlformats.org/officeDocument/2006/relationships/image" Target="../media/image154.png"/><Relationship Id="rId5" Type="http://schemas.openxmlformats.org/officeDocument/2006/relationships/image" Target="../media/image149.png"/><Relationship Id="rId15" Type="http://schemas.openxmlformats.org/officeDocument/2006/relationships/image" Target="../media/image158.png"/><Relationship Id="rId10" Type="http://schemas.openxmlformats.org/officeDocument/2006/relationships/image" Target="../media/image153.png"/><Relationship Id="rId19" Type="http://schemas.openxmlformats.org/officeDocument/2006/relationships/image" Target="../media/image159.png"/><Relationship Id="rId4" Type="http://schemas.openxmlformats.org/officeDocument/2006/relationships/hyperlink" Target="https://wis2-gdc.weather.gc.ca/collections/wis2-discovery-metadata/items" TargetMode="External"/><Relationship Id="rId9" Type="http://schemas.openxmlformats.org/officeDocument/2006/relationships/image" Target="../media/image152.png"/><Relationship Id="rId14" Type="http://schemas.openxmlformats.org/officeDocument/2006/relationships/image" Target="../media/image157.png"/></Relationships>
</file>

<file path=ppt/slides/_rels/slide30.xml.rels><?xml version="1.0" encoding="UTF-8" standalone="yes"?>
<Relationships xmlns="http://schemas.openxmlformats.org/package/2006/relationships"><Relationship Id="rId3" Type="http://schemas.openxmlformats.org/officeDocument/2006/relationships/hyperlink" Target="http://wis.wmo.int/spec/wcmp/2/conf/core" TargetMode="External"/><Relationship Id="rId2" Type="http://schemas.openxmlformats.org/officeDocument/2006/relationships/hyperlink" Target="https://wmo-im.github.io/wcmp2/standard/wcmp2-STABLE.html" TargetMode="External"/><Relationship Id="rId1" Type="http://schemas.openxmlformats.org/officeDocument/2006/relationships/slideLayout" Target="../slideLayouts/slideLayout7.xml"/><Relationship Id="rId5" Type="http://schemas.openxmlformats.org/officeDocument/2006/relationships/hyperlink" Target="mailto:everyone@wis2node.example:1883" TargetMode="External"/><Relationship Id="rId4" Type="http://schemas.openxmlformats.org/officeDocument/2006/relationships/hyperlink" Target="https://codes.wmo.int/wis/topic-hierarchy/earth-system-discipline" TargetMode="External"/></Relationships>
</file>

<file path=ppt/slides/_rels/slide31.xml.rels><?xml version="1.0" encoding="UTF-8" standalone="yes"?>
<Relationships xmlns="http://schemas.openxmlformats.org/package/2006/relationships"><Relationship Id="rId2" Type="http://schemas.openxmlformats.org/officeDocument/2006/relationships/hyperlink" Target="https://wis2-gdc.weather.gc.ca/collections/wis2-discovery-metadata/items" TargetMode="Externa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103.png"/><Relationship Id="rId1" Type="http://schemas.openxmlformats.org/officeDocument/2006/relationships/slideLayout" Target="../slideLayouts/slideLayout12.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3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hyperlink" Target="https://github.com/World-Meteorological-Organization/wis2box" TargetMode="External"/><Relationship Id="rId1" Type="http://schemas.openxmlformats.org/officeDocument/2006/relationships/slideLayout" Target="../slideLayouts/slideLayout2.xml"/><Relationship Id="rId4" Type="http://schemas.openxmlformats.org/officeDocument/2006/relationships/hyperlink" Target="https://docs.wis2box.wis.wmo.int/"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jp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image" Target="../media/image164.png"/><Relationship Id="rId16" Type="http://schemas.openxmlformats.org/officeDocument/2006/relationships/image" Target="../media/image178.png"/><Relationship Id="rId1" Type="http://schemas.openxmlformats.org/officeDocument/2006/relationships/slideLayout" Target="../slideLayouts/slideLayout2.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36.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96.png"/><Relationship Id="rId3" Type="http://schemas.openxmlformats.org/officeDocument/2006/relationships/image" Target="../media/image181.jpg"/><Relationship Id="rId7" Type="http://schemas.openxmlformats.org/officeDocument/2006/relationships/image" Target="../media/image185.jpg"/><Relationship Id="rId12" Type="http://schemas.openxmlformats.org/officeDocument/2006/relationships/image" Target="../media/image190.jpg"/><Relationship Id="rId17" Type="http://schemas.openxmlformats.org/officeDocument/2006/relationships/image" Target="../media/image195.png"/><Relationship Id="rId2" Type="http://schemas.openxmlformats.org/officeDocument/2006/relationships/image" Target="../media/image180.jpg"/><Relationship Id="rId16"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jpg"/><Relationship Id="rId10" Type="http://schemas.openxmlformats.org/officeDocument/2006/relationships/image" Target="../media/image188.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jpg"/></Relationships>
</file>

<file path=ppt/slides/_rels/slide37.xml.rels><?xml version="1.0" encoding="UTF-8" standalone="yes"?>
<Relationships xmlns="http://schemas.openxmlformats.org/package/2006/relationships"><Relationship Id="rId3" Type="http://schemas.openxmlformats.org/officeDocument/2006/relationships/image" Target="../media/image198.jpg"/><Relationship Id="rId2" Type="http://schemas.openxmlformats.org/officeDocument/2006/relationships/image" Target="../media/image197.jpg"/><Relationship Id="rId1" Type="http://schemas.openxmlformats.org/officeDocument/2006/relationships/slideLayout" Target="../slideLayouts/slideLayout12.xml"/><Relationship Id="rId4" Type="http://schemas.openxmlformats.org/officeDocument/2006/relationships/image" Target="../media/image199.jpg"/></Relationships>
</file>

<file path=ppt/slides/_rels/slide38.xml.rels><?xml version="1.0" encoding="UTF-8" standalone="yes"?>
<Relationships xmlns="http://schemas.openxmlformats.org/package/2006/relationships"><Relationship Id="rId2" Type="http://schemas.openxmlformats.org/officeDocument/2006/relationships/image" Target="../media/image198.jp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3" Type="http://schemas.openxmlformats.org/officeDocument/2006/relationships/image" Target="../media/image200.png"/><Relationship Id="rId7" Type="http://schemas.openxmlformats.org/officeDocument/2006/relationships/image" Target="../media/image186.png"/><Relationship Id="rId12" Type="http://schemas.openxmlformats.org/officeDocument/2006/relationships/image" Target="../media/image208.png"/><Relationship Id="rId17" Type="http://schemas.openxmlformats.org/officeDocument/2006/relationships/image" Target="../media/image213.png"/><Relationship Id="rId2" Type="http://schemas.openxmlformats.org/officeDocument/2006/relationships/image" Target="../media/image150.png"/><Relationship Id="rId16" Type="http://schemas.openxmlformats.org/officeDocument/2006/relationships/image" Target="../media/image212.png"/><Relationship Id="rId1" Type="http://schemas.openxmlformats.org/officeDocument/2006/relationships/slideLayout" Target="../slideLayouts/slideLayout12.xml"/><Relationship Id="rId6" Type="http://schemas.openxmlformats.org/officeDocument/2006/relationships/image" Target="../media/image203.png"/><Relationship Id="rId11" Type="http://schemas.openxmlformats.org/officeDocument/2006/relationships/image" Target="../media/image207.png"/><Relationship Id="rId5" Type="http://schemas.openxmlformats.org/officeDocument/2006/relationships/image" Target="../media/image202.png"/><Relationship Id="rId15" Type="http://schemas.openxmlformats.org/officeDocument/2006/relationships/image" Target="../media/image211.png"/><Relationship Id="rId10" Type="http://schemas.openxmlformats.org/officeDocument/2006/relationships/image" Target="../media/image206.png"/><Relationship Id="rId4" Type="http://schemas.openxmlformats.org/officeDocument/2006/relationships/image" Target="../media/image201.png"/><Relationship Id="rId9" Type="http://schemas.openxmlformats.org/officeDocument/2006/relationships/image" Target="../media/image205.png"/><Relationship Id="rId14" Type="http://schemas.openxmlformats.org/officeDocument/2006/relationships/image" Target="../media/image210.png"/></Relationships>
</file>

<file path=ppt/slides/_rels/slide40.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17.png"/><Relationship Id="rId26" Type="http://schemas.openxmlformats.org/officeDocument/2006/relationships/image" Target="../media/image224.png"/><Relationship Id="rId3" Type="http://schemas.openxmlformats.org/officeDocument/2006/relationships/image" Target="../media/image200.png"/><Relationship Id="rId21" Type="http://schemas.openxmlformats.org/officeDocument/2006/relationships/image" Target="../media/image212.png"/><Relationship Id="rId7" Type="http://schemas.openxmlformats.org/officeDocument/2006/relationships/image" Target="../media/image186.png"/><Relationship Id="rId12" Type="http://schemas.openxmlformats.org/officeDocument/2006/relationships/image" Target="../media/image215.jpg"/><Relationship Id="rId17" Type="http://schemas.openxmlformats.org/officeDocument/2006/relationships/image" Target="../media/image210.png"/><Relationship Id="rId25" Type="http://schemas.openxmlformats.org/officeDocument/2006/relationships/image" Target="../media/image223.png"/><Relationship Id="rId33" Type="http://schemas.openxmlformats.org/officeDocument/2006/relationships/image" Target="../media/image231.png"/><Relationship Id="rId2" Type="http://schemas.openxmlformats.org/officeDocument/2006/relationships/image" Target="../media/image150.png"/><Relationship Id="rId16" Type="http://schemas.openxmlformats.org/officeDocument/2006/relationships/image" Target="../media/image209.png"/><Relationship Id="rId20" Type="http://schemas.openxmlformats.org/officeDocument/2006/relationships/image" Target="../media/image219.png"/><Relationship Id="rId29" Type="http://schemas.openxmlformats.org/officeDocument/2006/relationships/image" Target="../media/image227.png"/><Relationship Id="rId1" Type="http://schemas.openxmlformats.org/officeDocument/2006/relationships/slideLayout" Target="../slideLayouts/slideLayout12.xml"/><Relationship Id="rId6" Type="http://schemas.openxmlformats.org/officeDocument/2006/relationships/image" Target="../media/image203.png"/><Relationship Id="rId11" Type="http://schemas.openxmlformats.org/officeDocument/2006/relationships/image" Target="../media/image206.png"/><Relationship Id="rId24" Type="http://schemas.openxmlformats.org/officeDocument/2006/relationships/image" Target="../media/image222.png"/><Relationship Id="rId32" Type="http://schemas.openxmlformats.org/officeDocument/2006/relationships/image" Target="../media/image230.png"/><Relationship Id="rId5" Type="http://schemas.openxmlformats.org/officeDocument/2006/relationships/image" Target="../media/image202.png"/><Relationship Id="rId15" Type="http://schemas.openxmlformats.org/officeDocument/2006/relationships/image" Target="../media/image208.png"/><Relationship Id="rId23" Type="http://schemas.openxmlformats.org/officeDocument/2006/relationships/image" Target="../media/image221.png"/><Relationship Id="rId28" Type="http://schemas.openxmlformats.org/officeDocument/2006/relationships/image" Target="../media/image226.png"/><Relationship Id="rId10" Type="http://schemas.openxmlformats.org/officeDocument/2006/relationships/image" Target="../media/image214.png"/><Relationship Id="rId19" Type="http://schemas.openxmlformats.org/officeDocument/2006/relationships/image" Target="../media/image218.png"/><Relationship Id="rId31" Type="http://schemas.openxmlformats.org/officeDocument/2006/relationships/image" Target="../media/image229.png"/><Relationship Id="rId4" Type="http://schemas.openxmlformats.org/officeDocument/2006/relationships/image" Target="../media/image201.png"/><Relationship Id="rId9" Type="http://schemas.openxmlformats.org/officeDocument/2006/relationships/image" Target="../media/image205.png"/><Relationship Id="rId14" Type="http://schemas.openxmlformats.org/officeDocument/2006/relationships/image" Target="../media/image207.png"/><Relationship Id="rId22" Type="http://schemas.openxmlformats.org/officeDocument/2006/relationships/image" Target="../media/image220.png"/><Relationship Id="rId27" Type="http://schemas.openxmlformats.org/officeDocument/2006/relationships/image" Target="../media/image225.jpg"/><Relationship Id="rId30" Type="http://schemas.openxmlformats.org/officeDocument/2006/relationships/image" Target="../media/image228.png"/><Relationship Id="rId8" Type="http://schemas.openxmlformats.org/officeDocument/2006/relationships/image" Target="../media/image20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enter for Geospatial Solutions Home">
            <a:extLst>
              <a:ext uri="{FF2B5EF4-FFF2-40B4-BE49-F238E27FC236}">
                <a16:creationId xmlns:a16="http://schemas.microsoft.com/office/drawing/2014/main" id="{A13028E5-D617-340D-D89A-76F63740D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072" y="5278278"/>
            <a:ext cx="2123623" cy="7518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0CD01A1-9F7A-8794-A742-84A17B760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5128259"/>
            <a:ext cx="1051877" cy="10518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3615567-1D62-07C5-D17D-078BEA6944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26209" y="5293642"/>
            <a:ext cx="1087437" cy="1087437"/>
          </a:xfrm>
          <a:prstGeom prst="rect">
            <a:avLst/>
          </a:prstGeom>
          <a:noFill/>
          <a:extLst>
            <a:ext uri="{909E8E84-426E-40DD-AFC4-6F175D3DCCD1}">
              <a14:hiddenFill xmlns:a14="http://schemas.microsoft.com/office/drawing/2010/main">
                <a:solidFill>
                  <a:srgbClr val="FFFFFF"/>
                </a:solidFill>
              </a14:hiddenFill>
            </a:ext>
          </a:extLst>
        </p:spPr>
      </p:pic>
      <p:sp>
        <p:nvSpPr>
          <p:cNvPr id="2" name="Text 9">
            <a:extLst>
              <a:ext uri="{FF2B5EF4-FFF2-40B4-BE49-F238E27FC236}">
                <a16:creationId xmlns:a16="http://schemas.microsoft.com/office/drawing/2014/main" id="{F3421A7C-DEF0-1E3A-4A69-39A8EE66A8B2}"/>
              </a:ext>
            </a:extLst>
          </p:cNvPr>
          <p:cNvSpPr txBox="1"/>
          <p:nvPr/>
        </p:nvSpPr>
        <p:spPr>
          <a:xfrm>
            <a:off x="822960" y="2651760"/>
            <a:ext cx="10058400" cy="1005840"/>
          </a:xfrm>
          <a:prstGeom prst="rect">
            <a:avLst/>
          </a:prstGeom>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4800" kern="1200" dirty="0">
                <a:solidFill>
                  <a:schemeClr val="tx1"/>
                </a:solidFill>
                <a:latin typeface="Calibri" panose="020F0502020204030204"/>
                <a:cs typeface="Calibri"/>
              </a:rPr>
              <a:t>Introduction</a:t>
            </a:r>
            <a:r>
              <a:rPr lang="en-US" sz="4800" kern="1200" spc="-120" dirty="0">
                <a:solidFill>
                  <a:schemeClr val="tx1"/>
                </a:solidFill>
                <a:latin typeface="Calibri" panose="020F0502020204030204"/>
                <a:cs typeface="Calibri"/>
              </a:rPr>
              <a:t> </a:t>
            </a:r>
            <a:r>
              <a:rPr lang="en-US" sz="4800" kern="1200" dirty="0">
                <a:solidFill>
                  <a:schemeClr val="tx1"/>
                </a:solidFill>
                <a:latin typeface="Calibri" panose="020F0502020204030204"/>
                <a:cs typeface="Calibri"/>
              </a:rPr>
              <a:t>to</a:t>
            </a:r>
            <a:r>
              <a:rPr lang="en-US" sz="4800" kern="1200" spc="-120" dirty="0">
                <a:solidFill>
                  <a:schemeClr val="tx1"/>
                </a:solidFill>
                <a:latin typeface="Calibri" panose="020F0502020204030204"/>
                <a:cs typeface="Calibri"/>
              </a:rPr>
              <a:t> </a:t>
            </a:r>
            <a:r>
              <a:rPr lang="en-US" sz="4800" kern="1200" dirty="0">
                <a:solidFill>
                  <a:schemeClr val="tx1"/>
                </a:solidFill>
                <a:latin typeface="Calibri" panose="020F0502020204030204"/>
                <a:cs typeface="Calibri"/>
              </a:rPr>
              <a:t>WIS2</a:t>
            </a:r>
            <a:r>
              <a:rPr lang="en-US" sz="4800" kern="1200" spc="-114" dirty="0">
                <a:solidFill>
                  <a:schemeClr val="tx1"/>
                </a:solidFill>
                <a:latin typeface="Calibri" panose="020F0502020204030204"/>
                <a:cs typeface="Calibri"/>
              </a:rPr>
              <a:t> </a:t>
            </a:r>
            <a:r>
              <a:rPr lang="en-US" sz="4800" kern="1200" spc="-25" dirty="0">
                <a:solidFill>
                  <a:schemeClr val="tx1"/>
                </a:solidFill>
                <a:latin typeface="Calibri" panose="020F0502020204030204"/>
                <a:cs typeface="Calibri"/>
              </a:rPr>
              <a:t>and </a:t>
            </a:r>
            <a:r>
              <a:rPr lang="en-US" sz="4800" kern="1200" spc="-10" dirty="0">
                <a:solidFill>
                  <a:schemeClr val="tx1"/>
                </a:solidFill>
                <a:latin typeface="Calibri" panose="020F0502020204030204"/>
                <a:cs typeface="Calibri"/>
              </a:rPr>
              <a:t>wis2box</a:t>
            </a:r>
            <a:endParaRPr lang="en-US" sz="4600" kern="1200" dirty="0">
              <a:solidFill>
                <a:schemeClr val="tx1"/>
              </a:solidFill>
              <a:latin typeface="Calibri" panose="020F0502020204030204"/>
            </a:endParaRPr>
          </a:p>
        </p:txBody>
      </p:sp>
      <p:sp>
        <p:nvSpPr>
          <p:cNvPr id="3" name="Text 10">
            <a:extLst>
              <a:ext uri="{FF2B5EF4-FFF2-40B4-BE49-F238E27FC236}">
                <a16:creationId xmlns:a16="http://schemas.microsoft.com/office/drawing/2014/main" id="{F32655D0-FE85-C341-280E-4E42BAB2D242}"/>
              </a:ext>
            </a:extLst>
          </p:cNvPr>
          <p:cNvSpPr txBox="1"/>
          <p:nvPr/>
        </p:nvSpPr>
        <p:spPr>
          <a:xfrm>
            <a:off x="822960" y="3611880"/>
            <a:ext cx="8778240" cy="640080"/>
          </a:xfrm>
          <a:prstGeom prst="rect">
            <a:avLst/>
          </a:prstGeom>
          <a:noFill/>
          <a:ln/>
        </p:spPr>
        <p:txBody>
          <a:bodyPr wrap="square" lIns="0" tIns="0" rIns="0" bIns="0" rtlCol="0" anchor="ct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16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Peter Mutai</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sz="1650" b="0" i="0" u="none" strike="noStrike" kern="1200" cap="none" spc="0" normalizeH="0" baseline="0" noProof="0" dirty="0">
                <a:ln>
                  <a:noFill/>
                </a:ln>
                <a:solidFill>
                  <a:prstClr val="black"/>
                </a:solidFill>
                <a:effectLst/>
                <a:uLnTx/>
                <a:uFillTx/>
                <a:latin typeface="Calibri" pitchFamily="34" charset="0"/>
                <a:ea typeface="Calibri" pitchFamily="34" charset="-122"/>
                <a:cs typeface="Calibri" pitchFamily="34" charset="-120"/>
              </a:rPr>
              <a:t>Kenya Meteorological Service Authority</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2">
            <a:extLst>
              <a:ext uri="{FF2B5EF4-FFF2-40B4-BE49-F238E27FC236}">
                <a16:creationId xmlns:a16="http://schemas.microsoft.com/office/drawing/2014/main" id="{021F5AF2-C935-D4DB-AE7D-364F4146B14D}"/>
              </a:ext>
            </a:extLst>
          </p:cNvPr>
          <p:cNvSpPr txBox="1"/>
          <p:nvPr/>
        </p:nvSpPr>
        <p:spPr>
          <a:xfrm>
            <a:off x="813816" y="4605099"/>
            <a:ext cx="5486400" cy="320040"/>
          </a:xfrm>
          <a:prstGeom prst="rect">
            <a:avLst/>
          </a:prstGeom>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0" cap="none" spc="200" normalizeH="0" baseline="0" noProof="0" dirty="0">
                <a:ln>
                  <a:noFill/>
                </a:ln>
                <a:solidFill>
                  <a:srgbClr val="8FB9CF"/>
                </a:solidFill>
                <a:effectLst/>
                <a:uLnTx/>
                <a:uFillTx/>
                <a:latin typeface="Calibri" pitchFamily="34" charset="0"/>
                <a:ea typeface="Calibri" pitchFamily="34" charset="-122"/>
                <a:cs typeface="Calibri" pitchFamily="34" charset="-120"/>
              </a:rPr>
              <a:t>  15</a:t>
            </a:r>
            <a:r>
              <a:rPr kumimoji="0" lang="en-US" sz="1250" b="0" i="0" u="none" strike="noStrike" kern="0" cap="none" spc="200" normalizeH="0" baseline="30000" noProof="0" dirty="0">
                <a:ln>
                  <a:noFill/>
                </a:ln>
                <a:solidFill>
                  <a:srgbClr val="8FB9CF"/>
                </a:solidFill>
                <a:effectLst/>
                <a:uLnTx/>
                <a:uFillTx/>
                <a:latin typeface="Calibri" pitchFamily="34" charset="0"/>
                <a:ea typeface="Calibri" pitchFamily="34" charset="-122"/>
                <a:cs typeface="Calibri" pitchFamily="34" charset="-120"/>
              </a:rPr>
              <a:t>th</a:t>
            </a:r>
            <a:r>
              <a:rPr kumimoji="0" lang="en-US" sz="1250" b="0" i="0" u="none" strike="noStrike" kern="0" cap="none" spc="200" normalizeH="0" baseline="0" noProof="0" dirty="0">
                <a:ln>
                  <a:noFill/>
                </a:ln>
                <a:solidFill>
                  <a:srgbClr val="8FB9CF"/>
                </a:solidFill>
                <a:effectLst/>
                <a:uLnTx/>
                <a:uFillTx/>
                <a:latin typeface="Calibri" pitchFamily="34" charset="0"/>
                <a:ea typeface="Calibri" pitchFamily="34" charset="-122"/>
                <a:cs typeface="Calibri" pitchFamily="34" charset="-120"/>
              </a:rPr>
              <a:t> SEPTEMBER 2026</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9419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2A39-C6EB-F959-676E-EE1D8FDCD4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108686A-B826-F8EA-B8A3-D4D0B0653FB2}"/>
              </a:ext>
            </a:extLst>
          </p:cNvPr>
          <p:cNvSpPr txBox="1"/>
          <p:nvPr/>
        </p:nvSpPr>
        <p:spPr>
          <a:xfrm>
            <a:off x="11632945" y="6558915"/>
            <a:ext cx="58419" cy="114300"/>
          </a:xfrm>
          <a:prstGeom prst="rect">
            <a:avLst/>
          </a:prstGeom>
        </p:spPr>
        <p:txBody>
          <a:bodyPr vert="horz" wrap="square" lIns="0" tIns="0" rIns="0" bIns="0" rtlCol="0">
            <a:spAutoFit/>
          </a:bodyPr>
          <a:lstStyle/>
          <a:p>
            <a:pPr marL="0" marR="0" lvl="0" indent="0" defTabSz="914400" eaLnBrk="1" fontAlgn="auto" latinLnBrk="0" hangingPunct="1">
              <a:lnSpc>
                <a:spcPts val="855"/>
              </a:lnSpc>
              <a:spcBef>
                <a:spcPts val="0"/>
              </a:spcBef>
              <a:spcAft>
                <a:spcPts val="0"/>
              </a:spcAft>
              <a:buClrTx/>
              <a:buSzTx/>
              <a:buFontTx/>
              <a:buNone/>
              <a:tabLst/>
              <a:defRPr/>
            </a:pPr>
            <a:r>
              <a:rPr kumimoji="0" sz="900" b="0" i="0" u="none" strike="noStrike" kern="0" cap="none" spc="-50" normalizeH="0" baseline="0" noProof="0" dirty="0">
                <a:ln>
                  <a:noFill/>
                </a:ln>
                <a:solidFill>
                  <a:sysClr val="windowText" lastClr="000000"/>
                </a:solidFill>
                <a:effectLst/>
                <a:uLnTx/>
                <a:uFillTx/>
                <a:latin typeface="Calibri"/>
                <a:cs typeface="Calibri"/>
                <a:hlinkClick r:id="rId2"/>
              </a:rPr>
              <a:t>3</a:t>
            </a:r>
            <a:endParaRPr kumimoji="0" sz="900" b="0" i="0" u="none" strike="noStrike" kern="0" cap="none" spc="0" normalizeH="0" baseline="0" noProof="0">
              <a:ln>
                <a:noFill/>
              </a:ln>
              <a:solidFill>
                <a:sysClr val="windowText" lastClr="000000"/>
              </a:solidFill>
              <a:effectLst/>
              <a:uLnTx/>
              <a:uFillTx/>
              <a:latin typeface="Calibri"/>
              <a:cs typeface="Calibri"/>
            </a:endParaRPr>
          </a:p>
        </p:txBody>
      </p:sp>
      <p:sp>
        <p:nvSpPr>
          <p:cNvPr id="3" name="object 3" descr="$PPTXTitle">
            <a:extLst>
              <a:ext uri="{FF2B5EF4-FFF2-40B4-BE49-F238E27FC236}">
                <a16:creationId xmlns:a16="http://schemas.microsoft.com/office/drawing/2014/main" id="{59404411-97DD-91DE-B6E4-BBEC9994A8C5}"/>
              </a:ext>
            </a:extLst>
          </p:cNvPr>
          <p:cNvSpPr txBox="1">
            <a:spLocks noGrp="1"/>
          </p:cNvSpPr>
          <p:nvPr>
            <p:ph type="title"/>
          </p:nvPr>
        </p:nvSpPr>
        <p:spPr>
          <a:xfrm>
            <a:off x="383667" y="277591"/>
            <a:ext cx="10179306" cy="443070"/>
          </a:xfrm>
          <a:prstGeom prst="rect">
            <a:avLst/>
          </a:prstGeom>
        </p:spPr>
        <p:txBody>
          <a:bodyPr vert="horz" wrap="square" lIns="0" tIns="12065" rIns="0" bIns="0" rtlCol="0">
            <a:spAutoFit/>
          </a:bodyPr>
          <a:lstStyle/>
          <a:p>
            <a:pPr marL="12700">
              <a:lnSpc>
                <a:spcPct val="100000"/>
              </a:lnSpc>
              <a:spcBef>
                <a:spcPts val="95"/>
              </a:spcBef>
            </a:pPr>
            <a:r>
              <a:rPr lang="en-US" sz="2800" b="0" spc="-10" dirty="0">
                <a:solidFill>
                  <a:srgbClr val="005BAA"/>
                </a:solidFill>
              </a:rPr>
              <a:t>Global Telecommunication System</a:t>
            </a:r>
            <a:r>
              <a:rPr sz="2800" b="0" spc="-75" dirty="0">
                <a:solidFill>
                  <a:srgbClr val="005BAA"/>
                </a:solidFill>
                <a:latin typeface="Calibri"/>
                <a:cs typeface="Calibri"/>
              </a:rPr>
              <a:t> </a:t>
            </a:r>
            <a:r>
              <a:rPr lang="en-US" sz="2800" b="0" spc="-75" dirty="0">
                <a:solidFill>
                  <a:srgbClr val="005BAA"/>
                </a:solidFill>
                <a:latin typeface="Calibri"/>
                <a:cs typeface="Calibri"/>
              </a:rPr>
              <a:t>(</a:t>
            </a:r>
            <a:r>
              <a:rPr sz="2800" b="0" dirty="0">
                <a:solidFill>
                  <a:srgbClr val="005BAA"/>
                </a:solidFill>
                <a:latin typeface="Calibri"/>
                <a:cs typeface="Calibri"/>
              </a:rPr>
              <a:t>GTS</a:t>
            </a:r>
            <a:r>
              <a:rPr lang="en-US" sz="2800" b="0" dirty="0">
                <a:solidFill>
                  <a:srgbClr val="005BAA"/>
                </a:solidFill>
                <a:latin typeface="Calibri"/>
                <a:cs typeface="Calibri"/>
              </a:rPr>
              <a:t>)</a:t>
            </a:r>
            <a:r>
              <a:rPr sz="2800" b="0" spc="-95" dirty="0">
                <a:solidFill>
                  <a:srgbClr val="005BAA"/>
                </a:solidFill>
                <a:latin typeface="Calibri"/>
                <a:cs typeface="Calibri"/>
              </a:rPr>
              <a:t> </a:t>
            </a:r>
            <a:r>
              <a:rPr lang="en-US" sz="2800" b="0" spc="-50" dirty="0">
                <a:solidFill>
                  <a:srgbClr val="005BAA"/>
                </a:solidFill>
              </a:rPr>
              <a:t> and WIS </a:t>
            </a:r>
            <a:endParaRPr sz="2800" dirty="0">
              <a:latin typeface="Calibri"/>
              <a:cs typeface="Calibri"/>
            </a:endParaRPr>
          </a:p>
        </p:txBody>
      </p:sp>
      <p:sp>
        <p:nvSpPr>
          <p:cNvPr id="4" name="object 4">
            <a:extLst>
              <a:ext uri="{FF2B5EF4-FFF2-40B4-BE49-F238E27FC236}">
                <a16:creationId xmlns:a16="http://schemas.microsoft.com/office/drawing/2014/main" id="{A9183DCA-32A1-15C9-DDD0-A9B9877DDD45}"/>
              </a:ext>
            </a:extLst>
          </p:cNvPr>
          <p:cNvSpPr txBox="1"/>
          <p:nvPr/>
        </p:nvSpPr>
        <p:spPr>
          <a:xfrm>
            <a:off x="358267" y="551514"/>
            <a:ext cx="11670157" cy="5910592"/>
          </a:xfrm>
          <a:prstGeom prst="rect">
            <a:avLst/>
          </a:prstGeom>
        </p:spPr>
        <p:txBody>
          <a:bodyPr vert="horz" wrap="square" lIns="0" tIns="41910" rIns="0" bIns="0" rtlCol="0">
            <a:spAutoFit/>
          </a:bodyPr>
          <a:lstStyle/>
          <a:p>
            <a:pPr marL="12700" marR="124460" lvl="0" indent="0" defTabSz="914400" eaLnBrk="1" fontAlgn="auto" latinLnBrk="0" hangingPunct="1">
              <a:lnSpc>
                <a:spcPts val="1839"/>
              </a:lnSpc>
              <a:spcBef>
                <a:spcPts val="330"/>
              </a:spcBef>
              <a:spcAft>
                <a:spcPts val="0"/>
              </a:spcAft>
              <a:buClrTx/>
              <a:buSzTx/>
              <a:buFontTx/>
              <a:buNone/>
              <a:tabLst/>
              <a:defRPr/>
            </a:pPr>
            <a:endParaRPr kumimoji="0" lang="en-US" sz="1700" b="1" i="0" u="none" strike="noStrike" kern="0" cap="none" spc="0" normalizeH="0" baseline="0" noProof="0" dirty="0">
              <a:ln>
                <a:noFill/>
              </a:ln>
              <a:solidFill>
                <a:srgbClr val="47525B"/>
              </a:solidFill>
              <a:effectLst/>
              <a:uLnTx/>
              <a:uFillTx/>
              <a:latin typeface="Calibri"/>
              <a:cs typeface="Calibri"/>
            </a:endParaRPr>
          </a:p>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rPr>
              <a:t>Data exchange within the GTS is based on a "store-and-forward" architecture.</a:t>
            </a:r>
            <a:r>
              <a:rPr kumimoji="0" lang="en-US" sz="1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rPr>
              <a:t> Messages are received, stored, and forwarded between </a:t>
            </a:r>
            <a:r>
              <a:rPr kumimoji="0" lang="en-US" sz="1800" b="0" i="0" u="none" strike="noStrike" kern="0" cap="none" spc="0" normalizeH="0" baseline="0" noProof="0" dirty="0" err="1">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rPr>
              <a:t>centres</a:t>
            </a:r>
            <a:r>
              <a:rPr kumimoji="0" lang="en-US" sz="1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rPr>
              <a:t> through a point-to-point network topology designed in 1969 and still largely in use today. While this private-network infrastructure has historically been reliable and provided the high availability required for communications between NMHSs, modern Internet technologies can now deliver similar resilience at a lower cost and with greater flexibility.</a:t>
            </a:r>
          </a:p>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Segoe UI" panose="020B0502040204020203" pitchFamily="34" charset="0"/>
              </a:rPr>
              <a:t>In the GTS, messages are routed across the network using identifiers known as "GTS headers."</a:t>
            </a:r>
            <a:r>
              <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rPr>
              <a:t> These headers consist of six-letter groups that are statically assigned to bulletins. Routing tables maintained at each transmission </a:t>
            </a:r>
            <a:r>
              <a:rPr kumimoji="0" lang="en-US" sz="1800" b="0" i="0" u="none" strike="noStrike" kern="0" cap="none" spc="0" normalizeH="0" baseline="0" noProof="0" dirty="0" err="1">
                <a:ln>
                  <a:noFill/>
                </a:ln>
                <a:solidFill>
                  <a:sysClr val="windowText" lastClr="000000"/>
                </a:solidFill>
                <a:effectLst/>
                <a:uLnTx/>
                <a:uFillTx/>
                <a:latin typeface="Segoe UI" panose="020B0502040204020203" pitchFamily="34" charset="0"/>
              </a:rPr>
              <a:t>centre</a:t>
            </a:r>
            <a:r>
              <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rPr>
              <a:t> use these headers to direct messages along predefined paths through the network. </a:t>
            </a:r>
            <a:r>
              <a:rPr kumimoji="0" lang="en-US" sz="1800" b="1" i="0" u="none" strike="noStrike" kern="0" cap="none" spc="0" normalizeH="0" baseline="0" noProof="0" dirty="0">
                <a:ln>
                  <a:noFill/>
                </a:ln>
                <a:solidFill>
                  <a:sysClr val="windowText" lastClr="000000"/>
                </a:solidFill>
                <a:effectLst/>
                <a:uLnTx/>
                <a:uFillTx/>
                <a:latin typeface="Segoe UI" panose="020B0502040204020203" pitchFamily="34" charset="0"/>
              </a:rPr>
              <a:t>However, the static nature of the routing tables and the limited syntax of GTS identifiers make the system increasingly difficult to scale in the face of rapidly growing data volumes and expanding data diversity.</a:t>
            </a:r>
            <a:endPar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endParaRPr>
          </a:p>
          <a:p>
            <a:pPr marL="0" marR="0" lvl="0" indent="0" defTabSz="914400" eaLnBrk="1" fontAlgn="t"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rPr>
              <a:t>The GTS relies on Regional Telecommunication Hubs for data exchange coordination among WMO Members, creating potential single points of failure due to technical or geopolitical</a:t>
            </a:r>
          </a:p>
          <a:p>
            <a:pPr marL="0" marR="0" lvl="0" indent="0" defTabSz="914400" eaLnBrk="1" fontAlgn="t"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endParaRPr>
          </a:p>
          <a:p>
            <a:pPr marL="0" marR="0" lvl="0" indent="0" defTabSz="914400" eaLnBrk="1" fontAlgn="t"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rPr>
              <a:t>In 2007, the WMO Information System (WIS) was introduced to complement the GTS by providing a searchable catalogue and global cache for data discovery, access, and retrieval. However, its success was limited, as it only partially achieved the goal of simplifying access to WMO data.</a:t>
            </a:r>
            <a:endParaRPr kumimoji="0" lang="en-US" sz="2400" b="0" i="0" u="none" strike="noStrike" kern="0" cap="none" spc="0" normalizeH="0" baseline="0" noProof="0" dirty="0">
              <a:ln>
                <a:noFill/>
              </a:ln>
              <a:solidFill>
                <a:sysClr val="windowText" lastClr="000000"/>
              </a:solidFill>
              <a:effectLst/>
              <a:uLnTx/>
              <a:uFillTx/>
              <a:latin typeface="Calibri"/>
            </a:endParaRPr>
          </a:p>
          <a:p>
            <a:pPr marL="0" marR="0" lvl="0" indent="0" defTabSz="914400" eaLnBrk="1" fontAlgn="t"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Calibri"/>
              </a:rPr>
              <a:t>Internet and web technologies can address many of the fundamental limitations of the current </a:t>
            </a:r>
            <a:r>
              <a:rPr kumimoji="0" lang="en-US" sz="2800" b="0" i="0" u="none" strike="noStrike" kern="0" cap="none" spc="0" normalizeH="0" baseline="0" noProof="0" dirty="0">
                <a:ln>
                  <a:noFill/>
                </a:ln>
                <a:solidFill>
                  <a:sysClr val="windowText" lastClr="000000"/>
                </a:solidFill>
                <a:effectLst/>
                <a:uLnTx/>
                <a:uFillTx/>
                <a:latin typeface="Calibri"/>
              </a:rPr>
              <a:t>GTS architecture.</a:t>
            </a:r>
          </a:p>
          <a:p>
            <a:pPr marL="12700" marR="598805" lvl="0" indent="0" defTabSz="914400" eaLnBrk="1" fontAlgn="auto" latinLnBrk="0" hangingPunct="1">
              <a:lnSpc>
                <a:spcPct val="100000"/>
              </a:lnSpc>
              <a:spcBef>
                <a:spcPts val="95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Segoe UI" panose="020B0502040204020203" pitchFamily="34" charset="0"/>
            </a:endParaRPr>
          </a:p>
        </p:txBody>
      </p:sp>
      <p:sp>
        <p:nvSpPr>
          <p:cNvPr id="5" name="object 5">
            <a:extLst>
              <a:ext uri="{FF2B5EF4-FFF2-40B4-BE49-F238E27FC236}">
                <a16:creationId xmlns:a16="http://schemas.microsoft.com/office/drawing/2014/main" id="{53D89642-93E1-9AA2-355D-C322203AACCF}"/>
              </a:ext>
            </a:extLst>
          </p:cNvPr>
          <p:cNvSpPr/>
          <p:nvPr/>
        </p:nvSpPr>
        <p:spPr>
          <a:xfrm>
            <a:off x="4108196" y="6445310"/>
            <a:ext cx="8084184" cy="339090"/>
          </a:xfrm>
          <a:custGeom>
            <a:avLst/>
            <a:gdLst/>
            <a:ahLst/>
            <a:cxnLst/>
            <a:rect l="l" t="t" r="r" b="b"/>
            <a:pathLst>
              <a:path w="8084184" h="339090">
                <a:moveTo>
                  <a:pt x="8083804" y="0"/>
                </a:moveTo>
                <a:lnTo>
                  <a:pt x="0" y="0"/>
                </a:lnTo>
                <a:lnTo>
                  <a:pt x="0" y="338556"/>
                </a:lnTo>
                <a:lnTo>
                  <a:pt x="8083804" y="338556"/>
                </a:lnTo>
                <a:lnTo>
                  <a:pt x="8083804"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A2C564AF-A113-DD03-39D9-F538DFA8B293}"/>
              </a:ext>
            </a:extLst>
          </p:cNvPr>
          <p:cNvSpPr txBox="1"/>
          <p:nvPr/>
        </p:nvSpPr>
        <p:spPr>
          <a:xfrm>
            <a:off x="4187444" y="6008319"/>
            <a:ext cx="7828280" cy="72771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1" u="none" strike="noStrike" kern="0" cap="none" spc="0" normalizeH="0" baseline="0" noProof="0" dirty="0">
                <a:ln>
                  <a:noFill/>
                </a:ln>
                <a:solidFill>
                  <a:sysClr val="windowText" lastClr="000000"/>
                </a:solidFill>
                <a:effectLst/>
                <a:uLnTx/>
                <a:uFillTx/>
                <a:latin typeface="Calibri"/>
                <a:cs typeface="Calibri"/>
              </a:rPr>
              <a:t>WIS</a:t>
            </a:r>
            <a:r>
              <a:rPr kumimoji="0" sz="1200" b="0" i="1" u="none" strike="noStrike" kern="0" cap="none" spc="-4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2.0:</a:t>
            </a:r>
            <a:r>
              <a:rPr kumimoji="0" sz="1200" b="0" i="1" u="none" strike="noStrike" kern="0" cap="none" spc="-2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WMO</a:t>
            </a:r>
            <a:r>
              <a:rPr kumimoji="0" sz="1200" b="0" i="1" u="none" strike="noStrike" kern="0" cap="none" spc="-3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data</a:t>
            </a:r>
            <a:r>
              <a:rPr kumimoji="0" sz="1200" b="0" i="1" u="none" strike="noStrike" kern="0" cap="none" spc="-4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sharing</a:t>
            </a:r>
            <a:r>
              <a:rPr kumimoji="0" sz="1200" b="0" i="1" u="none" strike="noStrike" kern="0" cap="none" spc="-3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in</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the</a:t>
            </a:r>
            <a:r>
              <a:rPr kumimoji="0" sz="1200" b="0" i="1" u="none" strike="noStrike" kern="0" cap="none" spc="-3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21st</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century</a:t>
            </a:r>
            <a:r>
              <a:rPr kumimoji="0" sz="1200" b="0" i="1" u="none" strike="noStrike" kern="0" cap="none" spc="-3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Enrico</a:t>
            </a:r>
            <a:r>
              <a:rPr kumimoji="0" sz="1200" b="0" i="1" u="none" strike="noStrike" kern="0" cap="none" spc="-1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Fucile</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(WMO),</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Jeremy</a:t>
            </a:r>
            <a:r>
              <a:rPr kumimoji="0" sz="1200" b="0" i="1" u="none" strike="noStrike" kern="0" cap="none" spc="-25" normalizeH="0" baseline="0" noProof="0" dirty="0">
                <a:ln>
                  <a:noFill/>
                </a:ln>
                <a:solidFill>
                  <a:sysClr val="windowText" lastClr="000000"/>
                </a:solidFill>
                <a:effectLst/>
                <a:uLnTx/>
                <a:uFillTx/>
                <a:latin typeface="Calibri"/>
                <a:cs typeface="Calibri"/>
              </a:rPr>
              <a:t> </a:t>
            </a:r>
            <a:r>
              <a:rPr kumimoji="0" sz="1200" b="0" i="1" u="none" strike="noStrike" kern="0" cap="none" spc="-20" normalizeH="0" baseline="0" noProof="0" dirty="0">
                <a:ln>
                  <a:noFill/>
                </a:ln>
                <a:solidFill>
                  <a:sysClr val="windowText" lastClr="000000"/>
                </a:solidFill>
                <a:effectLst/>
                <a:uLnTx/>
                <a:uFillTx/>
                <a:latin typeface="Calibri"/>
                <a:cs typeface="Calibri"/>
              </a:rPr>
              <a:t>Tandy </a:t>
            </a:r>
            <a:r>
              <a:rPr kumimoji="0" sz="1200" b="0" i="1" u="none" strike="noStrike" kern="0" cap="none" spc="0" normalizeH="0" baseline="0" noProof="0" dirty="0">
                <a:ln>
                  <a:noFill/>
                </a:ln>
                <a:solidFill>
                  <a:sysClr val="windowText" lastClr="000000"/>
                </a:solidFill>
                <a:effectLst/>
                <a:uLnTx/>
                <a:uFillTx/>
                <a:latin typeface="Calibri"/>
                <a:cs typeface="Calibri"/>
              </a:rPr>
              <a:t>(UK</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Met</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Office),</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20" normalizeH="0" baseline="0" noProof="0" dirty="0">
                <a:ln>
                  <a:noFill/>
                </a:ln>
                <a:solidFill>
                  <a:sysClr val="windowText" lastClr="000000"/>
                </a:solidFill>
                <a:effectLst/>
                <a:uLnTx/>
                <a:uFillTx/>
                <a:latin typeface="Calibri"/>
                <a:cs typeface="Calibri"/>
              </a:rPr>
              <a:t>Tom</a:t>
            </a:r>
            <a:r>
              <a:rPr kumimoji="0" sz="1200" b="0" i="1" u="none" strike="noStrike" kern="0" cap="none" spc="-30" normalizeH="0" baseline="0" noProof="0" dirty="0">
                <a:ln>
                  <a:noFill/>
                </a:ln>
                <a:solidFill>
                  <a:sysClr val="windowText" lastClr="000000"/>
                </a:solidFill>
                <a:effectLst/>
                <a:uLnTx/>
                <a:uFillTx/>
                <a:latin typeface="Calibri"/>
                <a:cs typeface="Calibri"/>
              </a:rPr>
              <a:t> </a:t>
            </a:r>
            <a:r>
              <a:rPr kumimoji="0" sz="1200" b="0" i="1" u="none" strike="noStrike" kern="0" cap="none" spc="-10" normalizeH="0" baseline="0" noProof="0" dirty="0">
                <a:ln>
                  <a:noFill/>
                </a:ln>
                <a:solidFill>
                  <a:sysClr val="windowText" lastClr="000000"/>
                </a:solidFill>
                <a:effectLst/>
                <a:uLnTx/>
                <a:uFillTx/>
                <a:latin typeface="Calibri"/>
                <a:cs typeface="Calibri"/>
              </a:rPr>
              <a:t>Kralidis</a:t>
            </a:r>
            <a:endParaRPr kumimoji="0" sz="1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5"/>
              </a:spcBef>
              <a:spcAft>
                <a:spcPts val="0"/>
              </a:spcAft>
              <a:buClrTx/>
              <a:buSzTx/>
              <a:buFontTx/>
              <a:buNone/>
              <a:tabLst/>
              <a:defRPr/>
            </a:pPr>
            <a:r>
              <a:rPr kumimoji="0" sz="1200" b="0" i="1" u="none" strike="noStrike" kern="0" cap="none" spc="-10" normalizeH="0" baseline="0" noProof="0" dirty="0">
                <a:ln>
                  <a:noFill/>
                </a:ln>
                <a:solidFill>
                  <a:sysClr val="windowText" lastClr="000000"/>
                </a:solidFill>
                <a:effectLst/>
                <a:uLnTx/>
                <a:uFillTx/>
                <a:latin typeface="Calibri"/>
                <a:cs typeface="Calibri"/>
              </a:rPr>
              <a:t>(Environment</a:t>
            </a:r>
            <a:r>
              <a:rPr kumimoji="0" sz="1200" b="0" i="1" u="none" strike="noStrike" kern="0" cap="none" spc="-2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and</a:t>
            </a:r>
            <a:r>
              <a:rPr kumimoji="0" sz="1200" b="0" i="1" u="none" strike="noStrike" kern="0" cap="none" spc="-2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Climate</a:t>
            </a:r>
            <a:r>
              <a:rPr kumimoji="0" sz="1200" b="0" i="1" u="none" strike="noStrike" kern="0" cap="none" spc="-2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Change</a:t>
            </a:r>
            <a:r>
              <a:rPr kumimoji="0" sz="1200" b="0" i="1" u="none" strike="noStrike" kern="0" cap="none" spc="-10"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Canada),</a:t>
            </a:r>
            <a:r>
              <a:rPr kumimoji="0" sz="1200" b="0" i="1" u="none" strike="noStrike" kern="0" cap="none" spc="-10" normalizeH="0" baseline="0" noProof="0" dirty="0">
                <a:ln>
                  <a:noFill/>
                </a:ln>
                <a:solidFill>
                  <a:sysClr val="windowText" lastClr="000000"/>
                </a:solidFill>
                <a:effectLst/>
                <a:uLnTx/>
                <a:uFillTx/>
                <a:latin typeface="Calibri"/>
                <a:cs typeface="Calibri"/>
              </a:rPr>
              <a:t> Rémy</a:t>
            </a:r>
            <a:r>
              <a:rPr kumimoji="0" sz="1200" b="0" i="1" u="none" strike="noStrike" kern="0" cap="none" spc="-15" normalizeH="0" baseline="0" noProof="0" dirty="0">
                <a:ln>
                  <a:noFill/>
                </a:ln>
                <a:solidFill>
                  <a:sysClr val="windowText" lastClr="000000"/>
                </a:solidFill>
                <a:effectLst/>
                <a:uLnTx/>
                <a:uFillTx/>
                <a:latin typeface="Calibri"/>
                <a:cs typeface="Calibri"/>
              </a:rPr>
              <a:t> </a:t>
            </a:r>
            <a:r>
              <a:rPr kumimoji="0" sz="1200" b="0" i="1" u="none" strike="noStrike" kern="0" cap="none" spc="0" normalizeH="0" baseline="0" noProof="0" dirty="0">
                <a:ln>
                  <a:noFill/>
                </a:ln>
                <a:solidFill>
                  <a:sysClr val="windowText" lastClr="000000"/>
                </a:solidFill>
                <a:effectLst/>
                <a:uLnTx/>
                <a:uFillTx/>
                <a:latin typeface="Calibri"/>
                <a:cs typeface="Calibri"/>
              </a:rPr>
              <a:t>Giraud</a:t>
            </a:r>
            <a:r>
              <a:rPr kumimoji="0" sz="1200" b="0" i="1" u="none" strike="noStrike" kern="0" cap="none" spc="-15" normalizeH="0" baseline="0" noProof="0" dirty="0">
                <a:ln>
                  <a:noFill/>
                </a:ln>
                <a:solidFill>
                  <a:sysClr val="windowText" lastClr="000000"/>
                </a:solidFill>
                <a:effectLst/>
                <a:uLnTx/>
                <a:uFillTx/>
                <a:latin typeface="Calibri"/>
                <a:cs typeface="Calibri"/>
              </a:rPr>
              <a:t> </a:t>
            </a:r>
            <a:r>
              <a:rPr kumimoji="0" sz="1200" b="0" i="1" u="none" strike="noStrike" kern="0" cap="none" spc="-10" normalizeH="0" baseline="0" noProof="0" dirty="0">
                <a:ln>
                  <a:noFill/>
                </a:ln>
                <a:solidFill>
                  <a:sysClr val="windowText" lastClr="000000"/>
                </a:solidFill>
                <a:effectLst/>
                <a:uLnTx/>
                <a:uFillTx/>
                <a:latin typeface="Calibri"/>
                <a:cs typeface="Calibri"/>
              </a:rPr>
              <a:t>(Météo-France)</a:t>
            </a:r>
            <a:endParaRPr kumimoji="0" sz="1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725"/>
              </a:spcBef>
              <a:spcAft>
                <a:spcPts val="0"/>
              </a:spcAft>
              <a:buClrTx/>
              <a:buSzTx/>
              <a:buFontTx/>
              <a:buNone/>
              <a:tabLst/>
              <a:defRPr/>
            </a:pPr>
            <a:r>
              <a:rPr kumimoji="0" sz="1600" b="0" i="0" u="sng" strike="noStrike" kern="0" cap="none" spc="-20" normalizeH="0" baseline="0" noProof="0" dirty="0">
                <a:ln>
                  <a:noFill/>
                </a:ln>
                <a:solidFill>
                  <a:srgbClr val="2B83CC"/>
                </a:solidFill>
                <a:effectLst/>
                <a:uLnTx/>
                <a:uFill>
                  <a:solidFill>
                    <a:srgbClr val="2B83CC"/>
                  </a:solidFill>
                </a:uFill>
                <a:latin typeface="Calibri"/>
                <a:cs typeface="Calibri"/>
                <a:hlinkClick r:id="rId2"/>
              </a:rPr>
              <a:t>https://www.ecmwf.int/en/newsletter/176/computing/wis-</a:t>
            </a:r>
            <a:r>
              <a:rPr kumimoji="0" sz="1600" b="0" i="0" u="sng" strike="noStrike" kern="0" cap="none" spc="-10" normalizeH="0" baseline="0" noProof="0" dirty="0">
                <a:ln>
                  <a:noFill/>
                </a:ln>
                <a:solidFill>
                  <a:srgbClr val="2B83CC"/>
                </a:solidFill>
                <a:effectLst/>
                <a:uLnTx/>
                <a:uFill>
                  <a:solidFill>
                    <a:srgbClr val="2B83CC"/>
                  </a:solidFill>
                </a:uFill>
                <a:latin typeface="Calibri"/>
                <a:cs typeface="Calibri"/>
                <a:hlinkClick r:id="rId2"/>
              </a:rPr>
              <a:t>20-</a:t>
            </a:r>
            <a:r>
              <a:rPr kumimoji="0" sz="1600" b="0" i="0" u="sng" strike="noStrike" kern="0" cap="none" spc="-20" normalizeH="0" baseline="0" noProof="0" dirty="0">
                <a:ln>
                  <a:noFill/>
                </a:ln>
                <a:solidFill>
                  <a:srgbClr val="2B83CC"/>
                </a:solidFill>
                <a:effectLst/>
                <a:uLnTx/>
                <a:uFill>
                  <a:solidFill>
                    <a:srgbClr val="2B83CC"/>
                  </a:solidFill>
                </a:uFill>
                <a:latin typeface="Calibri"/>
                <a:cs typeface="Calibri"/>
                <a:hlinkClick r:id="rId2"/>
              </a:rPr>
              <a:t>wmo-</a:t>
            </a:r>
            <a:r>
              <a:rPr kumimoji="0" sz="1600" b="0" i="0" u="sng" strike="noStrike" kern="0" cap="none" spc="-10" normalizeH="0" baseline="0" noProof="0" dirty="0">
                <a:ln>
                  <a:noFill/>
                </a:ln>
                <a:solidFill>
                  <a:srgbClr val="2B83CC"/>
                </a:solidFill>
                <a:effectLst/>
                <a:uLnTx/>
                <a:uFill>
                  <a:solidFill>
                    <a:srgbClr val="2B83CC"/>
                  </a:solidFill>
                </a:uFill>
                <a:latin typeface="Calibri"/>
                <a:cs typeface="Calibri"/>
                <a:hlinkClick r:id="rId2"/>
              </a:rPr>
              <a:t>data-sharing-21st-century</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918684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C72D-617B-55C6-563D-D82705E05C59}"/>
              </a:ext>
            </a:extLst>
          </p:cNvPr>
          <p:cNvSpPr>
            <a:spLocks noGrp="1"/>
          </p:cNvSpPr>
          <p:nvPr>
            <p:ph type="title"/>
          </p:nvPr>
        </p:nvSpPr>
        <p:spPr>
          <a:xfrm>
            <a:off x="670367" y="-492443"/>
            <a:ext cx="11239500" cy="492443"/>
          </a:xfrm>
        </p:spPr>
        <p:txBody>
          <a:bodyPr/>
          <a:lstStyle/>
          <a:p>
            <a:r>
              <a:rPr lang="en-US" dirty="0"/>
              <a:t> </a:t>
            </a:r>
            <a:r>
              <a:rPr lang="en-US" dirty="0">
                <a:solidFill>
                  <a:schemeClr val="tx1"/>
                </a:solidFill>
              </a:rPr>
              <a:t>Evolution of GTS</a:t>
            </a:r>
          </a:p>
        </p:txBody>
      </p:sp>
      <p:pic>
        <p:nvPicPr>
          <p:cNvPr id="4" name="Picture 3">
            <a:extLst>
              <a:ext uri="{FF2B5EF4-FFF2-40B4-BE49-F238E27FC236}">
                <a16:creationId xmlns:a16="http://schemas.microsoft.com/office/drawing/2014/main" id="{40307F6B-8CAD-2C81-9E90-D4310468DC59}"/>
              </a:ext>
            </a:extLst>
          </p:cNvPr>
          <p:cNvPicPr>
            <a:picLocks noChangeAspect="1"/>
          </p:cNvPicPr>
          <p:nvPr/>
        </p:nvPicPr>
        <p:blipFill>
          <a:blip r:embed="rId2"/>
          <a:stretch>
            <a:fillRect/>
          </a:stretch>
        </p:blipFill>
        <p:spPr>
          <a:xfrm>
            <a:off x="670367" y="228600"/>
            <a:ext cx="10851266" cy="6629400"/>
          </a:xfrm>
          <a:prstGeom prst="rect">
            <a:avLst/>
          </a:prstGeom>
        </p:spPr>
      </p:pic>
    </p:spTree>
    <p:extLst>
      <p:ext uri="{BB962C8B-B14F-4D97-AF65-F5344CB8AC3E}">
        <p14:creationId xmlns:p14="http://schemas.microsoft.com/office/powerpoint/2010/main" val="2467572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lobal telecommunication system gts">
            <a:extLst>
              <a:ext uri="{FF2B5EF4-FFF2-40B4-BE49-F238E27FC236}">
                <a16:creationId xmlns:a16="http://schemas.microsoft.com/office/drawing/2014/main" id="{BC7DAFD6-2FB0-1086-03D7-40C87A06C9A4}"/>
              </a:ext>
            </a:extLst>
          </p:cNvPr>
          <p:cNvPicPr>
            <a:picLocks noChangeAspect="1"/>
          </p:cNvPicPr>
          <p:nvPr/>
        </p:nvPicPr>
        <p:blipFill>
          <a:blip r:embed="rId2"/>
          <a:stretch>
            <a:fillRect/>
          </a:stretch>
        </p:blipFill>
        <p:spPr>
          <a:xfrm>
            <a:off x="152400" y="206448"/>
            <a:ext cx="11115675" cy="6537251"/>
          </a:xfrm>
          <a:prstGeom prst="rect">
            <a:avLst/>
          </a:prstGeom>
        </p:spPr>
      </p:pic>
    </p:spTree>
    <p:extLst>
      <p:ext uri="{BB962C8B-B14F-4D97-AF65-F5344CB8AC3E}">
        <p14:creationId xmlns:p14="http://schemas.microsoft.com/office/powerpoint/2010/main" val="2345185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AB2C-EC0E-499D-2ADF-A6977197F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541D5-768C-9B71-EDC2-14C58D5DC1E0}"/>
              </a:ext>
            </a:extLst>
          </p:cNvPr>
          <p:cNvSpPr>
            <a:spLocks noGrp="1"/>
          </p:cNvSpPr>
          <p:nvPr>
            <p:ph type="title"/>
          </p:nvPr>
        </p:nvSpPr>
        <p:spPr>
          <a:xfrm>
            <a:off x="670367" y="-492443"/>
            <a:ext cx="11239500" cy="492443"/>
          </a:xfrm>
        </p:spPr>
        <p:txBody>
          <a:bodyPr/>
          <a:lstStyle/>
          <a:p>
            <a:r>
              <a:rPr lang="en-US" dirty="0"/>
              <a:t> </a:t>
            </a:r>
            <a:r>
              <a:rPr lang="en-US" dirty="0">
                <a:solidFill>
                  <a:schemeClr val="tx1"/>
                </a:solidFill>
              </a:rPr>
              <a:t>Extract from RTH Nairobi Routing Table?</a:t>
            </a:r>
          </a:p>
        </p:txBody>
      </p:sp>
      <p:sp>
        <p:nvSpPr>
          <p:cNvPr id="5" name="TextBox 4">
            <a:extLst>
              <a:ext uri="{FF2B5EF4-FFF2-40B4-BE49-F238E27FC236}">
                <a16:creationId xmlns:a16="http://schemas.microsoft.com/office/drawing/2014/main" id="{914C20B9-255D-BFB0-6ECC-A89AB833EAE9}"/>
              </a:ext>
            </a:extLst>
          </p:cNvPr>
          <p:cNvSpPr txBox="1"/>
          <p:nvPr/>
        </p:nvSpPr>
        <p:spPr>
          <a:xfrm>
            <a:off x="1142999" y="0"/>
            <a:ext cx="10766867" cy="6463308"/>
          </a:xfrm>
          <a:prstGeom prst="rect">
            <a:avLst/>
          </a:prstGeom>
          <a:noFill/>
        </p:spPr>
        <p:txBody>
          <a:bodyPr wrap="square">
            <a:spAutoFit/>
          </a:bodyPr>
          <a:lstStyle/>
          <a:p>
            <a:pPr>
              <a:buNone/>
            </a:pPr>
            <a:r>
              <a:rPr lang="en-US" dirty="0">
                <a:latin typeface="Courier New" panose="02070309020205020404" pitchFamily="49" charset="0"/>
              </a:rPr>
              <a:t>"SMKN01 HKNC","****","EDZW"</a:t>
            </a:r>
          </a:p>
          <a:p>
            <a:pPr>
              <a:buNone/>
            </a:pPr>
            <a:r>
              <a:rPr lang="en-US" dirty="0">
                <a:latin typeface="Courier New" panose="02070309020205020404" pitchFamily="49" charset="0"/>
              </a:rPr>
              <a:t>"SMKN02 HKNC","****","EDZW","FAPR","HAAB","HTDA","HUEN"</a:t>
            </a:r>
          </a:p>
          <a:p>
            <a:pPr>
              <a:buNone/>
            </a:pPr>
            <a:r>
              <a:rPr lang="en-US" dirty="0">
                <a:latin typeface="Courier New" panose="02070309020205020404" pitchFamily="49" charset="0"/>
              </a:rPr>
              <a:t>"SMKN20 HKNC","****","EDZW"</a:t>
            </a:r>
          </a:p>
          <a:p>
            <a:pPr>
              <a:buNone/>
            </a:pPr>
            <a:r>
              <a:rPr lang="en-US" dirty="0">
                <a:latin typeface="Courier New" panose="02070309020205020404" pitchFamily="49" charset="0"/>
              </a:rPr>
              <a:t>"SMKN41 HKNC","****","FAPR","HAAB","HTDA"</a:t>
            </a:r>
          </a:p>
          <a:p>
            <a:pPr>
              <a:buNone/>
            </a:pPr>
            <a:r>
              <a:rPr lang="en-US" dirty="0">
                <a:latin typeface="Courier New" panose="02070309020205020404" pitchFamily="49" charset="0"/>
              </a:rPr>
              <a:t>"SMNI01 DNMM","****","EDZW","FAPR"</a:t>
            </a:r>
          </a:p>
          <a:p>
            <a:pPr>
              <a:buNone/>
            </a:pPr>
            <a:r>
              <a:rPr lang="en-US" dirty="0">
                <a:latin typeface="Courier New" panose="02070309020205020404" pitchFamily="49" charset="0"/>
              </a:rPr>
              <a:t>"SMRE01 FMEE","****","EDZW"</a:t>
            </a:r>
          </a:p>
          <a:p>
            <a:pPr>
              <a:buNone/>
            </a:pPr>
            <a:r>
              <a:rPr lang="en-US" dirty="0">
                <a:latin typeface="Courier New" panose="02070309020205020404" pitchFamily="49" charset="0"/>
              </a:rPr>
              <a:t>"SMRE15 FMEE","****","EDZW"</a:t>
            </a:r>
          </a:p>
          <a:p>
            <a:pPr>
              <a:buNone/>
            </a:pPr>
            <a:r>
              <a:rPr lang="en-US" dirty="0">
                <a:latin typeface="Courier New" panose="02070309020205020404" pitchFamily="49" charset="0"/>
              </a:rPr>
              <a:t>"SMRE19 FMEE","****","EDZW"</a:t>
            </a:r>
          </a:p>
          <a:p>
            <a:pPr>
              <a:buNone/>
            </a:pPr>
            <a:r>
              <a:rPr lang="en-US" dirty="0">
                <a:latin typeface="Courier New" panose="02070309020205020404" pitchFamily="49" charset="0"/>
              </a:rPr>
              <a:t>"SMRW01 HRYR","****","EDZW"</a:t>
            </a:r>
          </a:p>
          <a:p>
            <a:pPr>
              <a:buNone/>
            </a:pPr>
            <a:r>
              <a:rPr lang="en-US" dirty="0">
                <a:latin typeface="Courier New" panose="02070309020205020404" pitchFamily="49" charset="0"/>
              </a:rPr>
              <a:t>"SMRW20 HRYR","****","EDZW"</a:t>
            </a:r>
          </a:p>
          <a:p>
            <a:pPr>
              <a:buNone/>
            </a:pPr>
            <a:r>
              <a:rPr lang="en-US" dirty="0">
                <a:latin typeface="Courier New" panose="02070309020205020404" pitchFamily="49" charset="0"/>
              </a:rPr>
              <a:t>"SMRW40 HRYR","****","EDZW"</a:t>
            </a:r>
          </a:p>
          <a:p>
            <a:pPr>
              <a:buNone/>
            </a:pPr>
            <a:r>
              <a:rPr lang="en-US" dirty="0">
                <a:latin typeface="Courier New" panose="02070309020205020404" pitchFamily="49" charset="0"/>
              </a:rPr>
              <a:t>"SMSC01 FSIA","****","FAPR"</a:t>
            </a:r>
          </a:p>
          <a:p>
            <a:pPr>
              <a:buNone/>
            </a:pPr>
            <a:r>
              <a:rPr lang="en-US" dirty="0">
                <a:latin typeface="Courier New" panose="02070309020205020404" pitchFamily="49" charset="0"/>
              </a:rPr>
              <a:t>"SMSI01 HCMM","****","EDZW","FAPR"</a:t>
            </a:r>
          </a:p>
          <a:p>
            <a:pPr>
              <a:buNone/>
            </a:pPr>
            <a:r>
              <a:rPr lang="en-US" dirty="0">
                <a:latin typeface="Courier New" panose="02070309020205020404" pitchFamily="49" charset="0"/>
              </a:rPr>
              <a:t>"SMSS01 HSSJ","****","EDZW"</a:t>
            </a:r>
          </a:p>
          <a:p>
            <a:pPr>
              <a:buNone/>
            </a:pPr>
            <a:r>
              <a:rPr lang="en-US" dirty="0">
                <a:latin typeface="Courier New" panose="02070309020205020404" pitchFamily="49" charset="0"/>
              </a:rPr>
              <a:t>"SMTN01 HTDA","****","EDZW"</a:t>
            </a:r>
          </a:p>
          <a:p>
            <a:pPr>
              <a:buNone/>
            </a:pPr>
            <a:r>
              <a:rPr lang="en-US" dirty="0">
                <a:latin typeface="Courier New" panose="02070309020205020404" pitchFamily="49" charset="0"/>
              </a:rPr>
              <a:t>"SMUG40 HUEN","****","EDZW"</a:t>
            </a:r>
          </a:p>
          <a:p>
            <a:pPr>
              <a:buNone/>
            </a:pPr>
            <a:r>
              <a:rPr lang="en-US" dirty="0">
                <a:latin typeface="Courier New" panose="02070309020205020404" pitchFamily="49" charset="0"/>
              </a:rPr>
              <a:t>"SNKN01 HKNC","****","EDZW"</a:t>
            </a:r>
          </a:p>
          <a:p>
            <a:pPr>
              <a:buNone/>
            </a:pPr>
            <a:r>
              <a:rPr lang="en-US" dirty="0">
                <a:latin typeface="Courier New" panose="02070309020205020404" pitchFamily="49" charset="0"/>
              </a:rPr>
              <a:t>"SNKN20 HKNC","****","EDZW","FAPR"</a:t>
            </a:r>
          </a:p>
          <a:p>
            <a:pPr>
              <a:buNone/>
            </a:pPr>
            <a:r>
              <a:rPr lang="en-US" dirty="0">
                <a:latin typeface="Courier New" panose="02070309020205020404" pitchFamily="49" charset="0"/>
              </a:rPr>
              <a:t>"SNKN21 HKNC","****","EDZW","FAPR","HAAB","HTDA","HUEN"</a:t>
            </a:r>
          </a:p>
          <a:p>
            <a:pPr>
              <a:buNone/>
            </a:pPr>
            <a:r>
              <a:rPr lang="en-US" dirty="0">
                <a:latin typeface="Courier New" panose="02070309020205020404" pitchFamily="49" charset="0"/>
              </a:rPr>
              <a:t>"SNKN22 HKNC","****","EDZW","FAPR"</a:t>
            </a:r>
          </a:p>
          <a:p>
            <a:pPr>
              <a:buNone/>
            </a:pPr>
            <a:r>
              <a:rPr lang="en-US" dirty="0">
                <a:latin typeface="Courier New" panose="02070309020205020404" pitchFamily="49" charset="0"/>
              </a:rPr>
              <a:t>"SNKN41 HKNC","****","FAPR","HAAB","HTDA","HUEN"</a:t>
            </a:r>
          </a:p>
          <a:p>
            <a:pPr>
              <a:buNone/>
            </a:pPr>
            <a:r>
              <a:rPr lang="en-US" dirty="0">
                <a:latin typeface="Courier New" panose="02070309020205020404" pitchFamily="49" charset="0"/>
              </a:rPr>
              <a:t>"SNSS20 HSSJ","****","EDZW","FAPR"</a:t>
            </a:r>
          </a:p>
          <a:p>
            <a:pPr>
              <a:buNone/>
            </a:pPr>
            <a:r>
              <a:rPr lang="en-US" dirty="0">
                <a:latin typeface="Courier New" panose="02070309020205020404" pitchFamily="49" charset="0"/>
              </a:rPr>
              <a:t>"SNTN20 HTDA","****","EDZW"</a:t>
            </a:r>
          </a:p>
        </p:txBody>
      </p:sp>
    </p:spTree>
    <p:extLst>
      <p:ext uri="{BB962C8B-B14F-4D97-AF65-F5344CB8AC3E}">
        <p14:creationId xmlns:p14="http://schemas.microsoft.com/office/powerpoint/2010/main" val="184636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32945" y="6558915"/>
            <a:ext cx="58419" cy="114300"/>
          </a:xfrm>
          <a:prstGeom prst="rect">
            <a:avLst/>
          </a:prstGeom>
        </p:spPr>
        <p:txBody>
          <a:bodyPr vert="horz" wrap="square" lIns="0" tIns="0" rIns="0" bIns="0" rtlCol="0">
            <a:spAutoFit/>
          </a:bodyPr>
          <a:lstStyle/>
          <a:p>
            <a:pPr>
              <a:lnSpc>
                <a:spcPts val="855"/>
              </a:lnSpc>
            </a:pPr>
            <a:r>
              <a:rPr sz="900" spc="-50" dirty="0">
                <a:latin typeface="Calibri"/>
                <a:cs typeface="Calibri"/>
                <a:hlinkClick r:id="rId2"/>
              </a:rPr>
              <a:t>3</a:t>
            </a:r>
            <a:endParaRPr sz="900">
              <a:latin typeface="Calibri"/>
              <a:cs typeface="Calibri"/>
            </a:endParaRPr>
          </a:p>
        </p:txBody>
      </p:sp>
      <p:sp>
        <p:nvSpPr>
          <p:cNvPr id="3" name="object 3" descr="$PPTXTitle"/>
          <p:cNvSpPr txBox="1">
            <a:spLocks noGrp="1"/>
          </p:cNvSpPr>
          <p:nvPr>
            <p:ph type="title"/>
          </p:nvPr>
        </p:nvSpPr>
        <p:spPr>
          <a:xfrm>
            <a:off x="383667" y="277591"/>
            <a:ext cx="10179306" cy="443070"/>
          </a:xfrm>
          <a:prstGeom prst="rect">
            <a:avLst/>
          </a:prstGeom>
        </p:spPr>
        <p:txBody>
          <a:bodyPr vert="horz" wrap="square" lIns="0" tIns="12065" rIns="0" bIns="0" rtlCol="0">
            <a:spAutoFit/>
          </a:bodyPr>
          <a:lstStyle/>
          <a:p>
            <a:pPr marL="12700">
              <a:lnSpc>
                <a:spcPct val="100000"/>
              </a:lnSpc>
              <a:spcBef>
                <a:spcPts val="95"/>
              </a:spcBef>
            </a:pPr>
            <a:r>
              <a:rPr lang="en-US" sz="2800" b="0" spc="-10" dirty="0">
                <a:solidFill>
                  <a:srgbClr val="005BAA"/>
                </a:solidFill>
              </a:rPr>
              <a:t>Global Telecommunication System</a:t>
            </a:r>
            <a:r>
              <a:rPr sz="2800" b="0" spc="-75" dirty="0">
                <a:solidFill>
                  <a:srgbClr val="005BAA"/>
                </a:solidFill>
                <a:latin typeface="Calibri"/>
                <a:cs typeface="Calibri"/>
              </a:rPr>
              <a:t> </a:t>
            </a:r>
            <a:r>
              <a:rPr lang="en-US" sz="2800" b="0" spc="-75" dirty="0">
                <a:solidFill>
                  <a:srgbClr val="005BAA"/>
                </a:solidFill>
                <a:latin typeface="Calibri"/>
                <a:cs typeface="Calibri"/>
              </a:rPr>
              <a:t>(</a:t>
            </a:r>
            <a:r>
              <a:rPr sz="2800" b="0" dirty="0">
                <a:solidFill>
                  <a:srgbClr val="005BAA"/>
                </a:solidFill>
                <a:latin typeface="Calibri"/>
                <a:cs typeface="Calibri"/>
              </a:rPr>
              <a:t>GTS</a:t>
            </a:r>
            <a:r>
              <a:rPr lang="en-US" sz="2800" b="0" dirty="0">
                <a:solidFill>
                  <a:srgbClr val="005BAA"/>
                </a:solidFill>
                <a:latin typeface="Calibri"/>
                <a:cs typeface="Calibri"/>
              </a:rPr>
              <a:t>)</a:t>
            </a:r>
            <a:r>
              <a:rPr sz="2800" b="0" spc="-95" dirty="0">
                <a:solidFill>
                  <a:srgbClr val="005BAA"/>
                </a:solidFill>
                <a:latin typeface="Calibri"/>
                <a:cs typeface="Calibri"/>
              </a:rPr>
              <a:t> </a:t>
            </a:r>
            <a:r>
              <a:rPr lang="en-US" sz="2800" b="0" spc="-50" dirty="0">
                <a:solidFill>
                  <a:srgbClr val="005BAA"/>
                </a:solidFill>
              </a:rPr>
              <a:t> and WIS 1.0</a:t>
            </a:r>
            <a:endParaRPr sz="2800" dirty="0">
              <a:latin typeface="Calibri"/>
              <a:cs typeface="Calibri"/>
            </a:endParaRPr>
          </a:p>
        </p:txBody>
      </p:sp>
      <p:sp>
        <p:nvSpPr>
          <p:cNvPr id="4" name="object 4"/>
          <p:cNvSpPr txBox="1"/>
          <p:nvPr/>
        </p:nvSpPr>
        <p:spPr>
          <a:xfrm>
            <a:off x="358267" y="551514"/>
            <a:ext cx="11670157" cy="5910592"/>
          </a:xfrm>
          <a:prstGeom prst="rect">
            <a:avLst/>
          </a:prstGeom>
        </p:spPr>
        <p:txBody>
          <a:bodyPr vert="horz" wrap="square" lIns="0" tIns="41910" rIns="0" bIns="0" rtlCol="0">
            <a:spAutoFit/>
          </a:bodyPr>
          <a:lstStyle/>
          <a:p>
            <a:pPr marL="12700" marR="124460">
              <a:lnSpc>
                <a:spcPts val="1839"/>
              </a:lnSpc>
              <a:spcBef>
                <a:spcPts val="330"/>
              </a:spcBef>
            </a:pPr>
            <a:endParaRPr lang="en-US" sz="1700" b="1" dirty="0">
              <a:solidFill>
                <a:srgbClr val="47525B"/>
              </a:solidFill>
              <a:latin typeface="Calibri"/>
              <a:cs typeface="Calibri"/>
            </a:endParaRPr>
          </a:p>
          <a:p>
            <a:pPr fontAlgn="t">
              <a:lnSpc>
                <a:spcPct val="100000"/>
              </a:lnSpc>
              <a:buNone/>
            </a:pPr>
            <a:r>
              <a:rPr lang="en-US" sz="1800" b="1" i="0" dirty="0">
                <a:effectLst/>
                <a:latin typeface="Calibri" panose="020F0502020204030204" pitchFamily="34" charset="0"/>
                <a:ea typeface="Calibri" panose="020F0502020204030204" pitchFamily="34" charset="0"/>
                <a:cs typeface="Calibri" panose="020F0502020204030204" pitchFamily="34" charset="0"/>
              </a:rPr>
              <a:t>Data exchange within the GTS is based on a "store-and-forward" architecture.</a:t>
            </a:r>
            <a:r>
              <a:rPr lang="en-US" sz="1800" b="0" i="0" dirty="0">
                <a:effectLst/>
                <a:latin typeface="Calibri" panose="020F0502020204030204" pitchFamily="34" charset="0"/>
                <a:ea typeface="Calibri" panose="020F0502020204030204" pitchFamily="34" charset="0"/>
                <a:cs typeface="Calibri" panose="020F0502020204030204" pitchFamily="34" charset="0"/>
              </a:rPr>
              <a:t> Messages are received, stored, and forwarded between </a:t>
            </a:r>
            <a:r>
              <a:rPr lang="en-US" sz="1800" b="0" i="0" dirty="0" err="1">
                <a:effectLst/>
                <a:latin typeface="Calibri" panose="020F0502020204030204" pitchFamily="34" charset="0"/>
                <a:ea typeface="Calibri" panose="020F0502020204030204" pitchFamily="34" charset="0"/>
                <a:cs typeface="Calibri" panose="020F0502020204030204" pitchFamily="34" charset="0"/>
              </a:rPr>
              <a:t>centres</a:t>
            </a:r>
            <a:r>
              <a:rPr lang="en-US" sz="1800" b="0" i="0" dirty="0">
                <a:effectLst/>
                <a:latin typeface="Calibri" panose="020F0502020204030204" pitchFamily="34" charset="0"/>
                <a:ea typeface="Calibri" panose="020F0502020204030204" pitchFamily="34" charset="0"/>
                <a:cs typeface="Calibri" panose="020F0502020204030204" pitchFamily="34" charset="0"/>
              </a:rPr>
              <a:t> through a point-to-point network topology designed in 1969 and still largely in use today. While this private-network infrastructure has historically been reliable and provided the high availability required for communications between NMHSs, modern Internet technologies can now deliver similar resilience at a lower cost and with greater flexibility.</a:t>
            </a:r>
          </a:p>
          <a:p>
            <a:pPr fontAlgn="t">
              <a:lnSpc>
                <a:spcPct val="100000"/>
              </a:lnSpc>
              <a:buNone/>
            </a:pPr>
            <a:r>
              <a:rPr lang="en-US" sz="1800" b="1" i="0" dirty="0">
                <a:effectLst/>
                <a:latin typeface="Segoe UI" panose="020B0502040204020203" pitchFamily="34" charset="0"/>
              </a:rPr>
              <a:t>In the GTS, messages are routed across the network using identifiers known as "GTS headers."</a:t>
            </a:r>
            <a:r>
              <a:rPr lang="en-US" sz="1800" b="0" i="0" dirty="0">
                <a:effectLst/>
                <a:latin typeface="Segoe UI" panose="020B0502040204020203" pitchFamily="34" charset="0"/>
              </a:rPr>
              <a:t> These headers consist of six-letter groups that are statically assigned to bulletins. Routing tables maintained at each transmission </a:t>
            </a:r>
            <a:r>
              <a:rPr lang="en-US" sz="1800" b="0" i="0" dirty="0" err="1">
                <a:effectLst/>
                <a:latin typeface="Segoe UI" panose="020B0502040204020203" pitchFamily="34" charset="0"/>
              </a:rPr>
              <a:t>centre</a:t>
            </a:r>
            <a:r>
              <a:rPr lang="en-US" sz="1800" b="0" i="0" dirty="0">
                <a:effectLst/>
                <a:latin typeface="Segoe UI" panose="020B0502040204020203" pitchFamily="34" charset="0"/>
              </a:rPr>
              <a:t> use these headers to direct messages along predefined paths through the network. </a:t>
            </a:r>
            <a:r>
              <a:rPr lang="en-US" sz="1800" b="1" i="0" dirty="0">
                <a:effectLst/>
                <a:latin typeface="Segoe UI" panose="020B0502040204020203" pitchFamily="34" charset="0"/>
              </a:rPr>
              <a:t>However, the static nature of the routing tables and the limited syntax of GTS identifiers make the system increasingly difficult to scale in the face of rapidly growing data volumes and expanding data diversity.</a:t>
            </a:r>
            <a:endParaRPr lang="en-US" sz="1800" b="0" i="0" dirty="0">
              <a:effectLst/>
              <a:latin typeface="Segoe UI" panose="020B0502040204020203" pitchFamily="34" charset="0"/>
            </a:endParaRPr>
          </a:p>
          <a:p>
            <a:pPr fontAlgn="t">
              <a:lnSpc>
                <a:spcPct val="100000"/>
              </a:lnSpc>
              <a:buNone/>
            </a:pPr>
            <a:r>
              <a:rPr lang="en-US" sz="1800" b="0" i="0" dirty="0">
                <a:effectLst/>
                <a:latin typeface="Segoe UI" panose="020B0502040204020203" pitchFamily="34" charset="0"/>
              </a:rPr>
              <a:t>The GTS relies on Regional Telecommunication Hubs for data exchange coordination among WMO Members, creating potential single points of failure due to technical or geopolitical</a:t>
            </a:r>
          </a:p>
          <a:p>
            <a:pPr fontAlgn="t"/>
            <a:endParaRPr lang="en-US" sz="1800" b="0" i="0" dirty="0">
              <a:effectLst/>
              <a:latin typeface="Segoe UI" panose="020B0502040204020203" pitchFamily="34" charset="0"/>
            </a:endParaRPr>
          </a:p>
          <a:p>
            <a:pPr fontAlgn="t"/>
            <a:r>
              <a:rPr lang="en-US" sz="1800" b="0" i="0" dirty="0">
                <a:effectLst/>
                <a:latin typeface="Segoe UI" panose="020B0502040204020203" pitchFamily="34" charset="0"/>
              </a:rPr>
              <a:t>In 2007, the WMO Information System (WIS) was introduced to complement the GTS by providing a searchable catalogue and global cache for data discovery, access, and retrieval. However, its success was limited, as it only partially achieved the goal of simplifying access to WMO data.</a:t>
            </a:r>
            <a:endParaRPr lang="en-US" sz="2400" b="0" i="0" dirty="0">
              <a:effectLst/>
              <a:latin typeface="+mj-lt"/>
            </a:endParaRPr>
          </a:p>
          <a:p>
            <a:pPr fontAlgn="t"/>
            <a:r>
              <a:rPr lang="en-US" sz="2400" b="0" i="0" dirty="0">
                <a:effectLst/>
                <a:latin typeface="+mj-lt"/>
              </a:rPr>
              <a:t>Internet and web technologies can address many of the fundamental limitations of the current </a:t>
            </a:r>
            <a:r>
              <a:rPr lang="en-US" sz="2800" b="0" i="0" dirty="0">
                <a:effectLst/>
                <a:latin typeface="+mj-lt"/>
              </a:rPr>
              <a:t>GTS architecture.</a:t>
            </a:r>
          </a:p>
          <a:p>
            <a:pPr marL="12700" marR="598805">
              <a:lnSpc>
                <a:spcPct val="100000"/>
              </a:lnSpc>
              <a:spcBef>
                <a:spcPts val="950"/>
              </a:spcBef>
            </a:pPr>
            <a:endParaRPr lang="en-US" sz="1800" b="0" i="0" dirty="0">
              <a:effectLst/>
              <a:latin typeface="Segoe UI" panose="020B0502040204020203" pitchFamily="34" charset="0"/>
            </a:endParaRPr>
          </a:p>
        </p:txBody>
      </p:sp>
      <p:sp>
        <p:nvSpPr>
          <p:cNvPr id="5" name="object 5"/>
          <p:cNvSpPr/>
          <p:nvPr/>
        </p:nvSpPr>
        <p:spPr>
          <a:xfrm>
            <a:off x="4108196" y="6445310"/>
            <a:ext cx="8084184" cy="339090"/>
          </a:xfrm>
          <a:custGeom>
            <a:avLst/>
            <a:gdLst/>
            <a:ahLst/>
            <a:cxnLst/>
            <a:rect l="l" t="t" r="r" b="b"/>
            <a:pathLst>
              <a:path w="8084184" h="339090">
                <a:moveTo>
                  <a:pt x="8083804" y="0"/>
                </a:moveTo>
                <a:lnTo>
                  <a:pt x="0" y="0"/>
                </a:lnTo>
                <a:lnTo>
                  <a:pt x="0" y="338556"/>
                </a:lnTo>
                <a:lnTo>
                  <a:pt x="8083804" y="338556"/>
                </a:lnTo>
                <a:lnTo>
                  <a:pt x="8083804" y="0"/>
                </a:lnTo>
                <a:close/>
              </a:path>
            </a:pathLst>
          </a:custGeom>
          <a:solidFill>
            <a:srgbClr val="FFFFFF"/>
          </a:solidFill>
        </p:spPr>
        <p:txBody>
          <a:bodyPr wrap="square" lIns="0" tIns="0" rIns="0" bIns="0" rtlCol="0"/>
          <a:lstStyle/>
          <a:p>
            <a:endParaRPr/>
          </a:p>
        </p:txBody>
      </p:sp>
      <p:sp>
        <p:nvSpPr>
          <p:cNvPr id="6" name="object 6"/>
          <p:cNvSpPr txBox="1"/>
          <p:nvPr/>
        </p:nvSpPr>
        <p:spPr>
          <a:xfrm>
            <a:off x="4187444" y="6008319"/>
            <a:ext cx="7828280" cy="727710"/>
          </a:xfrm>
          <a:prstGeom prst="rect">
            <a:avLst/>
          </a:prstGeom>
        </p:spPr>
        <p:txBody>
          <a:bodyPr vert="horz" wrap="square" lIns="0" tIns="12700" rIns="0" bIns="0" rtlCol="0">
            <a:spAutoFit/>
          </a:bodyPr>
          <a:lstStyle/>
          <a:p>
            <a:pPr marL="12700">
              <a:lnSpc>
                <a:spcPct val="100000"/>
              </a:lnSpc>
              <a:spcBef>
                <a:spcPts val="100"/>
              </a:spcBef>
            </a:pPr>
            <a:r>
              <a:rPr sz="1200" i="1" dirty="0">
                <a:latin typeface="Calibri"/>
                <a:cs typeface="Calibri"/>
              </a:rPr>
              <a:t>WIS</a:t>
            </a:r>
            <a:r>
              <a:rPr sz="1200" i="1" spc="-45" dirty="0">
                <a:latin typeface="Calibri"/>
                <a:cs typeface="Calibri"/>
              </a:rPr>
              <a:t> </a:t>
            </a:r>
            <a:r>
              <a:rPr sz="1200" i="1" dirty="0">
                <a:latin typeface="Calibri"/>
                <a:cs typeface="Calibri"/>
              </a:rPr>
              <a:t>2.0:</a:t>
            </a:r>
            <a:r>
              <a:rPr sz="1200" i="1" spc="-20" dirty="0">
                <a:latin typeface="Calibri"/>
                <a:cs typeface="Calibri"/>
              </a:rPr>
              <a:t> </a:t>
            </a:r>
            <a:r>
              <a:rPr sz="1200" i="1" dirty="0">
                <a:latin typeface="Calibri"/>
                <a:cs typeface="Calibri"/>
              </a:rPr>
              <a:t>WMO</a:t>
            </a:r>
            <a:r>
              <a:rPr sz="1200" i="1" spc="-35" dirty="0">
                <a:latin typeface="Calibri"/>
                <a:cs typeface="Calibri"/>
              </a:rPr>
              <a:t> </a:t>
            </a:r>
            <a:r>
              <a:rPr sz="1200" i="1" dirty="0">
                <a:latin typeface="Calibri"/>
                <a:cs typeface="Calibri"/>
              </a:rPr>
              <a:t>data</a:t>
            </a:r>
            <a:r>
              <a:rPr sz="1200" i="1" spc="-40" dirty="0">
                <a:latin typeface="Calibri"/>
                <a:cs typeface="Calibri"/>
              </a:rPr>
              <a:t> </a:t>
            </a:r>
            <a:r>
              <a:rPr sz="1200" i="1" dirty="0">
                <a:latin typeface="Calibri"/>
                <a:cs typeface="Calibri"/>
              </a:rPr>
              <a:t>sharing</a:t>
            </a:r>
            <a:r>
              <a:rPr sz="1200" i="1" spc="-35" dirty="0">
                <a:latin typeface="Calibri"/>
                <a:cs typeface="Calibri"/>
              </a:rPr>
              <a:t> </a:t>
            </a:r>
            <a:r>
              <a:rPr sz="1200" i="1" dirty="0">
                <a:latin typeface="Calibri"/>
                <a:cs typeface="Calibri"/>
              </a:rPr>
              <a:t>in</a:t>
            </a:r>
            <a:r>
              <a:rPr sz="1200" i="1" spc="-30" dirty="0">
                <a:latin typeface="Calibri"/>
                <a:cs typeface="Calibri"/>
              </a:rPr>
              <a:t> </a:t>
            </a:r>
            <a:r>
              <a:rPr sz="1200" i="1" dirty="0">
                <a:latin typeface="Calibri"/>
                <a:cs typeface="Calibri"/>
              </a:rPr>
              <a:t>the</a:t>
            </a:r>
            <a:r>
              <a:rPr sz="1200" i="1" spc="-35" dirty="0">
                <a:latin typeface="Calibri"/>
                <a:cs typeface="Calibri"/>
              </a:rPr>
              <a:t> </a:t>
            </a:r>
            <a:r>
              <a:rPr sz="1200" i="1" dirty="0">
                <a:latin typeface="Calibri"/>
                <a:cs typeface="Calibri"/>
              </a:rPr>
              <a:t>21st</a:t>
            </a:r>
            <a:r>
              <a:rPr sz="1200" i="1" spc="-30" dirty="0">
                <a:latin typeface="Calibri"/>
                <a:cs typeface="Calibri"/>
              </a:rPr>
              <a:t> </a:t>
            </a:r>
            <a:r>
              <a:rPr sz="1200" i="1" dirty="0">
                <a:latin typeface="Calibri"/>
                <a:cs typeface="Calibri"/>
              </a:rPr>
              <a:t>century</a:t>
            </a:r>
            <a:r>
              <a:rPr sz="1200" i="1" spc="-35" dirty="0">
                <a:latin typeface="Calibri"/>
                <a:cs typeface="Calibri"/>
              </a:rPr>
              <a:t> </a:t>
            </a:r>
            <a:r>
              <a:rPr sz="1200" i="1" dirty="0">
                <a:latin typeface="Calibri"/>
                <a:cs typeface="Calibri"/>
              </a:rPr>
              <a:t>Enrico</a:t>
            </a:r>
            <a:r>
              <a:rPr sz="1200" i="1" spc="-15" dirty="0">
                <a:latin typeface="Calibri"/>
                <a:cs typeface="Calibri"/>
              </a:rPr>
              <a:t> </a:t>
            </a:r>
            <a:r>
              <a:rPr sz="1200" i="1" dirty="0">
                <a:latin typeface="Calibri"/>
                <a:cs typeface="Calibri"/>
              </a:rPr>
              <a:t>Fucile</a:t>
            </a:r>
            <a:r>
              <a:rPr sz="1200" i="1" spc="-30" dirty="0">
                <a:latin typeface="Calibri"/>
                <a:cs typeface="Calibri"/>
              </a:rPr>
              <a:t> </a:t>
            </a:r>
            <a:r>
              <a:rPr sz="1200" i="1" dirty="0">
                <a:latin typeface="Calibri"/>
                <a:cs typeface="Calibri"/>
              </a:rPr>
              <a:t>(WMO),</a:t>
            </a:r>
            <a:r>
              <a:rPr sz="1200" i="1" spc="-30" dirty="0">
                <a:latin typeface="Calibri"/>
                <a:cs typeface="Calibri"/>
              </a:rPr>
              <a:t> </a:t>
            </a:r>
            <a:r>
              <a:rPr sz="1200" i="1" dirty="0">
                <a:latin typeface="Calibri"/>
                <a:cs typeface="Calibri"/>
              </a:rPr>
              <a:t>Jeremy</a:t>
            </a:r>
            <a:r>
              <a:rPr sz="1200" i="1" spc="-25" dirty="0">
                <a:latin typeface="Calibri"/>
                <a:cs typeface="Calibri"/>
              </a:rPr>
              <a:t> </a:t>
            </a:r>
            <a:r>
              <a:rPr sz="1200" i="1" spc="-20" dirty="0">
                <a:latin typeface="Calibri"/>
                <a:cs typeface="Calibri"/>
              </a:rPr>
              <a:t>Tandy </a:t>
            </a:r>
            <a:r>
              <a:rPr sz="1200" i="1" dirty="0">
                <a:latin typeface="Calibri"/>
                <a:cs typeface="Calibri"/>
              </a:rPr>
              <a:t>(UK</a:t>
            </a:r>
            <a:r>
              <a:rPr sz="1200" i="1" spc="-30" dirty="0">
                <a:latin typeface="Calibri"/>
                <a:cs typeface="Calibri"/>
              </a:rPr>
              <a:t> </a:t>
            </a:r>
            <a:r>
              <a:rPr sz="1200" i="1" dirty="0">
                <a:latin typeface="Calibri"/>
                <a:cs typeface="Calibri"/>
              </a:rPr>
              <a:t>Met</a:t>
            </a:r>
            <a:r>
              <a:rPr sz="1200" i="1" spc="-30" dirty="0">
                <a:latin typeface="Calibri"/>
                <a:cs typeface="Calibri"/>
              </a:rPr>
              <a:t> </a:t>
            </a:r>
            <a:r>
              <a:rPr sz="1200" i="1" dirty="0">
                <a:latin typeface="Calibri"/>
                <a:cs typeface="Calibri"/>
              </a:rPr>
              <a:t>Office),</a:t>
            </a:r>
            <a:r>
              <a:rPr sz="1200" i="1" spc="-30" dirty="0">
                <a:latin typeface="Calibri"/>
                <a:cs typeface="Calibri"/>
              </a:rPr>
              <a:t> </a:t>
            </a:r>
            <a:r>
              <a:rPr sz="1200" i="1" spc="-20" dirty="0">
                <a:latin typeface="Calibri"/>
                <a:cs typeface="Calibri"/>
              </a:rPr>
              <a:t>Tom</a:t>
            </a:r>
            <a:r>
              <a:rPr sz="1200" i="1" spc="-30" dirty="0">
                <a:latin typeface="Calibri"/>
                <a:cs typeface="Calibri"/>
              </a:rPr>
              <a:t> </a:t>
            </a:r>
            <a:r>
              <a:rPr sz="1200" i="1" spc="-10" dirty="0">
                <a:latin typeface="Calibri"/>
                <a:cs typeface="Calibri"/>
              </a:rPr>
              <a:t>Kralidis</a:t>
            </a:r>
            <a:endParaRPr sz="1200">
              <a:latin typeface="Calibri"/>
              <a:cs typeface="Calibri"/>
            </a:endParaRPr>
          </a:p>
          <a:p>
            <a:pPr marL="12700">
              <a:lnSpc>
                <a:spcPct val="100000"/>
              </a:lnSpc>
              <a:spcBef>
                <a:spcPts val="5"/>
              </a:spcBef>
            </a:pPr>
            <a:r>
              <a:rPr sz="1200" i="1" spc="-10" dirty="0">
                <a:latin typeface="Calibri"/>
                <a:cs typeface="Calibri"/>
              </a:rPr>
              <a:t>(Environment</a:t>
            </a:r>
            <a:r>
              <a:rPr sz="1200" i="1" spc="-20" dirty="0">
                <a:latin typeface="Calibri"/>
                <a:cs typeface="Calibri"/>
              </a:rPr>
              <a:t> </a:t>
            </a:r>
            <a:r>
              <a:rPr sz="1200" i="1" dirty="0">
                <a:latin typeface="Calibri"/>
                <a:cs typeface="Calibri"/>
              </a:rPr>
              <a:t>and</a:t>
            </a:r>
            <a:r>
              <a:rPr sz="1200" i="1" spc="-25" dirty="0">
                <a:latin typeface="Calibri"/>
                <a:cs typeface="Calibri"/>
              </a:rPr>
              <a:t> </a:t>
            </a:r>
            <a:r>
              <a:rPr sz="1200" i="1" dirty="0">
                <a:latin typeface="Calibri"/>
                <a:cs typeface="Calibri"/>
              </a:rPr>
              <a:t>Climate</a:t>
            </a:r>
            <a:r>
              <a:rPr sz="1200" i="1" spc="-25" dirty="0">
                <a:latin typeface="Calibri"/>
                <a:cs typeface="Calibri"/>
              </a:rPr>
              <a:t> </a:t>
            </a:r>
            <a:r>
              <a:rPr sz="1200" i="1" dirty="0">
                <a:latin typeface="Calibri"/>
                <a:cs typeface="Calibri"/>
              </a:rPr>
              <a:t>Change</a:t>
            </a:r>
            <a:r>
              <a:rPr sz="1200" i="1" spc="-10" dirty="0">
                <a:latin typeface="Calibri"/>
                <a:cs typeface="Calibri"/>
              </a:rPr>
              <a:t> </a:t>
            </a:r>
            <a:r>
              <a:rPr sz="1200" i="1" dirty="0">
                <a:latin typeface="Calibri"/>
                <a:cs typeface="Calibri"/>
              </a:rPr>
              <a:t>Canada),</a:t>
            </a:r>
            <a:r>
              <a:rPr sz="1200" i="1" spc="-10" dirty="0">
                <a:latin typeface="Calibri"/>
                <a:cs typeface="Calibri"/>
              </a:rPr>
              <a:t> Rémy</a:t>
            </a:r>
            <a:r>
              <a:rPr sz="1200" i="1" spc="-15" dirty="0">
                <a:latin typeface="Calibri"/>
                <a:cs typeface="Calibri"/>
              </a:rPr>
              <a:t> </a:t>
            </a:r>
            <a:r>
              <a:rPr sz="1200" i="1" dirty="0">
                <a:latin typeface="Calibri"/>
                <a:cs typeface="Calibri"/>
              </a:rPr>
              <a:t>Giraud</a:t>
            </a:r>
            <a:r>
              <a:rPr sz="1200" i="1" spc="-15" dirty="0">
                <a:latin typeface="Calibri"/>
                <a:cs typeface="Calibri"/>
              </a:rPr>
              <a:t> </a:t>
            </a:r>
            <a:r>
              <a:rPr sz="1200" i="1" spc="-10" dirty="0">
                <a:latin typeface="Calibri"/>
                <a:cs typeface="Calibri"/>
              </a:rPr>
              <a:t>(Météo-France)</a:t>
            </a:r>
            <a:endParaRPr sz="1200">
              <a:latin typeface="Calibri"/>
              <a:cs typeface="Calibri"/>
            </a:endParaRPr>
          </a:p>
          <a:p>
            <a:pPr marL="12700">
              <a:lnSpc>
                <a:spcPct val="100000"/>
              </a:lnSpc>
              <a:spcBef>
                <a:spcPts val="725"/>
              </a:spcBef>
            </a:pPr>
            <a:r>
              <a:rPr sz="1600" u="sng" spc="-20" dirty="0">
                <a:solidFill>
                  <a:srgbClr val="2B83CC"/>
                </a:solidFill>
                <a:uFill>
                  <a:solidFill>
                    <a:srgbClr val="2B83CC"/>
                  </a:solidFill>
                </a:uFill>
                <a:latin typeface="Calibri"/>
                <a:cs typeface="Calibri"/>
                <a:hlinkClick r:id="rId2"/>
              </a:rPr>
              <a:t>https://www.ecmwf.int/en/newsletter/176/computing/wis-</a:t>
            </a:r>
            <a:r>
              <a:rPr sz="1600" u="sng" spc="-10" dirty="0">
                <a:solidFill>
                  <a:srgbClr val="2B83CC"/>
                </a:solidFill>
                <a:uFill>
                  <a:solidFill>
                    <a:srgbClr val="2B83CC"/>
                  </a:solidFill>
                </a:uFill>
                <a:latin typeface="Calibri"/>
                <a:cs typeface="Calibri"/>
                <a:hlinkClick r:id="rId2"/>
              </a:rPr>
              <a:t>20-</a:t>
            </a:r>
            <a:r>
              <a:rPr sz="1600" u="sng" spc="-20" dirty="0">
                <a:solidFill>
                  <a:srgbClr val="2B83CC"/>
                </a:solidFill>
                <a:uFill>
                  <a:solidFill>
                    <a:srgbClr val="2B83CC"/>
                  </a:solidFill>
                </a:uFill>
                <a:latin typeface="Calibri"/>
                <a:cs typeface="Calibri"/>
                <a:hlinkClick r:id="rId2"/>
              </a:rPr>
              <a:t>wmo-</a:t>
            </a:r>
            <a:r>
              <a:rPr sz="1600" u="sng" spc="-10" dirty="0">
                <a:solidFill>
                  <a:srgbClr val="2B83CC"/>
                </a:solidFill>
                <a:uFill>
                  <a:solidFill>
                    <a:srgbClr val="2B83CC"/>
                  </a:solidFill>
                </a:uFill>
                <a:latin typeface="Calibri"/>
                <a:cs typeface="Calibri"/>
                <a:hlinkClick r:id="rId2"/>
              </a:rPr>
              <a:t>data-sharing-21st-century</a:t>
            </a:r>
            <a:endParaRPr sz="16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387472"/>
            <a:ext cx="2089926" cy="2470526"/>
          </a:xfrm>
          <a:prstGeom prst="rect">
            <a:avLst/>
          </a:prstGeom>
        </p:spPr>
      </p:pic>
      <p:sp>
        <p:nvSpPr>
          <p:cNvPr id="3" name="object 3"/>
          <p:cNvSpPr/>
          <p:nvPr/>
        </p:nvSpPr>
        <p:spPr>
          <a:xfrm>
            <a:off x="3175" y="-62"/>
            <a:ext cx="12188825" cy="90170"/>
          </a:xfrm>
          <a:custGeom>
            <a:avLst/>
            <a:gdLst/>
            <a:ahLst/>
            <a:cxnLst/>
            <a:rect l="l" t="t" r="r" b="b"/>
            <a:pathLst>
              <a:path w="12188825" h="90170">
                <a:moveTo>
                  <a:pt x="0" y="62"/>
                </a:moveTo>
                <a:lnTo>
                  <a:pt x="0" y="90105"/>
                </a:lnTo>
                <a:lnTo>
                  <a:pt x="12188825" y="90105"/>
                </a:lnTo>
                <a:lnTo>
                  <a:pt x="12188825" y="0"/>
                </a:lnTo>
                <a:lnTo>
                  <a:pt x="0" y="62"/>
                </a:lnTo>
                <a:close/>
              </a:path>
            </a:pathLst>
          </a:custGeom>
          <a:solidFill>
            <a:srgbClr val="4471C4"/>
          </a:solidFill>
        </p:spPr>
        <p:txBody>
          <a:bodyPr wrap="square" lIns="0" tIns="0" rIns="0" bIns="0" rtlCol="0"/>
          <a:lstStyle/>
          <a:p>
            <a:endParaRPr/>
          </a:p>
        </p:txBody>
      </p:sp>
      <p:sp>
        <p:nvSpPr>
          <p:cNvPr id="4" name="object 4"/>
          <p:cNvSpPr txBox="1"/>
          <p:nvPr/>
        </p:nvSpPr>
        <p:spPr>
          <a:xfrm>
            <a:off x="11620245" y="6517640"/>
            <a:ext cx="83820" cy="162560"/>
          </a:xfrm>
          <a:prstGeom prst="rect">
            <a:avLst/>
          </a:prstGeom>
        </p:spPr>
        <p:txBody>
          <a:bodyPr vert="horz" wrap="square" lIns="0" tIns="12700" rIns="0" bIns="0" rtlCol="0">
            <a:spAutoFit/>
          </a:bodyPr>
          <a:lstStyle/>
          <a:p>
            <a:pPr marL="12700">
              <a:lnSpc>
                <a:spcPct val="100000"/>
              </a:lnSpc>
              <a:spcBef>
                <a:spcPts val="100"/>
              </a:spcBef>
            </a:pPr>
            <a:r>
              <a:rPr sz="900" spc="-50" dirty="0">
                <a:latin typeface="Calibri"/>
                <a:cs typeface="Calibri"/>
              </a:rPr>
              <a:t>5</a:t>
            </a:r>
            <a:endParaRPr sz="900">
              <a:latin typeface="Calibri"/>
              <a:cs typeface="Calibri"/>
            </a:endParaRPr>
          </a:p>
        </p:txBody>
      </p:sp>
      <p:sp>
        <p:nvSpPr>
          <p:cNvPr id="5" name="object 5"/>
          <p:cNvSpPr/>
          <p:nvPr/>
        </p:nvSpPr>
        <p:spPr>
          <a:xfrm>
            <a:off x="7364348" y="930655"/>
            <a:ext cx="4749165" cy="2773680"/>
          </a:xfrm>
          <a:custGeom>
            <a:avLst/>
            <a:gdLst/>
            <a:ahLst/>
            <a:cxnLst/>
            <a:rect l="l" t="t" r="r" b="b"/>
            <a:pathLst>
              <a:path w="4749165" h="2773679">
                <a:moveTo>
                  <a:pt x="4749037" y="0"/>
                </a:moveTo>
                <a:lnTo>
                  <a:pt x="0" y="0"/>
                </a:lnTo>
                <a:lnTo>
                  <a:pt x="0" y="2773553"/>
                </a:lnTo>
                <a:lnTo>
                  <a:pt x="4749037" y="2773553"/>
                </a:lnTo>
                <a:lnTo>
                  <a:pt x="4749037" y="0"/>
                </a:lnTo>
                <a:close/>
              </a:path>
            </a:pathLst>
          </a:custGeom>
          <a:solidFill>
            <a:srgbClr val="EDEBE0"/>
          </a:solidFill>
        </p:spPr>
        <p:txBody>
          <a:bodyPr wrap="square" lIns="0" tIns="0" rIns="0" bIns="0" rtlCol="0"/>
          <a:lstStyle/>
          <a:p>
            <a:endParaRPr/>
          </a:p>
        </p:txBody>
      </p:sp>
      <p:sp>
        <p:nvSpPr>
          <p:cNvPr id="6" name="object 6"/>
          <p:cNvSpPr txBox="1"/>
          <p:nvPr/>
        </p:nvSpPr>
        <p:spPr>
          <a:xfrm>
            <a:off x="7443978" y="906301"/>
            <a:ext cx="4584065" cy="1188720"/>
          </a:xfrm>
          <a:prstGeom prst="rect">
            <a:avLst/>
          </a:prstGeom>
        </p:spPr>
        <p:txBody>
          <a:bodyPr vert="horz" wrap="square" lIns="0" tIns="90170" rIns="0" bIns="0" rtlCol="0">
            <a:spAutoFit/>
          </a:bodyPr>
          <a:lstStyle/>
          <a:p>
            <a:pPr marL="8255" algn="ctr">
              <a:lnSpc>
                <a:spcPct val="100000"/>
              </a:lnSpc>
              <a:spcBef>
                <a:spcPts val="710"/>
              </a:spcBef>
            </a:pPr>
            <a:r>
              <a:rPr sz="2000" b="1" spc="-125" dirty="0">
                <a:solidFill>
                  <a:srgbClr val="17375E"/>
                </a:solidFill>
                <a:latin typeface="Trebuchet MS"/>
                <a:cs typeface="Trebuchet MS"/>
              </a:rPr>
              <a:t>2023:</a:t>
            </a:r>
            <a:r>
              <a:rPr sz="2000" b="1" spc="-190" dirty="0">
                <a:solidFill>
                  <a:srgbClr val="17375E"/>
                </a:solidFill>
                <a:latin typeface="Trebuchet MS"/>
                <a:cs typeface="Trebuchet MS"/>
              </a:rPr>
              <a:t> </a:t>
            </a:r>
            <a:r>
              <a:rPr sz="2000" b="1" spc="95" dirty="0">
                <a:solidFill>
                  <a:srgbClr val="17375E"/>
                </a:solidFill>
                <a:latin typeface="Trebuchet MS"/>
                <a:cs typeface="Trebuchet MS"/>
              </a:rPr>
              <a:t>WIS</a:t>
            </a:r>
            <a:r>
              <a:rPr sz="2000" b="1" spc="-185" dirty="0">
                <a:solidFill>
                  <a:srgbClr val="17375E"/>
                </a:solidFill>
                <a:latin typeface="Trebuchet MS"/>
                <a:cs typeface="Trebuchet MS"/>
              </a:rPr>
              <a:t> </a:t>
            </a:r>
            <a:r>
              <a:rPr sz="2000" b="1" spc="-25" dirty="0">
                <a:solidFill>
                  <a:srgbClr val="17375E"/>
                </a:solidFill>
                <a:latin typeface="Trebuchet MS"/>
                <a:cs typeface="Trebuchet MS"/>
              </a:rPr>
              <a:t>2.0</a:t>
            </a:r>
            <a:endParaRPr sz="2000">
              <a:latin typeface="Trebuchet MS"/>
              <a:cs typeface="Trebuchet MS"/>
            </a:endParaRPr>
          </a:p>
          <a:p>
            <a:pPr marL="12700" marR="5080">
              <a:lnSpc>
                <a:spcPct val="120000"/>
              </a:lnSpc>
              <a:spcBef>
                <a:spcPts val="100"/>
              </a:spcBef>
            </a:pPr>
            <a:r>
              <a:rPr sz="1400" i="1" spc="150" dirty="0">
                <a:solidFill>
                  <a:srgbClr val="2A2A2A"/>
                </a:solidFill>
                <a:latin typeface="Trebuchet MS"/>
                <a:cs typeface="Trebuchet MS"/>
              </a:rPr>
              <a:t>…</a:t>
            </a:r>
            <a:r>
              <a:rPr sz="1400" i="1" spc="-75" dirty="0">
                <a:solidFill>
                  <a:srgbClr val="2A2A2A"/>
                </a:solidFill>
                <a:latin typeface="Trebuchet MS"/>
                <a:cs typeface="Trebuchet MS"/>
              </a:rPr>
              <a:t> </a:t>
            </a:r>
            <a:r>
              <a:rPr sz="1400" i="1" spc="-45" dirty="0">
                <a:solidFill>
                  <a:srgbClr val="2A2A2A"/>
                </a:solidFill>
                <a:latin typeface="Trebuchet MS"/>
                <a:cs typeface="Trebuchet MS"/>
              </a:rPr>
              <a:t>collaborative</a:t>
            </a:r>
            <a:r>
              <a:rPr sz="1400" i="1" spc="-95" dirty="0">
                <a:solidFill>
                  <a:srgbClr val="2A2A2A"/>
                </a:solidFill>
                <a:latin typeface="Trebuchet MS"/>
                <a:cs typeface="Trebuchet MS"/>
              </a:rPr>
              <a:t> </a:t>
            </a:r>
            <a:r>
              <a:rPr sz="1400" i="1" dirty="0">
                <a:solidFill>
                  <a:srgbClr val="2A2A2A"/>
                </a:solidFill>
                <a:latin typeface="Trebuchet MS"/>
                <a:cs typeface="Trebuchet MS"/>
              </a:rPr>
              <a:t>system</a:t>
            </a:r>
            <a:r>
              <a:rPr sz="1400" i="1" spc="-90" dirty="0">
                <a:solidFill>
                  <a:srgbClr val="2A2A2A"/>
                </a:solidFill>
                <a:latin typeface="Trebuchet MS"/>
                <a:cs typeface="Trebuchet MS"/>
              </a:rPr>
              <a:t> </a:t>
            </a:r>
            <a:r>
              <a:rPr sz="1400" i="1" spc="-75" dirty="0">
                <a:solidFill>
                  <a:srgbClr val="2A2A2A"/>
                </a:solidFill>
                <a:latin typeface="Trebuchet MS"/>
                <a:cs typeface="Trebuchet MS"/>
              </a:rPr>
              <a:t>of</a:t>
            </a:r>
            <a:r>
              <a:rPr sz="1400" i="1" spc="-80" dirty="0">
                <a:solidFill>
                  <a:srgbClr val="2A2A2A"/>
                </a:solidFill>
                <a:latin typeface="Trebuchet MS"/>
                <a:cs typeface="Trebuchet MS"/>
              </a:rPr>
              <a:t> </a:t>
            </a:r>
            <a:r>
              <a:rPr sz="1400" i="1" dirty="0">
                <a:solidFill>
                  <a:srgbClr val="2A2A2A"/>
                </a:solidFill>
                <a:latin typeface="Trebuchet MS"/>
                <a:cs typeface="Trebuchet MS"/>
              </a:rPr>
              <a:t>systems</a:t>
            </a:r>
            <a:r>
              <a:rPr sz="1400" i="1" spc="-120" dirty="0">
                <a:solidFill>
                  <a:srgbClr val="2A2A2A"/>
                </a:solidFill>
                <a:latin typeface="Trebuchet MS"/>
                <a:cs typeface="Trebuchet MS"/>
              </a:rPr>
              <a:t> </a:t>
            </a:r>
            <a:r>
              <a:rPr sz="1400" i="1" spc="-10" dirty="0">
                <a:solidFill>
                  <a:srgbClr val="2A2A2A"/>
                </a:solidFill>
                <a:latin typeface="Trebuchet MS"/>
                <a:cs typeface="Trebuchet MS"/>
              </a:rPr>
              <a:t>using</a:t>
            </a:r>
            <a:r>
              <a:rPr sz="1400" i="1" spc="-70" dirty="0">
                <a:solidFill>
                  <a:srgbClr val="2A2A2A"/>
                </a:solidFill>
                <a:latin typeface="Trebuchet MS"/>
                <a:cs typeface="Trebuchet MS"/>
              </a:rPr>
              <a:t> </a:t>
            </a:r>
            <a:r>
              <a:rPr sz="1400" i="1" spc="-10" dirty="0">
                <a:solidFill>
                  <a:srgbClr val="2A2A2A"/>
                </a:solidFill>
                <a:latin typeface="Trebuchet MS"/>
                <a:cs typeface="Trebuchet MS"/>
              </a:rPr>
              <a:t>Web-architecture </a:t>
            </a:r>
            <a:r>
              <a:rPr sz="1400" i="1" dirty="0">
                <a:solidFill>
                  <a:srgbClr val="2A2A2A"/>
                </a:solidFill>
                <a:latin typeface="Trebuchet MS"/>
                <a:cs typeface="Trebuchet MS"/>
              </a:rPr>
              <a:t>and</a:t>
            </a:r>
            <a:r>
              <a:rPr sz="1400" i="1" spc="-90" dirty="0">
                <a:solidFill>
                  <a:srgbClr val="2A2A2A"/>
                </a:solidFill>
                <a:latin typeface="Trebuchet MS"/>
                <a:cs typeface="Trebuchet MS"/>
              </a:rPr>
              <a:t> </a:t>
            </a:r>
            <a:r>
              <a:rPr sz="1400" i="1" dirty="0">
                <a:solidFill>
                  <a:srgbClr val="2A2A2A"/>
                </a:solidFill>
                <a:latin typeface="Trebuchet MS"/>
                <a:cs typeface="Trebuchet MS"/>
              </a:rPr>
              <a:t>open</a:t>
            </a:r>
            <a:r>
              <a:rPr sz="1400" i="1" spc="-125" dirty="0">
                <a:solidFill>
                  <a:srgbClr val="2A2A2A"/>
                </a:solidFill>
                <a:latin typeface="Trebuchet MS"/>
                <a:cs typeface="Trebuchet MS"/>
              </a:rPr>
              <a:t> </a:t>
            </a:r>
            <a:r>
              <a:rPr sz="1400" i="1" dirty="0">
                <a:solidFill>
                  <a:srgbClr val="2A2A2A"/>
                </a:solidFill>
                <a:latin typeface="Trebuchet MS"/>
                <a:cs typeface="Trebuchet MS"/>
              </a:rPr>
              <a:t>standards</a:t>
            </a:r>
            <a:r>
              <a:rPr sz="1400" i="1" spc="-125" dirty="0">
                <a:solidFill>
                  <a:srgbClr val="2A2A2A"/>
                </a:solidFill>
                <a:latin typeface="Trebuchet MS"/>
                <a:cs typeface="Trebuchet MS"/>
              </a:rPr>
              <a:t> </a:t>
            </a:r>
            <a:r>
              <a:rPr sz="1400" i="1" spc="-75" dirty="0">
                <a:solidFill>
                  <a:srgbClr val="2A2A2A"/>
                </a:solidFill>
                <a:latin typeface="Trebuchet MS"/>
                <a:cs typeface="Trebuchet MS"/>
              </a:rPr>
              <a:t>to</a:t>
            </a:r>
            <a:r>
              <a:rPr sz="1400" i="1" spc="-114" dirty="0">
                <a:solidFill>
                  <a:srgbClr val="2A2A2A"/>
                </a:solidFill>
                <a:latin typeface="Trebuchet MS"/>
                <a:cs typeface="Trebuchet MS"/>
              </a:rPr>
              <a:t> </a:t>
            </a:r>
            <a:r>
              <a:rPr sz="1400" i="1" spc="-40" dirty="0">
                <a:solidFill>
                  <a:srgbClr val="2A2A2A"/>
                </a:solidFill>
                <a:latin typeface="Trebuchet MS"/>
                <a:cs typeface="Trebuchet MS"/>
              </a:rPr>
              <a:t>provide</a:t>
            </a:r>
            <a:r>
              <a:rPr sz="1400" i="1" spc="-130" dirty="0">
                <a:solidFill>
                  <a:srgbClr val="2A2A2A"/>
                </a:solidFill>
                <a:latin typeface="Trebuchet MS"/>
                <a:cs typeface="Trebuchet MS"/>
              </a:rPr>
              <a:t> </a:t>
            </a:r>
            <a:r>
              <a:rPr sz="1400" i="1" spc="-35" dirty="0">
                <a:solidFill>
                  <a:srgbClr val="2A2A2A"/>
                </a:solidFill>
                <a:latin typeface="Trebuchet MS"/>
                <a:cs typeface="Trebuchet MS"/>
              </a:rPr>
              <a:t>simple,</a:t>
            </a:r>
            <a:r>
              <a:rPr sz="1400" i="1" spc="-130" dirty="0">
                <a:solidFill>
                  <a:srgbClr val="2A2A2A"/>
                </a:solidFill>
                <a:latin typeface="Trebuchet MS"/>
                <a:cs typeface="Trebuchet MS"/>
              </a:rPr>
              <a:t> </a:t>
            </a:r>
            <a:r>
              <a:rPr sz="1400" i="1" spc="-70" dirty="0">
                <a:solidFill>
                  <a:srgbClr val="2A2A2A"/>
                </a:solidFill>
                <a:latin typeface="Trebuchet MS"/>
                <a:cs typeface="Trebuchet MS"/>
              </a:rPr>
              <a:t>timely</a:t>
            </a:r>
            <a:r>
              <a:rPr sz="1400" i="1" spc="-114" dirty="0">
                <a:solidFill>
                  <a:srgbClr val="2A2A2A"/>
                </a:solidFill>
                <a:latin typeface="Trebuchet MS"/>
                <a:cs typeface="Trebuchet MS"/>
              </a:rPr>
              <a:t> </a:t>
            </a:r>
            <a:r>
              <a:rPr sz="1400" i="1" dirty="0">
                <a:solidFill>
                  <a:srgbClr val="2A2A2A"/>
                </a:solidFill>
                <a:latin typeface="Trebuchet MS"/>
                <a:cs typeface="Trebuchet MS"/>
              </a:rPr>
              <a:t>and</a:t>
            </a:r>
            <a:r>
              <a:rPr sz="1400" i="1" spc="-90" dirty="0">
                <a:solidFill>
                  <a:srgbClr val="2A2A2A"/>
                </a:solidFill>
                <a:latin typeface="Trebuchet MS"/>
                <a:cs typeface="Trebuchet MS"/>
              </a:rPr>
              <a:t> </a:t>
            </a:r>
            <a:r>
              <a:rPr sz="1400" i="1" spc="-10" dirty="0">
                <a:solidFill>
                  <a:srgbClr val="2A2A2A"/>
                </a:solidFill>
                <a:latin typeface="Trebuchet MS"/>
                <a:cs typeface="Trebuchet MS"/>
              </a:rPr>
              <a:t>seamless </a:t>
            </a:r>
            <a:r>
              <a:rPr sz="1400" i="1" spc="-30" dirty="0">
                <a:solidFill>
                  <a:srgbClr val="2A2A2A"/>
                </a:solidFill>
                <a:latin typeface="Trebuchet MS"/>
                <a:cs typeface="Trebuchet MS"/>
              </a:rPr>
              <a:t>sharing</a:t>
            </a:r>
            <a:r>
              <a:rPr sz="1400" i="1" spc="-95" dirty="0">
                <a:solidFill>
                  <a:srgbClr val="2A2A2A"/>
                </a:solidFill>
                <a:latin typeface="Trebuchet MS"/>
                <a:cs typeface="Trebuchet MS"/>
              </a:rPr>
              <a:t> </a:t>
            </a:r>
            <a:r>
              <a:rPr sz="1400" i="1" spc="-65" dirty="0">
                <a:solidFill>
                  <a:srgbClr val="2A2A2A"/>
                </a:solidFill>
                <a:latin typeface="Trebuchet MS"/>
                <a:cs typeface="Trebuchet MS"/>
              </a:rPr>
              <a:t>of</a:t>
            </a:r>
            <a:r>
              <a:rPr sz="1400" i="1" spc="-105" dirty="0">
                <a:solidFill>
                  <a:srgbClr val="2A2A2A"/>
                </a:solidFill>
                <a:latin typeface="Trebuchet MS"/>
                <a:cs typeface="Trebuchet MS"/>
              </a:rPr>
              <a:t> </a:t>
            </a:r>
            <a:r>
              <a:rPr sz="1400" i="1" spc="-55" dirty="0">
                <a:solidFill>
                  <a:srgbClr val="2A2A2A"/>
                </a:solidFill>
                <a:latin typeface="Trebuchet MS"/>
                <a:cs typeface="Trebuchet MS"/>
              </a:rPr>
              <a:t>trusted</a:t>
            </a:r>
            <a:r>
              <a:rPr sz="1400" i="1" spc="-125" dirty="0">
                <a:solidFill>
                  <a:srgbClr val="2A2A2A"/>
                </a:solidFill>
                <a:latin typeface="Trebuchet MS"/>
                <a:cs typeface="Trebuchet MS"/>
              </a:rPr>
              <a:t> </a:t>
            </a:r>
            <a:r>
              <a:rPr sz="1400" i="1" spc="-40" dirty="0">
                <a:solidFill>
                  <a:srgbClr val="2A2A2A"/>
                </a:solidFill>
                <a:latin typeface="Trebuchet MS"/>
                <a:cs typeface="Trebuchet MS"/>
              </a:rPr>
              <a:t>data</a:t>
            </a:r>
            <a:r>
              <a:rPr sz="1400" i="1" spc="-100" dirty="0">
                <a:solidFill>
                  <a:srgbClr val="2A2A2A"/>
                </a:solidFill>
                <a:latin typeface="Trebuchet MS"/>
                <a:cs typeface="Trebuchet MS"/>
              </a:rPr>
              <a:t> </a:t>
            </a:r>
            <a:r>
              <a:rPr sz="1400" i="1" dirty="0">
                <a:solidFill>
                  <a:srgbClr val="2A2A2A"/>
                </a:solidFill>
                <a:latin typeface="Trebuchet MS"/>
                <a:cs typeface="Trebuchet MS"/>
              </a:rPr>
              <a:t>and</a:t>
            </a:r>
            <a:r>
              <a:rPr sz="1400" i="1" spc="-80" dirty="0">
                <a:solidFill>
                  <a:srgbClr val="2A2A2A"/>
                </a:solidFill>
                <a:latin typeface="Trebuchet MS"/>
                <a:cs typeface="Trebuchet MS"/>
              </a:rPr>
              <a:t> </a:t>
            </a:r>
            <a:r>
              <a:rPr sz="1400" i="1" spc="-55" dirty="0">
                <a:solidFill>
                  <a:srgbClr val="2A2A2A"/>
                </a:solidFill>
                <a:latin typeface="Trebuchet MS"/>
                <a:cs typeface="Trebuchet MS"/>
              </a:rPr>
              <a:t>information</a:t>
            </a:r>
            <a:r>
              <a:rPr sz="1400" i="1" spc="-114" dirty="0">
                <a:solidFill>
                  <a:srgbClr val="2A2A2A"/>
                </a:solidFill>
                <a:latin typeface="Trebuchet MS"/>
                <a:cs typeface="Trebuchet MS"/>
              </a:rPr>
              <a:t> </a:t>
            </a:r>
            <a:r>
              <a:rPr sz="1400" i="1" spc="110" dirty="0">
                <a:solidFill>
                  <a:srgbClr val="2A2A2A"/>
                </a:solidFill>
                <a:latin typeface="Trebuchet MS"/>
                <a:cs typeface="Trebuchet MS"/>
              </a:rPr>
              <a:t>…</a:t>
            </a:r>
            <a:endParaRPr sz="1400">
              <a:latin typeface="Trebuchet MS"/>
              <a:cs typeface="Trebuchet MS"/>
            </a:endParaRPr>
          </a:p>
        </p:txBody>
      </p:sp>
      <p:sp>
        <p:nvSpPr>
          <p:cNvPr id="7" name="object 7"/>
          <p:cNvSpPr txBox="1"/>
          <p:nvPr/>
        </p:nvSpPr>
        <p:spPr>
          <a:xfrm>
            <a:off x="7443978" y="2069693"/>
            <a:ext cx="4558030" cy="1562100"/>
          </a:xfrm>
          <a:prstGeom prst="rect">
            <a:avLst/>
          </a:prstGeom>
        </p:spPr>
        <p:txBody>
          <a:bodyPr vert="horz" wrap="square" lIns="0" tIns="55244" rIns="0" bIns="0" rtlCol="0">
            <a:spAutoFit/>
          </a:bodyPr>
          <a:lstStyle/>
          <a:p>
            <a:pPr marL="269875" indent="-257175">
              <a:lnSpc>
                <a:spcPct val="100000"/>
              </a:lnSpc>
              <a:spcBef>
                <a:spcPts val="434"/>
              </a:spcBef>
              <a:buFont typeface="Arial MT"/>
              <a:buChar char="•"/>
              <a:tabLst>
                <a:tab pos="269875" algn="l"/>
              </a:tabLst>
            </a:pPr>
            <a:r>
              <a:rPr sz="1400" dirty="0">
                <a:latin typeface="Trebuchet MS"/>
                <a:cs typeface="Trebuchet MS"/>
              </a:rPr>
              <a:t>Open</a:t>
            </a:r>
            <a:r>
              <a:rPr sz="1400" spc="-95" dirty="0">
                <a:latin typeface="Trebuchet MS"/>
                <a:cs typeface="Trebuchet MS"/>
              </a:rPr>
              <a:t> </a:t>
            </a:r>
            <a:r>
              <a:rPr sz="1400" dirty="0">
                <a:latin typeface="Trebuchet MS"/>
                <a:cs typeface="Trebuchet MS"/>
              </a:rPr>
              <a:t>Standards</a:t>
            </a:r>
            <a:r>
              <a:rPr sz="1400" spc="-90" dirty="0">
                <a:latin typeface="Trebuchet MS"/>
                <a:cs typeface="Trebuchet MS"/>
              </a:rPr>
              <a:t> </a:t>
            </a:r>
            <a:r>
              <a:rPr sz="1400" dirty="0">
                <a:latin typeface="Trebuchet MS"/>
                <a:cs typeface="Trebuchet MS"/>
              </a:rPr>
              <a:t>(OGC,</a:t>
            </a:r>
            <a:r>
              <a:rPr sz="1400" spc="-95" dirty="0">
                <a:latin typeface="Trebuchet MS"/>
                <a:cs typeface="Trebuchet MS"/>
              </a:rPr>
              <a:t> </a:t>
            </a:r>
            <a:r>
              <a:rPr sz="1400" dirty="0">
                <a:latin typeface="Trebuchet MS"/>
                <a:cs typeface="Trebuchet MS"/>
              </a:rPr>
              <a:t>W3C,</a:t>
            </a:r>
            <a:r>
              <a:rPr sz="1400" spc="-60" dirty="0">
                <a:latin typeface="Trebuchet MS"/>
                <a:cs typeface="Trebuchet MS"/>
              </a:rPr>
              <a:t> </a:t>
            </a:r>
            <a:r>
              <a:rPr sz="1400" spc="-65" dirty="0">
                <a:latin typeface="Trebuchet MS"/>
                <a:cs typeface="Trebuchet MS"/>
              </a:rPr>
              <a:t>IETF,</a:t>
            </a:r>
            <a:r>
              <a:rPr sz="1400" spc="-85" dirty="0">
                <a:latin typeface="Trebuchet MS"/>
                <a:cs typeface="Trebuchet MS"/>
              </a:rPr>
              <a:t> </a:t>
            </a:r>
            <a:r>
              <a:rPr sz="1400" spc="-25" dirty="0">
                <a:latin typeface="Trebuchet MS"/>
                <a:cs typeface="Trebuchet MS"/>
              </a:rPr>
              <a:t>…)</a:t>
            </a:r>
            <a:endParaRPr sz="1400">
              <a:latin typeface="Trebuchet MS"/>
              <a:cs typeface="Trebuchet MS"/>
            </a:endParaRPr>
          </a:p>
          <a:p>
            <a:pPr marL="269875" indent="-257175">
              <a:lnSpc>
                <a:spcPct val="100000"/>
              </a:lnSpc>
              <a:spcBef>
                <a:spcPts val="335"/>
              </a:spcBef>
              <a:buFont typeface="Arial MT"/>
              <a:buChar char="•"/>
              <a:tabLst>
                <a:tab pos="269875" algn="l"/>
              </a:tabLst>
            </a:pPr>
            <a:r>
              <a:rPr sz="1400" spc="-45" dirty="0">
                <a:latin typeface="Trebuchet MS"/>
                <a:cs typeface="Trebuchet MS"/>
              </a:rPr>
              <a:t>Free</a:t>
            </a:r>
            <a:r>
              <a:rPr sz="1400" spc="-95" dirty="0">
                <a:latin typeface="Trebuchet MS"/>
                <a:cs typeface="Trebuchet MS"/>
              </a:rPr>
              <a:t> </a:t>
            </a:r>
            <a:r>
              <a:rPr sz="1400" dirty="0">
                <a:latin typeface="Trebuchet MS"/>
                <a:cs typeface="Trebuchet MS"/>
              </a:rPr>
              <a:t>and</a:t>
            </a:r>
            <a:r>
              <a:rPr sz="1400" spc="-75" dirty="0">
                <a:latin typeface="Trebuchet MS"/>
                <a:cs typeface="Trebuchet MS"/>
              </a:rPr>
              <a:t> </a:t>
            </a:r>
            <a:r>
              <a:rPr sz="1400" dirty="0">
                <a:latin typeface="Trebuchet MS"/>
                <a:cs typeface="Trebuchet MS"/>
              </a:rPr>
              <a:t>Open</a:t>
            </a:r>
            <a:r>
              <a:rPr sz="1400" spc="-105" dirty="0">
                <a:latin typeface="Trebuchet MS"/>
                <a:cs typeface="Trebuchet MS"/>
              </a:rPr>
              <a:t> </a:t>
            </a:r>
            <a:r>
              <a:rPr sz="1400" dirty="0">
                <a:latin typeface="Trebuchet MS"/>
                <a:cs typeface="Trebuchet MS"/>
              </a:rPr>
              <a:t>Source</a:t>
            </a:r>
            <a:r>
              <a:rPr sz="1400" spc="-100" dirty="0">
                <a:latin typeface="Trebuchet MS"/>
                <a:cs typeface="Trebuchet MS"/>
              </a:rPr>
              <a:t> </a:t>
            </a:r>
            <a:r>
              <a:rPr sz="1400" spc="-10" dirty="0">
                <a:latin typeface="Trebuchet MS"/>
                <a:cs typeface="Trebuchet MS"/>
              </a:rPr>
              <a:t>tooling</a:t>
            </a:r>
            <a:endParaRPr sz="1400">
              <a:latin typeface="Trebuchet MS"/>
              <a:cs typeface="Trebuchet MS"/>
            </a:endParaRPr>
          </a:p>
          <a:p>
            <a:pPr marL="156210" marR="217804" indent="-143510">
              <a:lnSpc>
                <a:spcPct val="120000"/>
              </a:lnSpc>
              <a:buChar char="•"/>
              <a:tabLst>
                <a:tab pos="156210" algn="l"/>
                <a:tab pos="269875" algn="l"/>
              </a:tabLst>
            </a:pPr>
            <a:r>
              <a:rPr sz="1400" dirty="0">
                <a:latin typeface="Arial MT"/>
                <a:cs typeface="Arial MT"/>
              </a:rPr>
              <a:t>	</a:t>
            </a:r>
            <a:r>
              <a:rPr sz="1400" spc="-10" dirty="0">
                <a:latin typeface="Trebuchet MS"/>
                <a:cs typeface="Trebuchet MS"/>
              </a:rPr>
              <a:t>Data</a:t>
            </a:r>
            <a:r>
              <a:rPr sz="1400" spc="-75" dirty="0">
                <a:latin typeface="Trebuchet MS"/>
                <a:cs typeface="Trebuchet MS"/>
              </a:rPr>
              <a:t> </a:t>
            </a:r>
            <a:r>
              <a:rPr sz="1400" spc="-20" dirty="0">
                <a:latin typeface="Trebuchet MS"/>
                <a:cs typeface="Trebuchet MS"/>
              </a:rPr>
              <a:t>sharing</a:t>
            </a:r>
            <a:r>
              <a:rPr sz="1400" spc="-100" dirty="0">
                <a:latin typeface="Trebuchet MS"/>
                <a:cs typeface="Trebuchet MS"/>
              </a:rPr>
              <a:t> </a:t>
            </a:r>
            <a:r>
              <a:rPr sz="1400" spc="-35" dirty="0">
                <a:latin typeface="Trebuchet MS"/>
                <a:cs typeface="Trebuchet MS"/>
              </a:rPr>
              <a:t>through</a:t>
            </a:r>
            <a:r>
              <a:rPr sz="1400" spc="-95" dirty="0">
                <a:latin typeface="Trebuchet MS"/>
                <a:cs typeface="Trebuchet MS"/>
              </a:rPr>
              <a:t> </a:t>
            </a:r>
            <a:r>
              <a:rPr sz="1400" dirty="0">
                <a:latin typeface="Trebuchet MS"/>
                <a:cs typeface="Trebuchet MS"/>
              </a:rPr>
              <a:t>Web</a:t>
            </a:r>
            <a:r>
              <a:rPr sz="1400" spc="-95" dirty="0">
                <a:latin typeface="Trebuchet MS"/>
                <a:cs typeface="Trebuchet MS"/>
              </a:rPr>
              <a:t> </a:t>
            </a:r>
            <a:r>
              <a:rPr sz="1400" dirty="0">
                <a:latin typeface="Trebuchet MS"/>
                <a:cs typeface="Trebuchet MS"/>
              </a:rPr>
              <a:t>and</a:t>
            </a:r>
            <a:r>
              <a:rPr sz="1400" spc="-70" dirty="0">
                <a:latin typeface="Trebuchet MS"/>
                <a:cs typeface="Trebuchet MS"/>
              </a:rPr>
              <a:t> </a:t>
            </a:r>
            <a:r>
              <a:rPr sz="1400" spc="-45" dirty="0">
                <a:latin typeface="Trebuchet MS"/>
                <a:cs typeface="Trebuchet MS"/>
              </a:rPr>
              <a:t>real-time</a:t>
            </a:r>
            <a:r>
              <a:rPr sz="1400" spc="-105" dirty="0">
                <a:latin typeface="Trebuchet MS"/>
                <a:cs typeface="Trebuchet MS"/>
              </a:rPr>
              <a:t> </a:t>
            </a:r>
            <a:r>
              <a:rPr sz="1400" spc="-10" dirty="0">
                <a:latin typeface="Trebuchet MS"/>
                <a:cs typeface="Trebuchet MS"/>
              </a:rPr>
              <a:t>notifications </a:t>
            </a:r>
            <a:r>
              <a:rPr sz="1400" spc="-60" dirty="0">
                <a:latin typeface="Trebuchet MS"/>
                <a:cs typeface="Trebuchet MS"/>
              </a:rPr>
              <a:t>with</a:t>
            </a:r>
            <a:r>
              <a:rPr sz="1400" spc="-50" dirty="0">
                <a:latin typeface="Trebuchet MS"/>
                <a:cs typeface="Trebuchet MS"/>
              </a:rPr>
              <a:t> </a:t>
            </a:r>
            <a:r>
              <a:rPr sz="1400" spc="-25" dirty="0">
                <a:latin typeface="Trebuchet MS"/>
                <a:cs typeface="Trebuchet MS"/>
              </a:rPr>
              <a:t>publication/subscription</a:t>
            </a:r>
            <a:r>
              <a:rPr sz="1400" spc="-90" dirty="0">
                <a:latin typeface="Trebuchet MS"/>
                <a:cs typeface="Trebuchet MS"/>
              </a:rPr>
              <a:t> </a:t>
            </a:r>
            <a:r>
              <a:rPr sz="1400" spc="-40" dirty="0">
                <a:latin typeface="Trebuchet MS"/>
                <a:cs typeface="Trebuchet MS"/>
              </a:rPr>
              <a:t>(pub/sub)</a:t>
            </a:r>
            <a:r>
              <a:rPr sz="1400" spc="-55" dirty="0">
                <a:latin typeface="Trebuchet MS"/>
                <a:cs typeface="Trebuchet MS"/>
              </a:rPr>
              <a:t> </a:t>
            </a:r>
            <a:r>
              <a:rPr sz="1400" spc="-10" dirty="0">
                <a:latin typeface="Trebuchet MS"/>
                <a:cs typeface="Trebuchet MS"/>
              </a:rPr>
              <a:t>protocols</a:t>
            </a:r>
            <a:endParaRPr sz="1400">
              <a:latin typeface="Trebuchet MS"/>
              <a:cs typeface="Trebuchet MS"/>
            </a:endParaRPr>
          </a:p>
          <a:p>
            <a:pPr marL="269875" indent="-257175">
              <a:lnSpc>
                <a:spcPct val="100000"/>
              </a:lnSpc>
              <a:spcBef>
                <a:spcPts val="335"/>
              </a:spcBef>
              <a:buFont typeface="Arial MT"/>
              <a:buChar char="•"/>
              <a:tabLst>
                <a:tab pos="269875" algn="l"/>
              </a:tabLst>
            </a:pPr>
            <a:r>
              <a:rPr sz="1400" dirty="0">
                <a:latin typeface="Trebuchet MS"/>
                <a:cs typeface="Trebuchet MS"/>
              </a:rPr>
              <a:t>Cloud</a:t>
            </a:r>
            <a:r>
              <a:rPr sz="1400" spc="-70" dirty="0">
                <a:latin typeface="Trebuchet MS"/>
                <a:cs typeface="Trebuchet MS"/>
              </a:rPr>
              <a:t> </a:t>
            </a:r>
            <a:r>
              <a:rPr sz="1400" spc="-40" dirty="0">
                <a:latin typeface="Trebuchet MS"/>
                <a:cs typeface="Trebuchet MS"/>
              </a:rPr>
              <a:t>ready</a:t>
            </a:r>
            <a:r>
              <a:rPr sz="1400" spc="-75" dirty="0">
                <a:latin typeface="Trebuchet MS"/>
                <a:cs typeface="Trebuchet MS"/>
              </a:rPr>
              <a:t> </a:t>
            </a:r>
            <a:r>
              <a:rPr sz="1400" spc="-60" dirty="0">
                <a:latin typeface="Trebuchet MS"/>
                <a:cs typeface="Trebuchet MS"/>
              </a:rPr>
              <a:t>(turn-</a:t>
            </a:r>
            <a:r>
              <a:rPr sz="1400" spc="-40" dirty="0">
                <a:latin typeface="Trebuchet MS"/>
                <a:cs typeface="Trebuchet MS"/>
              </a:rPr>
              <a:t>key</a:t>
            </a:r>
            <a:r>
              <a:rPr sz="1400" spc="-55" dirty="0">
                <a:latin typeface="Trebuchet MS"/>
                <a:cs typeface="Trebuchet MS"/>
              </a:rPr>
              <a:t> </a:t>
            </a:r>
            <a:r>
              <a:rPr sz="1400" spc="-10" dirty="0">
                <a:latin typeface="Trebuchet MS"/>
                <a:cs typeface="Trebuchet MS"/>
              </a:rPr>
              <a:t>solutions,</a:t>
            </a:r>
            <a:r>
              <a:rPr sz="1400" spc="-85" dirty="0">
                <a:latin typeface="Trebuchet MS"/>
                <a:cs typeface="Trebuchet MS"/>
              </a:rPr>
              <a:t> </a:t>
            </a:r>
            <a:r>
              <a:rPr sz="1400" spc="-10" dirty="0">
                <a:latin typeface="Trebuchet MS"/>
                <a:cs typeface="Trebuchet MS"/>
              </a:rPr>
              <a:t>non-</a:t>
            </a:r>
            <a:r>
              <a:rPr sz="1400" spc="-35" dirty="0">
                <a:latin typeface="Trebuchet MS"/>
                <a:cs typeface="Trebuchet MS"/>
              </a:rPr>
              <a:t>hardware</a:t>
            </a:r>
            <a:r>
              <a:rPr sz="1400" spc="-65" dirty="0">
                <a:latin typeface="Trebuchet MS"/>
                <a:cs typeface="Trebuchet MS"/>
              </a:rPr>
              <a:t> </a:t>
            </a:r>
            <a:r>
              <a:rPr sz="1400" spc="-10" dirty="0">
                <a:latin typeface="Trebuchet MS"/>
                <a:cs typeface="Trebuchet MS"/>
              </a:rPr>
              <a:t>specific)</a:t>
            </a:r>
            <a:endParaRPr sz="1400">
              <a:latin typeface="Trebuchet MS"/>
              <a:cs typeface="Trebuchet MS"/>
            </a:endParaRPr>
          </a:p>
          <a:p>
            <a:pPr marL="269875" indent="-257175">
              <a:lnSpc>
                <a:spcPct val="100000"/>
              </a:lnSpc>
              <a:spcBef>
                <a:spcPts val="335"/>
              </a:spcBef>
              <a:buFont typeface="Arial MT"/>
              <a:buChar char="•"/>
              <a:tabLst>
                <a:tab pos="269875" algn="l"/>
              </a:tabLst>
            </a:pPr>
            <a:r>
              <a:rPr sz="1400" dirty="0">
                <a:latin typeface="Trebuchet MS"/>
                <a:cs typeface="Trebuchet MS"/>
              </a:rPr>
              <a:t>Web</a:t>
            </a:r>
            <a:r>
              <a:rPr sz="1400" spc="-125" dirty="0">
                <a:latin typeface="Trebuchet MS"/>
                <a:cs typeface="Trebuchet MS"/>
              </a:rPr>
              <a:t> </a:t>
            </a:r>
            <a:r>
              <a:rPr sz="1400" dirty="0">
                <a:latin typeface="Trebuchet MS"/>
                <a:cs typeface="Trebuchet MS"/>
              </a:rPr>
              <a:t>services</a:t>
            </a:r>
            <a:r>
              <a:rPr sz="1400" spc="-140" dirty="0">
                <a:latin typeface="Trebuchet MS"/>
                <a:cs typeface="Trebuchet MS"/>
              </a:rPr>
              <a:t> </a:t>
            </a:r>
            <a:r>
              <a:rPr sz="1400" dirty="0">
                <a:latin typeface="Trebuchet MS"/>
                <a:cs typeface="Trebuchet MS"/>
              </a:rPr>
              <a:t>and</a:t>
            </a:r>
            <a:r>
              <a:rPr sz="1400" spc="-114" dirty="0">
                <a:latin typeface="Trebuchet MS"/>
                <a:cs typeface="Trebuchet MS"/>
              </a:rPr>
              <a:t> </a:t>
            </a:r>
            <a:r>
              <a:rPr sz="1400" spc="-20" dirty="0">
                <a:latin typeface="Trebuchet MS"/>
                <a:cs typeface="Trebuchet MS"/>
              </a:rPr>
              <a:t>APIs</a:t>
            </a:r>
            <a:endParaRPr sz="1400">
              <a:latin typeface="Trebuchet MS"/>
              <a:cs typeface="Trebuchet MS"/>
            </a:endParaRPr>
          </a:p>
        </p:txBody>
      </p:sp>
      <p:sp>
        <p:nvSpPr>
          <p:cNvPr id="8" name="object 8" descr="$PPTXTitle"/>
          <p:cNvSpPr txBox="1">
            <a:spLocks noGrp="1"/>
          </p:cNvSpPr>
          <p:nvPr>
            <p:ph type="title"/>
          </p:nvPr>
        </p:nvSpPr>
        <p:spPr>
          <a:prstGeom prst="rect">
            <a:avLst/>
          </a:prstGeom>
        </p:spPr>
        <p:txBody>
          <a:bodyPr vert="horz" wrap="square" lIns="0" tIns="12700" rIns="0" bIns="0" rtlCol="0">
            <a:spAutoFit/>
          </a:bodyPr>
          <a:lstStyle/>
          <a:p>
            <a:pPr marL="830580">
              <a:lnSpc>
                <a:spcPct val="100000"/>
              </a:lnSpc>
              <a:spcBef>
                <a:spcPts val="100"/>
              </a:spcBef>
            </a:pPr>
            <a:r>
              <a:rPr sz="4400" dirty="0">
                <a:solidFill>
                  <a:srgbClr val="005BAA"/>
                </a:solidFill>
                <a:latin typeface="Arial"/>
                <a:cs typeface="Arial"/>
              </a:rPr>
              <a:t>WMO</a:t>
            </a:r>
            <a:r>
              <a:rPr sz="4400" spc="-30" dirty="0">
                <a:solidFill>
                  <a:srgbClr val="005BAA"/>
                </a:solidFill>
                <a:latin typeface="Arial"/>
                <a:cs typeface="Arial"/>
              </a:rPr>
              <a:t> </a:t>
            </a:r>
            <a:r>
              <a:rPr sz="4400" dirty="0">
                <a:solidFill>
                  <a:srgbClr val="005BAA"/>
                </a:solidFill>
                <a:latin typeface="Arial"/>
                <a:cs typeface="Arial"/>
              </a:rPr>
              <a:t>Information</a:t>
            </a:r>
            <a:r>
              <a:rPr sz="4400" spc="-55" dirty="0">
                <a:solidFill>
                  <a:srgbClr val="005BAA"/>
                </a:solidFill>
                <a:latin typeface="Arial"/>
                <a:cs typeface="Arial"/>
              </a:rPr>
              <a:t> </a:t>
            </a:r>
            <a:r>
              <a:rPr sz="4400" dirty="0">
                <a:solidFill>
                  <a:srgbClr val="005BAA"/>
                </a:solidFill>
                <a:latin typeface="Arial"/>
                <a:cs typeface="Arial"/>
              </a:rPr>
              <a:t>System</a:t>
            </a:r>
            <a:r>
              <a:rPr sz="4400" spc="-25" dirty="0">
                <a:solidFill>
                  <a:srgbClr val="005BAA"/>
                </a:solidFill>
                <a:latin typeface="Arial"/>
                <a:cs typeface="Arial"/>
              </a:rPr>
              <a:t> </a:t>
            </a:r>
            <a:r>
              <a:rPr sz="4400" dirty="0">
                <a:solidFill>
                  <a:srgbClr val="005BAA"/>
                </a:solidFill>
                <a:latin typeface="Arial"/>
                <a:cs typeface="Arial"/>
              </a:rPr>
              <a:t>2.0</a:t>
            </a:r>
            <a:r>
              <a:rPr sz="4400" spc="-30" dirty="0">
                <a:solidFill>
                  <a:srgbClr val="005BAA"/>
                </a:solidFill>
                <a:latin typeface="Arial"/>
                <a:cs typeface="Arial"/>
              </a:rPr>
              <a:t> </a:t>
            </a:r>
            <a:r>
              <a:rPr sz="4400" spc="-10" dirty="0">
                <a:solidFill>
                  <a:srgbClr val="005BAA"/>
                </a:solidFill>
                <a:latin typeface="Arial"/>
                <a:cs typeface="Arial"/>
              </a:rPr>
              <a:t>(WIS2)</a:t>
            </a:r>
            <a:endParaRPr sz="4400">
              <a:latin typeface="Arial"/>
              <a:cs typeface="Arial"/>
            </a:endParaRPr>
          </a:p>
        </p:txBody>
      </p:sp>
      <p:grpSp>
        <p:nvGrpSpPr>
          <p:cNvPr id="9" name="object 9"/>
          <p:cNvGrpSpPr/>
          <p:nvPr/>
        </p:nvGrpSpPr>
        <p:grpSpPr>
          <a:xfrm>
            <a:off x="-1281" y="1312291"/>
            <a:ext cx="7567295" cy="1068705"/>
            <a:chOff x="-1281" y="1312291"/>
            <a:chExt cx="7567295" cy="1068705"/>
          </a:xfrm>
        </p:grpSpPr>
        <p:sp>
          <p:nvSpPr>
            <p:cNvPr id="10" name="object 10"/>
            <p:cNvSpPr/>
            <p:nvPr/>
          </p:nvSpPr>
          <p:spPr>
            <a:xfrm>
              <a:off x="-1281" y="2253869"/>
              <a:ext cx="7567295" cy="127000"/>
            </a:xfrm>
            <a:custGeom>
              <a:avLst/>
              <a:gdLst/>
              <a:ahLst/>
              <a:cxnLst/>
              <a:rect l="l" t="t" r="r" b="b"/>
              <a:pathLst>
                <a:path w="7567295" h="127000">
                  <a:moveTo>
                    <a:pt x="7439925" y="0"/>
                  </a:moveTo>
                  <a:lnTo>
                    <a:pt x="7439925" y="127000"/>
                  </a:lnTo>
                  <a:lnTo>
                    <a:pt x="7547875" y="73025"/>
                  </a:lnTo>
                  <a:lnTo>
                    <a:pt x="7452752" y="73025"/>
                  </a:lnTo>
                  <a:lnTo>
                    <a:pt x="7452752" y="53975"/>
                  </a:lnTo>
                  <a:lnTo>
                    <a:pt x="7547875" y="53975"/>
                  </a:lnTo>
                  <a:lnTo>
                    <a:pt x="7439925" y="0"/>
                  </a:lnTo>
                  <a:close/>
                </a:path>
                <a:path w="7567295" h="127000">
                  <a:moveTo>
                    <a:pt x="7439925" y="53975"/>
                  </a:moveTo>
                  <a:lnTo>
                    <a:pt x="0" y="53975"/>
                  </a:lnTo>
                  <a:lnTo>
                    <a:pt x="0" y="73025"/>
                  </a:lnTo>
                  <a:lnTo>
                    <a:pt x="7439925" y="73025"/>
                  </a:lnTo>
                  <a:lnTo>
                    <a:pt x="7439925" y="53975"/>
                  </a:lnTo>
                  <a:close/>
                </a:path>
                <a:path w="7567295" h="127000">
                  <a:moveTo>
                    <a:pt x="7547875" y="53975"/>
                  </a:moveTo>
                  <a:lnTo>
                    <a:pt x="7452752" y="53975"/>
                  </a:lnTo>
                  <a:lnTo>
                    <a:pt x="7452752" y="73025"/>
                  </a:lnTo>
                  <a:lnTo>
                    <a:pt x="7547875" y="73025"/>
                  </a:lnTo>
                  <a:lnTo>
                    <a:pt x="7566925" y="63500"/>
                  </a:lnTo>
                  <a:lnTo>
                    <a:pt x="7547875" y="53975"/>
                  </a:lnTo>
                  <a:close/>
                </a:path>
              </a:pathLst>
            </a:custGeom>
            <a:solidFill>
              <a:srgbClr val="4471C4"/>
            </a:solidFill>
          </p:spPr>
          <p:txBody>
            <a:bodyPr wrap="square" lIns="0" tIns="0" rIns="0" bIns="0" rtlCol="0"/>
            <a:lstStyle/>
            <a:p>
              <a:endParaRPr/>
            </a:p>
          </p:txBody>
        </p:sp>
        <p:pic>
          <p:nvPicPr>
            <p:cNvPr id="11" name="object 11"/>
            <p:cNvPicPr/>
            <p:nvPr/>
          </p:nvPicPr>
          <p:blipFill>
            <a:blip r:embed="rId3" cstate="print"/>
            <a:stretch>
              <a:fillRect/>
            </a:stretch>
          </p:blipFill>
          <p:spPr>
            <a:xfrm>
              <a:off x="39869" y="1321816"/>
              <a:ext cx="190277" cy="249809"/>
            </a:xfrm>
            <a:prstGeom prst="rect">
              <a:avLst/>
            </a:prstGeom>
          </p:spPr>
        </p:pic>
        <p:sp>
          <p:nvSpPr>
            <p:cNvPr id="12" name="object 12"/>
            <p:cNvSpPr/>
            <p:nvPr/>
          </p:nvSpPr>
          <p:spPr>
            <a:xfrm>
              <a:off x="39869" y="1321816"/>
              <a:ext cx="190500" cy="250190"/>
            </a:xfrm>
            <a:custGeom>
              <a:avLst/>
              <a:gdLst/>
              <a:ahLst/>
              <a:cxnLst/>
              <a:rect l="l" t="t" r="r" b="b"/>
              <a:pathLst>
                <a:path w="190500" h="250190">
                  <a:moveTo>
                    <a:pt x="162416" y="27812"/>
                  </a:moveTo>
                  <a:lnTo>
                    <a:pt x="183311" y="59312"/>
                  </a:lnTo>
                  <a:lnTo>
                    <a:pt x="190277" y="95123"/>
                  </a:lnTo>
                  <a:lnTo>
                    <a:pt x="183311" y="130933"/>
                  </a:lnTo>
                  <a:lnTo>
                    <a:pt x="162416" y="162433"/>
                  </a:lnTo>
                  <a:lnTo>
                    <a:pt x="143704" y="182389"/>
                  </a:lnTo>
                  <a:lnTo>
                    <a:pt x="126256" y="203596"/>
                  </a:lnTo>
                  <a:lnTo>
                    <a:pt x="110070" y="226065"/>
                  </a:lnTo>
                  <a:lnTo>
                    <a:pt x="95144" y="249809"/>
                  </a:lnTo>
                  <a:lnTo>
                    <a:pt x="80215" y="226065"/>
                  </a:lnTo>
                  <a:lnTo>
                    <a:pt x="64026" y="203596"/>
                  </a:lnTo>
                  <a:lnTo>
                    <a:pt x="46577" y="182389"/>
                  </a:lnTo>
                  <a:lnTo>
                    <a:pt x="27866" y="162433"/>
                  </a:lnTo>
                  <a:lnTo>
                    <a:pt x="6966" y="130933"/>
                  </a:lnTo>
                  <a:lnTo>
                    <a:pt x="6966" y="59312"/>
                  </a:lnTo>
                  <a:lnTo>
                    <a:pt x="59338" y="6953"/>
                  </a:lnTo>
                  <a:lnTo>
                    <a:pt x="95139" y="0"/>
                  </a:lnTo>
                  <a:lnTo>
                    <a:pt x="130940" y="6953"/>
                  </a:lnTo>
                  <a:lnTo>
                    <a:pt x="162416" y="27812"/>
                  </a:lnTo>
                  <a:close/>
                </a:path>
              </a:pathLst>
            </a:custGeom>
            <a:ln w="19050">
              <a:solidFill>
                <a:srgbClr val="4471C4"/>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61008" y="1342898"/>
              <a:ext cx="148008" cy="148081"/>
            </a:xfrm>
            <a:prstGeom prst="rect">
              <a:avLst/>
            </a:prstGeom>
          </p:spPr>
        </p:pic>
      </p:grpSp>
      <p:sp>
        <p:nvSpPr>
          <p:cNvPr id="14" name="object 14"/>
          <p:cNvSpPr txBox="1"/>
          <p:nvPr/>
        </p:nvSpPr>
        <p:spPr>
          <a:xfrm>
            <a:off x="257047" y="1125958"/>
            <a:ext cx="1670050" cy="711200"/>
          </a:xfrm>
          <a:prstGeom prst="rect">
            <a:avLst/>
          </a:prstGeom>
        </p:spPr>
        <p:txBody>
          <a:bodyPr vert="horz" wrap="square" lIns="0" tIns="116839" rIns="0" bIns="0" rtlCol="0">
            <a:spAutoFit/>
          </a:bodyPr>
          <a:lstStyle/>
          <a:p>
            <a:pPr marL="12700">
              <a:lnSpc>
                <a:spcPct val="100000"/>
              </a:lnSpc>
              <a:spcBef>
                <a:spcPts val="919"/>
              </a:spcBef>
            </a:pPr>
            <a:r>
              <a:rPr sz="1900" b="1" spc="-20" dirty="0">
                <a:solidFill>
                  <a:srgbClr val="333E50"/>
                </a:solidFill>
                <a:latin typeface="Calibri"/>
                <a:cs typeface="Calibri"/>
              </a:rPr>
              <a:t>1963</a:t>
            </a:r>
            <a:endParaRPr sz="1900">
              <a:latin typeface="Calibri"/>
              <a:cs typeface="Calibri"/>
            </a:endParaRPr>
          </a:p>
          <a:p>
            <a:pPr marL="12700">
              <a:lnSpc>
                <a:spcPct val="100000"/>
              </a:lnSpc>
              <a:spcBef>
                <a:spcPts val="615"/>
              </a:spcBef>
            </a:pPr>
            <a:r>
              <a:rPr sz="1400" b="1" spc="-10" dirty="0">
                <a:solidFill>
                  <a:srgbClr val="1F3863"/>
                </a:solidFill>
                <a:latin typeface="Calibri"/>
                <a:cs typeface="Calibri"/>
              </a:rPr>
              <a:t>World</a:t>
            </a:r>
            <a:r>
              <a:rPr sz="1400" b="1" spc="-50" dirty="0">
                <a:solidFill>
                  <a:srgbClr val="1F3863"/>
                </a:solidFill>
                <a:latin typeface="Calibri"/>
                <a:cs typeface="Calibri"/>
              </a:rPr>
              <a:t> </a:t>
            </a:r>
            <a:r>
              <a:rPr sz="1400" b="1" spc="-10" dirty="0">
                <a:solidFill>
                  <a:srgbClr val="1F3863"/>
                </a:solidFill>
                <a:latin typeface="Calibri"/>
                <a:cs typeface="Calibri"/>
              </a:rPr>
              <a:t>Weather</a:t>
            </a:r>
            <a:r>
              <a:rPr sz="1400" b="1" spc="-55" dirty="0">
                <a:solidFill>
                  <a:srgbClr val="1F3863"/>
                </a:solidFill>
                <a:latin typeface="Calibri"/>
                <a:cs typeface="Calibri"/>
              </a:rPr>
              <a:t> </a:t>
            </a:r>
            <a:r>
              <a:rPr sz="1400" b="1" spc="-20" dirty="0">
                <a:solidFill>
                  <a:srgbClr val="1F3863"/>
                </a:solidFill>
                <a:latin typeface="Calibri"/>
                <a:cs typeface="Calibri"/>
              </a:rPr>
              <a:t>Watch</a:t>
            </a:r>
            <a:endParaRPr sz="1400">
              <a:latin typeface="Calibri"/>
              <a:cs typeface="Calibri"/>
            </a:endParaRPr>
          </a:p>
        </p:txBody>
      </p:sp>
      <p:grpSp>
        <p:nvGrpSpPr>
          <p:cNvPr id="15" name="object 15"/>
          <p:cNvGrpSpPr/>
          <p:nvPr/>
        </p:nvGrpSpPr>
        <p:grpSpPr>
          <a:xfrm>
            <a:off x="73043" y="1545082"/>
            <a:ext cx="1426210" cy="1777364"/>
            <a:chOff x="73043" y="1545082"/>
            <a:chExt cx="1426210" cy="1777364"/>
          </a:xfrm>
        </p:grpSpPr>
        <p:sp>
          <p:nvSpPr>
            <p:cNvPr id="16" name="object 16"/>
            <p:cNvSpPr/>
            <p:nvPr/>
          </p:nvSpPr>
          <p:spPr>
            <a:xfrm>
              <a:off x="135013" y="1551432"/>
              <a:ext cx="0" cy="766445"/>
            </a:xfrm>
            <a:custGeom>
              <a:avLst/>
              <a:gdLst/>
              <a:ahLst/>
              <a:cxnLst/>
              <a:rect l="l" t="t" r="r" b="b"/>
              <a:pathLst>
                <a:path h="766444">
                  <a:moveTo>
                    <a:pt x="0" y="0"/>
                  </a:moveTo>
                  <a:lnTo>
                    <a:pt x="0" y="765937"/>
                  </a:lnTo>
                </a:path>
              </a:pathLst>
            </a:custGeom>
            <a:ln w="12700">
              <a:solidFill>
                <a:srgbClr val="4471C4"/>
              </a:solidFill>
              <a:prstDash val="sysDash"/>
            </a:ln>
          </p:spPr>
          <p:txBody>
            <a:bodyPr wrap="square" lIns="0" tIns="0" rIns="0" bIns="0" rtlCol="0"/>
            <a:lstStyle/>
            <a:p>
              <a:endParaRPr/>
            </a:p>
          </p:txBody>
        </p:sp>
        <p:pic>
          <p:nvPicPr>
            <p:cNvPr id="17" name="object 17"/>
            <p:cNvPicPr/>
            <p:nvPr/>
          </p:nvPicPr>
          <p:blipFill>
            <a:blip r:embed="rId5" cstate="print"/>
            <a:stretch>
              <a:fillRect/>
            </a:stretch>
          </p:blipFill>
          <p:spPr>
            <a:xfrm>
              <a:off x="73043" y="2276722"/>
              <a:ext cx="117463" cy="117463"/>
            </a:xfrm>
            <a:prstGeom prst="rect">
              <a:avLst/>
            </a:prstGeom>
          </p:spPr>
        </p:pic>
        <p:sp>
          <p:nvSpPr>
            <p:cNvPr id="18" name="object 18"/>
            <p:cNvSpPr/>
            <p:nvPr/>
          </p:nvSpPr>
          <p:spPr>
            <a:xfrm>
              <a:off x="110361" y="2293112"/>
              <a:ext cx="48895" cy="48895"/>
            </a:xfrm>
            <a:custGeom>
              <a:avLst/>
              <a:gdLst/>
              <a:ahLst/>
              <a:cxnLst/>
              <a:rect l="l" t="t" r="r" b="b"/>
              <a:pathLst>
                <a:path w="48894" h="48894">
                  <a:moveTo>
                    <a:pt x="24220" y="0"/>
                  </a:moveTo>
                  <a:lnTo>
                    <a:pt x="14792" y="1914"/>
                  </a:lnTo>
                  <a:lnTo>
                    <a:pt x="7093" y="7127"/>
                  </a:lnTo>
                  <a:lnTo>
                    <a:pt x="1903" y="14841"/>
                  </a:lnTo>
                  <a:lnTo>
                    <a:pt x="0" y="24257"/>
                  </a:lnTo>
                  <a:lnTo>
                    <a:pt x="1903" y="33672"/>
                  </a:lnTo>
                  <a:lnTo>
                    <a:pt x="7093" y="41386"/>
                  </a:lnTo>
                  <a:lnTo>
                    <a:pt x="14792" y="46599"/>
                  </a:lnTo>
                  <a:lnTo>
                    <a:pt x="24220" y="48513"/>
                  </a:lnTo>
                  <a:lnTo>
                    <a:pt x="33646" y="46599"/>
                  </a:lnTo>
                  <a:lnTo>
                    <a:pt x="41344" y="41386"/>
                  </a:lnTo>
                  <a:lnTo>
                    <a:pt x="46535" y="33672"/>
                  </a:lnTo>
                  <a:lnTo>
                    <a:pt x="48439" y="24257"/>
                  </a:lnTo>
                  <a:lnTo>
                    <a:pt x="46535" y="14841"/>
                  </a:lnTo>
                  <a:lnTo>
                    <a:pt x="41344" y="7127"/>
                  </a:lnTo>
                  <a:lnTo>
                    <a:pt x="33646" y="1914"/>
                  </a:lnTo>
                  <a:lnTo>
                    <a:pt x="24220" y="0"/>
                  </a:lnTo>
                  <a:close/>
                </a:path>
              </a:pathLst>
            </a:custGeom>
            <a:solidFill>
              <a:srgbClr val="4471C4"/>
            </a:solidFill>
          </p:spPr>
          <p:txBody>
            <a:bodyPr wrap="square" lIns="0" tIns="0" rIns="0" bIns="0" rtlCol="0"/>
            <a:lstStyle/>
            <a:p>
              <a:endParaRPr/>
            </a:p>
          </p:txBody>
        </p:sp>
        <p:sp>
          <p:nvSpPr>
            <p:cNvPr id="19" name="object 19"/>
            <p:cNvSpPr/>
            <p:nvPr/>
          </p:nvSpPr>
          <p:spPr>
            <a:xfrm>
              <a:off x="110361" y="2293112"/>
              <a:ext cx="48895" cy="48895"/>
            </a:xfrm>
            <a:custGeom>
              <a:avLst/>
              <a:gdLst/>
              <a:ahLst/>
              <a:cxnLst/>
              <a:rect l="l" t="t" r="r" b="b"/>
              <a:pathLst>
                <a:path w="48894" h="48894">
                  <a:moveTo>
                    <a:pt x="0" y="24257"/>
                  </a:moveTo>
                  <a:lnTo>
                    <a:pt x="1903" y="14841"/>
                  </a:lnTo>
                  <a:lnTo>
                    <a:pt x="7093" y="7127"/>
                  </a:lnTo>
                  <a:lnTo>
                    <a:pt x="14792" y="1914"/>
                  </a:lnTo>
                  <a:lnTo>
                    <a:pt x="24220" y="0"/>
                  </a:lnTo>
                  <a:lnTo>
                    <a:pt x="33646" y="1914"/>
                  </a:lnTo>
                  <a:lnTo>
                    <a:pt x="41344" y="7127"/>
                  </a:lnTo>
                  <a:lnTo>
                    <a:pt x="46535" y="14841"/>
                  </a:lnTo>
                  <a:lnTo>
                    <a:pt x="48439" y="24257"/>
                  </a:lnTo>
                  <a:lnTo>
                    <a:pt x="46535" y="33672"/>
                  </a:lnTo>
                  <a:lnTo>
                    <a:pt x="41344" y="41386"/>
                  </a:lnTo>
                  <a:lnTo>
                    <a:pt x="33646" y="46599"/>
                  </a:lnTo>
                  <a:lnTo>
                    <a:pt x="24220" y="48513"/>
                  </a:lnTo>
                  <a:lnTo>
                    <a:pt x="14792" y="46599"/>
                  </a:lnTo>
                  <a:lnTo>
                    <a:pt x="7093" y="41386"/>
                  </a:lnTo>
                  <a:lnTo>
                    <a:pt x="1903" y="33672"/>
                  </a:lnTo>
                  <a:lnTo>
                    <a:pt x="0" y="24257"/>
                  </a:lnTo>
                  <a:close/>
                </a:path>
              </a:pathLst>
            </a:custGeom>
            <a:ln w="6350">
              <a:solidFill>
                <a:srgbClr val="FFFFFF"/>
              </a:solidFill>
            </a:ln>
          </p:spPr>
          <p:txBody>
            <a:bodyPr wrap="square" lIns="0" tIns="0" rIns="0" bIns="0" rtlCol="0"/>
            <a:lstStyle/>
            <a:p>
              <a:endParaRPr/>
            </a:p>
          </p:txBody>
        </p:sp>
        <p:pic>
          <p:nvPicPr>
            <p:cNvPr id="20" name="object 20"/>
            <p:cNvPicPr/>
            <p:nvPr/>
          </p:nvPicPr>
          <p:blipFill>
            <a:blip r:embed="rId6" cstate="print"/>
            <a:stretch>
              <a:fillRect/>
            </a:stretch>
          </p:blipFill>
          <p:spPr>
            <a:xfrm>
              <a:off x="1299114" y="3063113"/>
              <a:ext cx="190309" cy="249809"/>
            </a:xfrm>
            <a:prstGeom prst="rect">
              <a:avLst/>
            </a:prstGeom>
          </p:spPr>
        </p:pic>
        <p:sp>
          <p:nvSpPr>
            <p:cNvPr id="21" name="object 21"/>
            <p:cNvSpPr/>
            <p:nvPr/>
          </p:nvSpPr>
          <p:spPr>
            <a:xfrm>
              <a:off x="1299114" y="3063113"/>
              <a:ext cx="190500" cy="250190"/>
            </a:xfrm>
            <a:custGeom>
              <a:avLst/>
              <a:gdLst/>
              <a:ahLst/>
              <a:cxnLst/>
              <a:rect l="l" t="t" r="r" b="b"/>
              <a:pathLst>
                <a:path w="190500" h="250189">
                  <a:moveTo>
                    <a:pt x="27908" y="221996"/>
                  </a:moveTo>
                  <a:lnTo>
                    <a:pt x="6977" y="190496"/>
                  </a:lnTo>
                  <a:lnTo>
                    <a:pt x="0" y="154686"/>
                  </a:lnTo>
                  <a:lnTo>
                    <a:pt x="6977" y="118875"/>
                  </a:lnTo>
                  <a:lnTo>
                    <a:pt x="27908" y="87375"/>
                  </a:lnTo>
                  <a:lnTo>
                    <a:pt x="46603" y="67419"/>
                  </a:lnTo>
                  <a:lnTo>
                    <a:pt x="64023" y="46212"/>
                  </a:lnTo>
                  <a:lnTo>
                    <a:pt x="80182" y="23743"/>
                  </a:lnTo>
                  <a:lnTo>
                    <a:pt x="95091" y="0"/>
                  </a:lnTo>
                  <a:lnTo>
                    <a:pt x="110019" y="23743"/>
                  </a:lnTo>
                  <a:lnTo>
                    <a:pt x="126222" y="46212"/>
                  </a:lnTo>
                  <a:lnTo>
                    <a:pt x="143686" y="67419"/>
                  </a:lnTo>
                  <a:lnTo>
                    <a:pt x="162401" y="87375"/>
                  </a:lnTo>
                  <a:lnTo>
                    <a:pt x="183332" y="118875"/>
                  </a:lnTo>
                  <a:lnTo>
                    <a:pt x="190309" y="154686"/>
                  </a:lnTo>
                  <a:lnTo>
                    <a:pt x="183332" y="190496"/>
                  </a:lnTo>
                  <a:lnTo>
                    <a:pt x="162401" y="221996"/>
                  </a:lnTo>
                  <a:lnTo>
                    <a:pt x="130903" y="242855"/>
                  </a:lnTo>
                  <a:lnTo>
                    <a:pt x="95107" y="249809"/>
                  </a:lnTo>
                  <a:lnTo>
                    <a:pt x="59334" y="242855"/>
                  </a:lnTo>
                  <a:lnTo>
                    <a:pt x="27908" y="221996"/>
                  </a:lnTo>
                  <a:close/>
                </a:path>
              </a:pathLst>
            </a:custGeom>
            <a:ln w="19050">
              <a:solidFill>
                <a:srgbClr val="4471C4"/>
              </a:solidFill>
            </a:ln>
          </p:spPr>
          <p:txBody>
            <a:bodyPr wrap="square" lIns="0" tIns="0" rIns="0" bIns="0" rtlCol="0"/>
            <a:lstStyle/>
            <a:p>
              <a:endParaRPr/>
            </a:p>
          </p:txBody>
        </p:sp>
        <p:pic>
          <p:nvPicPr>
            <p:cNvPr id="22" name="object 22"/>
            <p:cNvPicPr/>
            <p:nvPr/>
          </p:nvPicPr>
          <p:blipFill>
            <a:blip r:embed="rId7" cstate="print"/>
            <a:stretch>
              <a:fillRect/>
            </a:stretch>
          </p:blipFill>
          <p:spPr>
            <a:xfrm>
              <a:off x="1320292" y="3143758"/>
              <a:ext cx="147955" cy="148081"/>
            </a:xfrm>
            <a:prstGeom prst="rect">
              <a:avLst/>
            </a:prstGeom>
          </p:spPr>
        </p:pic>
      </p:grpSp>
      <p:sp>
        <p:nvSpPr>
          <p:cNvPr id="23" name="object 23"/>
          <p:cNvSpPr txBox="1"/>
          <p:nvPr/>
        </p:nvSpPr>
        <p:spPr>
          <a:xfrm>
            <a:off x="1516125" y="2561082"/>
            <a:ext cx="1993900" cy="785495"/>
          </a:xfrm>
          <a:prstGeom prst="rect">
            <a:avLst/>
          </a:prstGeom>
        </p:spPr>
        <p:txBody>
          <a:bodyPr vert="horz" wrap="square" lIns="0" tIns="34290" rIns="0" bIns="0" rtlCol="0">
            <a:spAutoFit/>
          </a:bodyPr>
          <a:lstStyle/>
          <a:p>
            <a:pPr marL="12700" marR="5080">
              <a:lnSpc>
                <a:spcPts val="1540"/>
              </a:lnSpc>
              <a:spcBef>
                <a:spcPts val="270"/>
              </a:spcBef>
            </a:pPr>
            <a:r>
              <a:rPr sz="1400" b="1" dirty="0">
                <a:solidFill>
                  <a:srgbClr val="525252"/>
                </a:solidFill>
                <a:latin typeface="Calibri"/>
                <a:cs typeface="Calibri"/>
              </a:rPr>
              <a:t>Global</a:t>
            </a:r>
            <a:r>
              <a:rPr sz="1400" b="1" spc="-25" dirty="0">
                <a:solidFill>
                  <a:srgbClr val="525252"/>
                </a:solidFill>
                <a:latin typeface="Calibri"/>
                <a:cs typeface="Calibri"/>
              </a:rPr>
              <a:t> </a:t>
            </a:r>
            <a:r>
              <a:rPr sz="1400" b="1" spc="-10" dirty="0">
                <a:solidFill>
                  <a:srgbClr val="525252"/>
                </a:solidFill>
                <a:latin typeface="Calibri"/>
                <a:cs typeface="Calibri"/>
              </a:rPr>
              <a:t>Telecommunication System</a:t>
            </a:r>
            <a:r>
              <a:rPr sz="1400" b="1" spc="-50" dirty="0">
                <a:solidFill>
                  <a:srgbClr val="525252"/>
                </a:solidFill>
                <a:latin typeface="Calibri"/>
                <a:cs typeface="Calibri"/>
              </a:rPr>
              <a:t> </a:t>
            </a:r>
            <a:r>
              <a:rPr sz="1400" b="1" spc="-10" dirty="0">
                <a:solidFill>
                  <a:srgbClr val="525252"/>
                </a:solidFill>
                <a:latin typeface="Calibri"/>
                <a:cs typeface="Calibri"/>
              </a:rPr>
              <a:t>(GTS)</a:t>
            </a:r>
            <a:endParaRPr sz="1400">
              <a:latin typeface="Calibri"/>
              <a:cs typeface="Calibri"/>
            </a:endParaRPr>
          </a:p>
          <a:p>
            <a:pPr marL="12700">
              <a:lnSpc>
                <a:spcPct val="100000"/>
              </a:lnSpc>
              <a:spcBef>
                <a:spcPts val="455"/>
              </a:spcBef>
            </a:pPr>
            <a:r>
              <a:rPr sz="1900" b="1" spc="-10" dirty="0">
                <a:solidFill>
                  <a:srgbClr val="525252"/>
                </a:solidFill>
                <a:latin typeface="Calibri"/>
                <a:cs typeface="Calibri"/>
              </a:rPr>
              <a:t>1970s</a:t>
            </a:r>
            <a:endParaRPr sz="1900">
              <a:latin typeface="Calibri"/>
              <a:cs typeface="Calibri"/>
            </a:endParaRPr>
          </a:p>
        </p:txBody>
      </p:sp>
      <p:grpSp>
        <p:nvGrpSpPr>
          <p:cNvPr id="24" name="object 24"/>
          <p:cNvGrpSpPr/>
          <p:nvPr/>
        </p:nvGrpSpPr>
        <p:grpSpPr>
          <a:xfrm>
            <a:off x="1333391" y="1312291"/>
            <a:ext cx="1424940" cy="1777364"/>
            <a:chOff x="1333391" y="1312291"/>
            <a:chExt cx="1424940" cy="1777364"/>
          </a:xfrm>
        </p:grpSpPr>
        <p:sp>
          <p:nvSpPr>
            <p:cNvPr id="25" name="object 25"/>
            <p:cNvSpPr/>
            <p:nvPr/>
          </p:nvSpPr>
          <p:spPr>
            <a:xfrm>
              <a:off x="1394206" y="2317369"/>
              <a:ext cx="0" cy="766445"/>
            </a:xfrm>
            <a:custGeom>
              <a:avLst/>
              <a:gdLst/>
              <a:ahLst/>
              <a:cxnLst/>
              <a:rect l="l" t="t" r="r" b="b"/>
              <a:pathLst>
                <a:path h="766444">
                  <a:moveTo>
                    <a:pt x="0" y="0"/>
                  </a:moveTo>
                  <a:lnTo>
                    <a:pt x="0" y="765936"/>
                  </a:lnTo>
                </a:path>
              </a:pathLst>
            </a:custGeom>
            <a:ln w="12700">
              <a:solidFill>
                <a:srgbClr val="4471C4"/>
              </a:solidFill>
              <a:prstDash val="sysDash"/>
            </a:ln>
          </p:spPr>
          <p:txBody>
            <a:bodyPr wrap="square" lIns="0" tIns="0" rIns="0" bIns="0" rtlCol="0"/>
            <a:lstStyle/>
            <a:p>
              <a:endParaRPr/>
            </a:p>
          </p:txBody>
        </p:sp>
        <p:pic>
          <p:nvPicPr>
            <p:cNvPr id="26" name="object 26"/>
            <p:cNvPicPr/>
            <p:nvPr/>
          </p:nvPicPr>
          <p:blipFill>
            <a:blip r:embed="rId8" cstate="print"/>
            <a:stretch>
              <a:fillRect/>
            </a:stretch>
          </p:blipFill>
          <p:spPr>
            <a:xfrm>
              <a:off x="1333391" y="2276722"/>
              <a:ext cx="117463" cy="117463"/>
            </a:xfrm>
            <a:prstGeom prst="rect">
              <a:avLst/>
            </a:prstGeom>
          </p:spPr>
        </p:pic>
        <p:sp>
          <p:nvSpPr>
            <p:cNvPr id="27" name="object 27"/>
            <p:cNvSpPr/>
            <p:nvPr/>
          </p:nvSpPr>
          <p:spPr>
            <a:xfrm>
              <a:off x="1369568" y="2293112"/>
              <a:ext cx="48895" cy="48895"/>
            </a:xfrm>
            <a:custGeom>
              <a:avLst/>
              <a:gdLst/>
              <a:ahLst/>
              <a:cxnLst/>
              <a:rect l="l" t="t" r="r" b="b"/>
              <a:pathLst>
                <a:path w="48894" h="48894">
                  <a:moveTo>
                    <a:pt x="24256" y="0"/>
                  </a:moveTo>
                  <a:lnTo>
                    <a:pt x="14841" y="1914"/>
                  </a:lnTo>
                  <a:lnTo>
                    <a:pt x="7127" y="7127"/>
                  </a:lnTo>
                  <a:lnTo>
                    <a:pt x="1914" y="14841"/>
                  </a:lnTo>
                  <a:lnTo>
                    <a:pt x="0" y="24257"/>
                  </a:lnTo>
                  <a:lnTo>
                    <a:pt x="1914" y="33672"/>
                  </a:lnTo>
                  <a:lnTo>
                    <a:pt x="7127" y="41386"/>
                  </a:lnTo>
                  <a:lnTo>
                    <a:pt x="14841" y="46599"/>
                  </a:lnTo>
                  <a:lnTo>
                    <a:pt x="24256" y="48513"/>
                  </a:lnTo>
                  <a:lnTo>
                    <a:pt x="33672" y="46599"/>
                  </a:lnTo>
                  <a:lnTo>
                    <a:pt x="41386" y="41386"/>
                  </a:lnTo>
                  <a:lnTo>
                    <a:pt x="46599" y="33672"/>
                  </a:lnTo>
                  <a:lnTo>
                    <a:pt x="48513" y="24257"/>
                  </a:lnTo>
                  <a:lnTo>
                    <a:pt x="46599" y="14841"/>
                  </a:lnTo>
                  <a:lnTo>
                    <a:pt x="41386" y="7127"/>
                  </a:lnTo>
                  <a:lnTo>
                    <a:pt x="33672" y="1914"/>
                  </a:lnTo>
                  <a:lnTo>
                    <a:pt x="24256" y="0"/>
                  </a:lnTo>
                  <a:close/>
                </a:path>
              </a:pathLst>
            </a:custGeom>
            <a:solidFill>
              <a:srgbClr val="4471C4"/>
            </a:solidFill>
          </p:spPr>
          <p:txBody>
            <a:bodyPr wrap="square" lIns="0" tIns="0" rIns="0" bIns="0" rtlCol="0"/>
            <a:lstStyle/>
            <a:p>
              <a:endParaRPr/>
            </a:p>
          </p:txBody>
        </p:sp>
        <p:sp>
          <p:nvSpPr>
            <p:cNvPr id="28" name="object 28"/>
            <p:cNvSpPr/>
            <p:nvPr/>
          </p:nvSpPr>
          <p:spPr>
            <a:xfrm>
              <a:off x="1369568" y="2293112"/>
              <a:ext cx="48895" cy="48895"/>
            </a:xfrm>
            <a:custGeom>
              <a:avLst/>
              <a:gdLst/>
              <a:ahLst/>
              <a:cxnLst/>
              <a:rect l="l" t="t" r="r" b="b"/>
              <a:pathLst>
                <a:path w="48894" h="48894">
                  <a:moveTo>
                    <a:pt x="0" y="24257"/>
                  </a:moveTo>
                  <a:lnTo>
                    <a:pt x="1914" y="14841"/>
                  </a:lnTo>
                  <a:lnTo>
                    <a:pt x="7127" y="7127"/>
                  </a:lnTo>
                  <a:lnTo>
                    <a:pt x="14841" y="1914"/>
                  </a:lnTo>
                  <a:lnTo>
                    <a:pt x="24256" y="0"/>
                  </a:lnTo>
                  <a:lnTo>
                    <a:pt x="33672" y="1914"/>
                  </a:lnTo>
                  <a:lnTo>
                    <a:pt x="41386" y="7127"/>
                  </a:lnTo>
                  <a:lnTo>
                    <a:pt x="46599" y="14841"/>
                  </a:lnTo>
                  <a:lnTo>
                    <a:pt x="48513" y="24257"/>
                  </a:lnTo>
                  <a:lnTo>
                    <a:pt x="46599" y="33672"/>
                  </a:lnTo>
                  <a:lnTo>
                    <a:pt x="41386" y="41386"/>
                  </a:lnTo>
                  <a:lnTo>
                    <a:pt x="33672" y="46599"/>
                  </a:lnTo>
                  <a:lnTo>
                    <a:pt x="24256" y="48513"/>
                  </a:lnTo>
                  <a:lnTo>
                    <a:pt x="14841" y="46599"/>
                  </a:lnTo>
                  <a:lnTo>
                    <a:pt x="7127" y="41386"/>
                  </a:lnTo>
                  <a:lnTo>
                    <a:pt x="1914" y="33672"/>
                  </a:lnTo>
                  <a:lnTo>
                    <a:pt x="0" y="24257"/>
                  </a:lnTo>
                  <a:close/>
                </a:path>
              </a:pathLst>
            </a:custGeom>
            <a:ln w="6350">
              <a:solidFill>
                <a:srgbClr val="FFFFFF"/>
              </a:solidFill>
            </a:ln>
          </p:spPr>
          <p:txBody>
            <a:bodyPr wrap="square" lIns="0" tIns="0" rIns="0" bIns="0" rtlCol="0"/>
            <a:lstStyle/>
            <a:p>
              <a:endParaRPr/>
            </a:p>
          </p:txBody>
        </p:sp>
        <p:pic>
          <p:nvPicPr>
            <p:cNvPr id="29" name="object 29"/>
            <p:cNvPicPr/>
            <p:nvPr/>
          </p:nvPicPr>
          <p:blipFill>
            <a:blip r:embed="rId9" cstate="print"/>
            <a:stretch>
              <a:fillRect/>
            </a:stretch>
          </p:blipFill>
          <p:spPr>
            <a:xfrm>
              <a:off x="2558319" y="1321816"/>
              <a:ext cx="190309" cy="249809"/>
            </a:xfrm>
            <a:prstGeom prst="rect">
              <a:avLst/>
            </a:prstGeom>
          </p:spPr>
        </p:pic>
        <p:sp>
          <p:nvSpPr>
            <p:cNvPr id="30" name="object 30"/>
            <p:cNvSpPr/>
            <p:nvPr/>
          </p:nvSpPr>
          <p:spPr>
            <a:xfrm>
              <a:off x="2558319" y="1321816"/>
              <a:ext cx="190500" cy="250190"/>
            </a:xfrm>
            <a:custGeom>
              <a:avLst/>
              <a:gdLst/>
              <a:ahLst/>
              <a:cxnLst/>
              <a:rect l="l" t="t" r="r" b="b"/>
              <a:pathLst>
                <a:path w="190500" h="250190">
                  <a:moveTo>
                    <a:pt x="162401" y="27812"/>
                  </a:moveTo>
                  <a:lnTo>
                    <a:pt x="183332" y="59312"/>
                  </a:lnTo>
                  <a:lnTo>
                    <a:pt x="190309" y="95123"/>
                  </a:lnTo>
                  <a:lnTo>
                    <a:pt x="183332" y="130933"/>
                  </a:lnTo>
                  <a:lnTo>
                    <a:pt x="162401" y="162433"/>
                  </a:lnTo>
                  <a:lnTo>
                    <a:pt x="143706" y="182389"/>
                  </a:lnTo>
                  <a:lnTo>
                    <a:pt x="126285" y="203596"/>
                  </a:lnTo>
                  <a:lnTo>
                    <a:pt x="110126" y="226065"/>
                  </a:lnTo>
                  <a:lnTo>
                    <a:pt x="95218" y="249809"/>
                  </a:lnTo>
                  <a:lnTo>
                    <a:pt x="80236" y="226065"/>
                  </a:lnTo>
                  <a:lnTo>
                    <a:pt x="64039" y="203596"/>
                  </a:lnTo>
                  <a:lnTo>
                    <a:pt x="46605" y="182389"/>
                  </a:lnTo>
                  <a:lnTo>
                    <a:pt x="27908" y="162433"/>
                  </a:lnTo>
                  <a:lnTo>
                    <a:pt x="6977" y="130933"/>
                  </a:lnTo>
                  <a:lnTo>
                    <a:pt x="0" y="95123"/>
                  </a:lnTo>
                  <a:lnTo>
                    <a:pt x="6977" y="59312"/>
                  </a:lnTo>
                  <a:lnTo>
                    <a:pt x="27908" y="27812"/>
                  </a:lnTo>
                  <a:lnTo>
                    <a:pt x="59352" y="6953"/>
                  </a:lnTo>
                  <a:lnTo>
                    <a:pt x="95154" y="0"/>
                  </a:lnTo>
                  <a:lnTo>
                    <a:pt x="130956" y="6953"/>
                  </a:lnTo>
                  <a:lnTo>
                    <a:pt x="162401" y="27812"/>
                  </a:lnTo>
                  <a:close/>
                </a:path>
              </a:pathLst>
            </a:custGeom>
            <a:ln w="19050">
              <a:solidFill>
                <a:srgbClr val="4471C4"/>
              </a:solidFill>
            </a:ln>
          </p:spPr>
          <p:txBody>
            <a:bodyPr wrap="square" lIns="0" tIns="0" rIns="0" bIns="0" rtlCol="0"/>
            <a:lstStyle/>
            <a:p>
              <a:endParaRPr/>
            </a:p>
          </p:txBody>
        </p:sp>
        <p:pic>
          <p:nvPicPr>
            <p:cNvPr id="31" name="object 31"/>
            <p:cNvPicPr/>
            <p:nvPr/>
          </p:nvPicPr>
          <p:blipFill>
            <a:blip r:embed="rId10" cstate="print"/>
            <a:stretch>
              <a:fillRect/>
            </a:stretch>
          </p:blipFill>
          <p:spPr>
            <a:xfrm>
              <a:off x="2579497" y="1342898"/>
              <a:ext cx="147954" cy="148081"/>
            </a:xfrm>
            <a:prstGeom prst="rect">
              <a:avLst/>
            </a:prstGeom>
          </p:spPr>
        </p:pic>
      </p:grpSp>
      <p:sp>
        <p:nvSpPr>
          <p:cNvPr id="32" name="object 32"/>
          <p:cNvSpPr txBox="1"/>
          <p:nvPr/>
        </p:nvSpPr>
        <p:spPr>
          <a:xfrm>
            <a:off x="2740914" y="1125958"/>
            <a:ext cx="1952625" cy="906144"/>
          </a:xfrm>
          <a:prstGeom prst="rect">
            <a:avLst/>
          </a:prstGeom>
        </p:spPr>
        <p:txBody>
          <a:bodyPr vert="horz" wrap="square" lIns="0" tIns="116839" rIns="0" bIns="0" rtlCol="0">
            <a:spAutoFit/>
          </a:bodyPr>
          <a:lstStyle/>
          <a:p>
            <a:pPr marL="12700">
              <a:lnSpc>
                <a:spcPct val="100000"/>
              </a:lnSpc>
              <a:spcBef>
                <a:spcPts val="919"/>
              </a:spcBef>
            </a:pPr>
            <a:r>
              <a:rPr sz="1900" b="1" spc="-20" dirty="0">
                <a:solidFill>
                  <a:srgbClr val="525252"/>
                </a:solidFill>
                <a:latin typeface="Calibri"/>
                <a:cs typeface="Calibri"/>
              </a:rPr>
              <a:t>2007</a:t>
            </a:r>
            <a:endParaRPr sz="1900">
              <a:latin typeface="Calibri"/>
              <a:cs typeface="Calibri"/>
            </a:endParaRPr>
          </a:p>
          <a:p>
            <a:pPr marL="12700" marR="5080">
              <a:lnSpc>
                <a:spcPts val="1540"/>
              </a:lnSpc>
              <a:spcBef>
                <a:spcPts val="785"/>
              </a:spcBef>
            </a:pPr>
            <a:r>
              <a:rPr sz="1400" b="1" dirty="0">
                <a:solidFill>
                  <a:srgbClr val="212A35"/>
                </a:solidFill>
                <a:latin typeface="Calibri"/>
                <a:cs typeface="Calibri"/>
              </a:rPr>
              <a:t>WMO</a:t>
            </a:r>
            <a:r>
              <a:rPr sz="1400" b="1" spc="-10" dirty="0">
                <a:solidFill>
                  <a:srgbClr val="212A35"/>
                </a:solidFill>
                <a:latin typeface="Calibri"/>
                <a:cs typeface="Calibri"/>
              </a:rPr>
              <a:t> Information</a:t>
            </a:r>
            <a:r>
              <a:rPr sz="1400" b="1" spc="-20" dirty="0">
                <a:solidFill>
                  <a:srgbClr val="212A35"/>
                </a:solidFill>
                <a:latin typeface="Calibri"/>
                <a:cs typeface="Calibri"/>
              </a:rPr>
              <a:t> </a:t>
            </a:r>
            <a:r>
              <a:rPr sz="1400" b="1" spc="-10" dirty="0">
                <a:solidFill>
                  <a:srgbClr val="212A35"/>
                </a:solidFill>
                <a:latin typeface="Calibri"/>
                <a:cs typeface="Calibri"/>
              </a:rPr>
              <a:t>System (WIS)</a:t>
            </a:r>
            <a:endParaRPr sz="1400">
              <a:latin typeface="Calibri"/>
              <a:cs typeface="Calibri"/>
            </a:endParaRPr>
          </a:p>
        </p:txBody>
      </p:sp>
      <p:grpSp>
        <p:nvGrpSpPr>
          <p:cNvPr id="33" name="object 33"/>
          <p:cNvGrpSpPr/>
          <p:nvPr/>
        </p:nvGrpSpPr>
        <p:grpSpPr>
          <a:xfrm>
            <a:off x="2592215" y="1545082"/>
            <a:ext cx="1425575" cy="1777364"/>
            <a:chOff x="2592215" y="1545082"/>
            <a:chExt cx="1425575" cy="1777364"/>
          </a:xfrm>
        </p:grpSpPr>
        <p:sp>
          <p:nvSpPr>
            <p:cNvPr id="34" name="object 34"/>
            <p:cNvSpPr/>
            <p:nvPr/>
          </p:nvSpPr>
          <p:spPr>
            <a:xfrm>
              <a:off x="2653537" y="1551432"/>
              <a:ext cx="0" cy="766445"/>
            </a:xfrm>
            <a:custGeom>
              <a:avLst/>
              <a:gdLst/>
              <a:ahLst/>
              <a:cxnLst/>
              <a:rect l="l" t="t" r="r" b="b"/>
              <a:pathLst>
                <a:path h="766444">
                  <a:moveTo>
                    <a:pt x="0" y="0"/>
                  </a:moveTo>
                  <a:lnTo>
                    <a:pt x="0" y="765937"/>
                  </a:lnTo>
                </a:path>
              </a:pathLst>
            </a:custGeom>
            <a:ln w="12700">
              <a:solidFill>
                <a:srgbClr val="4471C4"/>
              </a:solidFill>
              <a:prstDash val="sysDash"/>
            </a:ln>
          </p:spPr>
          <p:txBody>
            <a:bodyPr wrap="square" lIns="0" tIns="0" rIns="0" bIns="0" rtlCol="0"/>
            <a:lstStyle/>
            <a:p>
              <a:endParaRPr/>
            </a:p>
          </p:txBody>
        </p:sp>
        <p:pic>
          <p:nvPicPr>
            <p:cNvPr id="35" name="object 35"/>
            <p:cNvPicPr/>
            <p:nvPr/>
          </p:nvPicPr>
          <p:blipFill>
            <a:blip r:embed="rId11" cstate="print"/>
            <a:stretch>
              <a:fillRect/>
            </a:stretch>
          </p:blipFill>
          <p:spPr>
            <a:xfrm>
              <a:off x="2592215" y="2276722"/>
              <a:ext cx="117463" cy="117463"/>
            </a:xfrm>
            <a:prstGeom prst="rect">
              <a:avLst/>
            </a:prstGeom>
          </p:spPr>
        </p:pic>
        <p:sp>
          <p:nvSpPr>
            <p:cNvPr id="36" name="object 36"/>
            <p:cNvSpPr/>
            <p:nvPr/>
          </p:nvSpPr>
          <p:spPr>
            <a:xfrm>
              <a:off x="2628772" y="2293112"/>
              <a:ext cx="48895" cy="48895"/>
            </a:xfrm>
            <a:custGeom>
              <a:avLst/>
              <a:gdLst/>
              <a:ahLst/>
              <a:cxnLst/>
              <a:rect l="l" t="t" r="r" b="b"/>
              <a:pathLst>
                <a:path w="48894" h="48894">
                  <a:moveTo>
                    <a:pt x="24256" y="0"/>
                  </a:moveTo>
                  <a:lnTo>
                    <a:pt x="14841" y="1914"/>
                  </a:lnTo>
                  <a:lnTo>
                    <a:pt x="7127" y="7127"/>
                  </a:lnTo>
                  <a:lnTo>
                    <a:pt x="1914" y="14841"/>
                  </a:lnTo>
                  <a:lnTo>
                    <a:pt x="0" y="24257"/>
                  </a:lnTo>
                  <a:lnTo>
                    <a:pt x="1914" y="33672"/>
                  </a:lnTo>
                  <a:lnTo>
                    <a:pt x="7127" y="41386"/>
                  </a:lnTo>
                  <a:lnTo>
                    <a:pt x="14841" y="46599"/>
                  </a:lnTo>
                  <a:lnTo>
                    <a:pt x="24256" y="48513"/>
                  </a:lnTo>
                  <a:lnTo>
                    <a:pt x="33726" y="46599"/>
                  </a:lnTo>
                  <a:lnTo>
                    <a:pt x="41433" y="41386"/>
                  </a:lnTo>
                  <a:lnTo>
                    <a:pt x="46616" y="33672"/>
                  </a:lnTo>
                  <a:lnTo>
                    <a:pt x="48513" y="24257"/>
                  </a:lnTo>
                  <a:lnTo>
                    <a:pt x="46616" y="14841"/>
                  </a:lnTo>
                  <a:lnTo>
                    <a:pt x="41433" y="7127"/>
                  </a:lnTo>
                  <a:lnTo>
                    <a:pt x="33726" y="1914"/>
                  </a:lnTo>
                  <a:lnTo>
                    <a:pt x="24256" y="0"/>
                  </a:lnTo>
                  <a:close/>
                </a:path>
              </a:pathLst>
            </a:custGeom>
            <a:solidFill>
              <a:srgbClr val="4471C4"/>
            </a:solidFill>
          </p:spPr>
          <p:txBody>
            <a:bodyPr wrap="square" lIns="0" tIns="0" rIns="0" bIns="0" rtlCol="0"/>
            <a:lstStyle/>
            <a:p>
              <a:endParaRPr/>
            </a:p>
          </p:txBody>
        </p:sp>
        <p:sp>
          <p:nvSpPr>
            <p:cNvPr id="37" name="object 37"/>
            <p:cNvSpPr/>
            <p:nvPr/>
          </p:nvSpPr>
          <p:spPr>
            <a:xfrm>
              <a:off x="2628772" y="2293112"/>
              <a:ext cx="48895" cy="48895"/>
            </a:xfrm>
            <a:custGeom>
              <a:avLst/>
              <a:gdLst/>
              <a:ahLst/>
              <a:cxnLst/>
              <a:rect l="l" t="t" r="r" b="b"/>
              <a:pathLst>
                <a:path w="48894" h="48894">
                  <a:moveTo>
                    <a:pt x="0" y="24257"/>
                  </a:moveTo>
                  <a:lnTo>
                    <a:pt x="1914" y="14841"/>
                  </a:lnTo>
                  <a:lnTo>
                    <a:pt x="7127" y="7127"/>
                  </a:lnTo>
                  <a:lnTo>
                    <a:pt x="14841" y="1914"/>
                  </a:lnTo>
                  <a:lnTo>
                    <a:pt x="24256" y="0"/>
                  </a:lnTo>
                  <a:lnTo>
                    <a:pt x="33726" y="1914"/>
                  </a:lnTo>
                  <a:lnTo>
                    <a:pt x="41433" y="7127"/>
                  </a:lnTo>
                  <a:lnTo>
                    <a:pt x="46616" y="14841"/>
                  </a:lnTo>
                  <a:lnTo>
                    <a:pt x="48513" y="24257"/>
                  </a:lnTo>
                  <a:lnTo>
                    <a:pt x="46616" y="33672"/>
                  </a:lnTo>
                  <a:lnTo>
                    <a:pt x="41433" y="41386"/>
                  </a:lnTo>
                  <a:lnTo>
                    <a:pt x="33726" y="46599"/>
                  </a:lnTo>
                  <a:lnTo>
                    <a:pt x="24256" y="48513"/>
                  </a:lnTo>
                  <a:lnTo>
                    <a:pt x="14841" y="46599"/>
                  </a:lnTo>
                  <a:lnTo>
                    <a:pt x="7127" y="41386"/>
                  </a:lnTo>
                  <a:lnTo>
                    <a:pt x="1914" y="33672"/>
                  </a:lnTo>
                  <a:lnTo>
                    <a:pt x="0" y="24257"/>
                  </a:lnTo>
                  <a:close/>
                </a:path>
              </a:pathLst>
            </a:custGeom>
            <a:ln w="6350">
              <a:solidFill>
                <a:srgbClr val="FFFFFF"/>
              </a:solidFill>
            </a:ln>
          </p:spPr>
          <p:txBody>
            <a:bodyPr wrap="square" lIns="0" tIns="0" rIns="0" bIns="0" rtlCol="0"/>
            <a:lstStyle/>
            <a:p>
              <a:endParaRPr/>
            </a:p>
          </p:txBody>
        </p:sp>
        <p:pic>
          <p:nvPicPr>
            <p:cNvPr id="38" name="object 38"/>
            <p:cNvPicPr/>
            <p:nvPr/>
          </p:nvPicPr>
          <p:blipFill>
            <a:blip r:embed="rId12" cstate="print"/>
            <a:stretch>
              <a:fillRect/>
            </a:stretch>
          </p:blipFill>
          <p:spPr>
            <a:xfrm>
              <a:off x="3817619" y="3063113"/>
              <a:ext cx="190245" cy="249809"/>
            </a:xfrm>
            <a:prstGeom prst="rect">
              <a:avLst/>
            </a:prstGeom>
          </p:spPr>
        </p:pic>
        <p:sp>
          <p:nvSpPr>
            <p:cNvPr id="39" name="object 39"/>
            <p:cNvSpPr/>
            <p:nvPr/>
          </p:nvSpPr>
          <p:spPr>
            <a:xfrm>
              <a:off x="3817619" y="3063113"/>
              <a:ext cx="190500" cy="250190"/>
            </a:xfrm>
            <a:custGeom>
              <a:avLst/>
              <a:gdLst/>
              <a:ahLst/>
              <a:cxnLst/>
              <a:rect l="l" t="t" r="r" b="b"/>
              <a:pathLst>
                <a:path w="190500" h="250189">
                  <a:moveTo>
                    <a:pt x="27812" y="221996"/>
                  </a:moveTo>
                  <a:lnTo>
                    <a:pt x="6953" y="190496"/>
                  </a:lnTo>
                  <a:lnTo>
                    <a:pt x="0" y="154686"/>
                  </a:lnTo>
                  <a:lnTo>
                    <a:pt x="6953" y="118875"/>
                  </a:lnTo>
                  <a:lnTo>
                    <a:pt x="27812" y="87375"/>
                  </a:lnTo>
                  <a:lnTo>
                    <a:pt x="46527" y="67419"/>
                  </a:lnTo>
                  <a:lnTo>
                    <a:pt x="63992" y="46212"/>
                  </a:lnTo>
                  <a:lnTo>
                    <a:pt x="80194" y="23743"/>
                  </a:lnTo>
                  <a:lnTo>
                    <a:pt x="95122" y="0"/>
                  </a:lnTo>
                  <a:lnTo>
                    <a:pt x="110033" y="23743"/>
                  </a:lnTo>
                  <a:lnTo>
                    <a:pt x="126206" y="46212"/>
                  </a:lnTo>
                  <a:lnTo>
                    <a:pt x="143664" y="67419"/>
                  </a:lnTo>
                  <a:lnTo>
                    <a:pt x="162432" y="87375"/>
                  </a:lnTo>
                  <a:lnTo>
                    <a:pt x="183292" y="118875"/>
                  </a:lnTo>
                  <a:lnTo>
                    <a:pt x="190245" y="154686"/>
                  </a:lnTo>
                  <a:lnTo>
                    <a:pt x="183292" y="190496"/>
                  </a:lnTo>
                  <a:lnTo>
                    <a:pt x="162432" y="221996"/>
                  </a:lnTo>
                  <a:lnTo>
                    <a:pt x="130933" y="242855"/>
                  </a:lnTo>
                  <a:lnTo>
                    <a:pt x="95123" y="249809"/>
                  </a:lnTo>
                  <a:lnTo>
                    <a:pt x="59312" y="242855"/>
                  </a:lnTo>
                  <a:lnTo>
                    <a:pt x="27812" y="221996"/>
                  </a:lnTo>
                  <a:close/>
                </a:path>
              </a:pathLst>
            </a:custGeom>
            <a:ln w="19050">
              <a:solidFill>
                <a:srgbClr val="4471C4"/>
              </a:solidFill>
            </a:ln>
          </p:spPr>
          <p:txBody>
            <a:bodyPr wrap="square" lIns="0" tIns="0" rIns="0" bIns="0" rtlCol="0"/>
            <a:lstStyle/>
            <a:p>
              <a:endParaRPr/>
            </a:p>
          </p:txBody>
        </p:sp>
        <p:pic>
          <p:nvPicPr>
            <p:cNvPr id="40" name="object 40"/>
            <p:cNvPicPr/>
            <p:nvPr/>
          </p:nvPicPr>
          <p:blipFill>
            <a:blip r:embed="rId4" cstate="print"/>
            <a:stretch>
              <a:fillRect/>
            </a:stretch>
          </p:blipFill>
          <p:spPr>
            <a:xfrm>
              <a:off x="3838702" y="3143758"/>
              <a:ext cx="148082" cy="148081"/>
            </a:xfrm>
            <a:prstGeom prst="rect">
              <a:avLst/>
            </a:prstGeom>
          </p:spPr>
        </p:pic>
      </p:grpSp>
      <p:sp>
        <p:nvSpPr>
          <p:cNvPr id="41" name="object 41"/>
          <p:cNvSpPr txBox="1"/>
          <p:nvPr/>
        </p:nvSpPr>
        <p:spPr>
          <a:xfrm>
            <a:off x="4035044" y="2561082"/>
            <a:ext cx="2101850" cy="785495"/>
          </a:xfrm>
          <a:prstGeom prst="rect">
            <a:avLst/>
          </a:prstGeom>
        </p:spPr>
        <p:txBody>
          <a:bodyPr vert="horz" wrap="square" lIns="0" tIns="34290" rIns="0" bIns="0" rtlCol="0">
            <a:spAutoFit/>
          </a:bodyPr>
          <a:lstStyle/>
          <a:p>
            <a:pPr marL="12700" marR="5080">
              <a:lnSpc>
                <a:spcPts val="1540"/>
              </a:lnSpc>
              <a:spcBef>
                <a:spcPts val="270"/>
              </a:spcBef>
            </a:pPr>
            <a:r>
              <a:rPr sz="1400" b="1" dirty="0">
                <a:solidFill>
                  <a:srgbClr val="385622"/>
                </a:solidFill>
                <a:latin typeface="Calibri"/>
                <a:cs typeface="Calibri"/>
              </a:rPr>
              <a:t>WMO</a:t>
            </a:r>
            <a:r>
              <a:rPr sz="1400" b="1" spc="-45" dirty="0">
                <a:solidFill>
                  <a:srgbClr val="385622"/>
                </a:solidFill>
                <a:latin typeface="Calibri"/>
                <a:cs typeface="Calibri"/>
              </a:rPr>
              <a:t> </a:t>
            </a:r>
            <a:r>
              <a:rPr sz="1400" b="1" spc="-10" dirty="0">
                <a:solidFill>
                  <a:srgbClr val="385622"/>
                </a:solidFill>
                <a:latin typeface="Calibri"/>
                <a:cs typeface="Calibri"/>
              </a:rPr>
              <a:t>Reform</a:t>
            </a:r>
            <a:r>
              <a:rPr sz="1400" b="1" spc="-50" dirty="0">
                <a:solidFill>
                  <a:srgbClr val="385622"/>
                </a:solidFill>
                <a:latin typeface="Calibri"/>
                <a:cs typeface="Calibri"/>
              </a:rPr>
              <a:t> </a:t>
            </a:r>
            <a:r>
              <a:rPr sz="1400" b="1" dirty="0">
                <a:solidFill>
                  <a:srgbClr val="385622"/>
                </a:solidFill>
                <a:latin typeface="Calibri"/>
                <a:cs typeface="Calibri"/>
              </a:rPr>
              <a:t>(Earth</a:t>
            </a:r>
            <a:r>
              <a:rPr sz="1400" b="1" spc="-35" dirty="0">
                <a:solidFill>
                  <a:srgbClr val="385622"/>
                </a:solidFill>
                <a:latin typeface="Calibri"/>
                <a:cs typeface="Calibri"/>
              </a:rPr>
              <a:t> </a:t>
            </a:r>
            <a:r>
              <a:rPr sz="1400" b="1" spc="-10" dirty="0">
                <a:solidFill>
                  <a:srgbClr val="385622"/>
                </a:solidFill>
                <a:latin typeface="Calibri"/>
                <a:cs typeface="Calibri"/>
              </a:rPr>
              <a:t>System Approach)</a:t>
            </a:r>
            <a:endParaRPr sz="1400">
              <a:latin typeface="Calibri"/>
              <a:cs typeface="Calibri"/>
            </a:endParaRPr>
          </a:p>
          <a:p>
            <a:pPr marL="12700">
              <a:lnSpc>
                <a:spcPct val="100000"/>
              </a:lnSpc>
              <a:spcBef>
                <a:spcPts val="455"/>
              </a:spcBef>
            </a:pPr>
            <a:r>
              <a:rPr sz="1900" b="1" spc="-20" dirty="0">
                <a:solidFill>
                  <a:srgbClr val="385622"/>
                </a:solidFill>
                <a:latin typeface="Calibri"/>
                <a:cs typeface="Calibri"/>
              </a:rPr>
              <a:t>2019</a:t>
            </a:r>
            <a:endParaRPr sz="1900">
              <a:latin typeface="Calibri"/>
              <a:cs typeface="Calibri"/>
            </a:endParaRPr>
          </a:p>
        </p:txBody>
      </p:sp>
      <p:grpSp>
        <p:nvGrpSpPr>
          <p:cNvPr id="42" name="object 42"/>
          <p:cNvGrpSpPr/>
          <p:nvPr/>
        </p:nvGrpSpPr>
        <p:grpSpPr>
          <a:xfrm>
            <a:off x="3851039" y="1312291"/>
            <a:ext cx="1425575" cy="1777364"/>
            <a:chOff x="3851039" y="1312291"/>
            <a:chExt cx="1425575" cy="1777364"/>
          </a:xfrm>
        </p:grpSpPr>
        <p:sp>
          <p:nvSpPr>
            <p:cNvPr id="43" name="object 43"/>
            <p:cNvSpPr/>
            <p:nvPr/>
          </p:nvSpPr>
          <p:spPr>
            <a:xfrm>
              <a:off x="3912743" y="2317369"/>
              <a:ext cx="0" cy="766445"/>
            </a:xfrm>
            <a:custGeom>
              <a:avLst/>
              <a:gdLst/>
              <a:ahLst/>
              <a:cxnLst/>
              <a:rect l="l" t="t" r="r" b="b"/>
              <a:pathLst>
                <a:path h="766444">
                  <a:moveTo>
                    <a:pt x="0" y="0"/>
                  </a:moveTo>
                  <a:lnTo>
                    <a:pt x="0" y="765936"/>
                  </a:lnTo>
                </a:path>
              </a:pathLst>
            </a:custGeom>
            <a:ln w="12700">
              <a:solidFill>
                <a:srgbClr val="4471C4"/>
              </a:solidFill>
              <a:prstDash val="sysDash"/>
            </a:ln>
          </p:spPr>
          <p:txBody>
            <a:bodyPr wrap="square" lIns="0" tIns="0" rIns="0" bIns="0" rtlCol="0"/>
            <a:lstStyle/>
            <a:p>
              <a:endParaRPr/>
            </a:p>
          </p:txBody>
        </p:sp>
        <p:pic>
          <p:nvPicPr>
            <p:cNvPr id="44" name="object 44"/>
            <p:cNvPicPr/>
            <p:nvPr/>
          </p:nvPicPr>
          <p:blipFill>
            <a:blip r:embed="rId13" cstate="print"/>
            <a:stretch>
              <a:fillRect/>
            </a:stretch>
          </p:blipFill>
          <p:spPr>
            <a:xfrm>
              <a:off x="3851039" y="2276722"/>
              <a:ext cx="117463" cy="117463"/>
            </a:xfrm>
            <a:prstGeom prst="rect">
              <a:avLst/>
            </a:prstGeom>
          </p:spPr>
        </p:pic>
        <p:sp>
          <p:nvSpPr>
            <p:cNvPr id="45" name="object 45"/>
            <p:cNvSpPr/>
            <p:nvPr/>
          </p:nvSpPr>
          <p:spPr>
            <a:xfrm>
              <a:off x="3888105" y="2293112"/>
              <a:ext cx="48895" cy="48895"/>
            </a:xfrm>
            <a:custGeom>
              <a:avLst/>
              <a:gdLst/>
              <a:ahLst/>
              <a:cxnLst/>
              <a:rect l="l" t="t" r="r" b="b"/>
              <a:pathLst>
                <a:path w="48895" h="48894">
                  <a:moveTo>
                    <a:pt x="24130" y="0"/>
                  </a:moveTo>
                  <a:lnTo>
                    <a:pt x="14733" y="1914"/>
                  </a:lnTo>
                  <a:lnTo>
                    <a:pt x="7064" y="7127"/>
                  </a:lnTo>
                  <a:lnTo>
                    <a:pt x="1895" y="14841"/>
                  </a:lnTo>
                  <a:lnTo>
                    <a:pt x="0" y="24257"/>
                  </a:lnTo>
                  <a:lnTo>
                    <a:pt x="1895" y="33672"/>
                  </a:lnTo>
                  <a:lnTo>
                    <a:pt x="7064" y="41386"/>
                  </a:lnTo>
                  <a:lnTo>
                    <a:pt x="14733" y="46599"/>
                  </a:lnTo>
                  <a:lnTo>
                    <a:pt x="24130" y="48513"/>
                  </a:lnTo>
                  <a:lnTo>
                    <a:pt x="33599" y="46599"/>
                  </a:lnTo>
                  <a:lnTo>
                    <a:pt x="41306" y="41386"/>
                  </a:lnTo>
                  <a:lnTo>
                    <a:pt x="46489" y="33672"/>
                  </a:lnTo>
                  <a:lnTo>
                    <a:pt x="48387" y="24257"/>
                  </a:lnTo>
                  <a:lnTo>
                    <a:pt x="46489" y="14841"/>
                  </a:lnTo>
                  <a:lnTo>
                    <a:pt x="41306" y="7127"/>
                  </a:lnTo>
                  <a:lnTo>
                    <a:pt x="33599" y="1914"/>
                  </a:lnTo>
                  <a:lnTo>
                    <a:pt x="24130" y="0"/>
                  </a:lnTo>
                  <a:close/>
                </a:path>
              </a:pathLst>
            </a:custGeom>
            <a:solidFill>
              <a:srgbClr val="4471C4"/>
            </a:solidFill>
          </p:spPr>
          <p:txBody>
            <a:bodyPr wrap="square" lIns="0" tIns="0" rIns="0" bIns="0" rtlCol="0"/>
            <a:lstStyle/>
            <a:p>
              <a:endParaRPr/>
            </a:p>
          </p:txBody>
        </p:sp>
        <p:sp>
          <p:nvSpPr>
            <p:cNvPr id="46" name="object 46"/>
            <p:cNvSpPr/>
            <p:nvPr/>
          </p:nvSpPr>
          <p:spPr>
            <a:xfrm>
              <a:off x="3888105" y="2293112"/>
              <a:ext cx="48895" cy="48895"/>
            </a:xfrm>
            <a:custGeom>
              <a:avLst/>
              <a:gdLst/>
              <a:ahLst/>
              <a:cxnLst/>
              <a:rect l="l" t="t" r="r" b="b"/>
              <a:pathLst>
                <a:path w="48895" h="48894">
                  <a:moveTo>
                    <a:pt x="0" y="24257"/>
                  </a:moveTo>
                  <a:lnTo>
                    <a:pt x="1895" y="14841"/>
                  </a:lnTo>
                  <a:lnTo>
                    <a:pt x="7064" y="7127"/>
                  </a:lnTo>
                  <a:lnTo>
                    <a:pt x="14733" y="1914"/>
                  </a:lnTo>
                  <a:lnTo>
                    <a:pt x="24130" y="0"/>
                  </a:lnTo>
                  <a:lnTo>
                    <a:pt x="33599" y="1914"/>
                  </a:lnTo>
                  <a:lnTo>
                    <a:pt x="41306" y="7127"/>
                  </a:lnTo>
                  <a:lnTo>
                    <a:pt x="46489" y="14841"/>
                  </a:lnTo>
                  <a:lnTo>
                    <a:pt x="48387" y="24257"/>
                  </a:lnTo>
                  <a:lnTo>
                    <a:pt x="46489" y="33672"/>
                  </a:lnTo>
                  <a:lnTo>
                    <a:pt x="41306" y="41386"/>
                  </a:lnTo>
                  <a:lnTo>
                    <a:pt x="33599" y="46599"/>
                  </a:lnTo>
                  <a:lnTo>
                    <a:pt x="24130" y="48513"/>
                  </a:lnTo>
                  <a:lnTo>
                    <a:pt x="14733" y="46599"/>
                  </a:lnTo>
                  <a:lnTo>
                    <a:pt x="7064" y="41386"/>
                  </a:lnTo>
                  <a:lnTo>
                    <a:pt x="1895" y="33672"/>
                  </a:lnTo>
                  <a:lnTo>
                    <a:pt x="0" y="24257"/>
                  </a:lnTo>
                  <a:close/>
                </a:path>
              </a:pathLst>
            </a:custGeom>
            <a:ln w="6350">
              <a:solidFill>
                <a:srgbClr val="FFFFFF"/>
              </a:solidFill>
            </a:ln>
          </p:spPr>
          <p:txBody>
            <a:bodyPr wrap="square" lIns="0" tIns="0" rIns="0" bIns="0" rtlCol="0"/>
            <a:lstStyle/>
            <a:p>
              <a:endParaRPr/>
            </a:p>
          </p:txBody>
        </p:sp>
        <p:pic>
          <p:nvPicPr>
            <p:cNvPr id="47" name="object 47"/>
            <p:cNvPicPr/>
            <p:nvPr/>
          </p:nvPicPr>
          <p:blipFill>
            <a:blip r:embed="rId14" cstate="print"/>
            <a:stretch>
              <a:fillRect/>
            </a:stretch>
          </p:blipFill>
          <p:spPr>
            <a:xfrm>
              <a:off x="5076825" y="1321816"/>
              <a:ext cx="190246" cy="249809"/>
            </a:xfrm>
            <a:prstGeom prst="rect">
              <a:avLst/>
            </a:prstGeom>
          </p:spPr>
        </p:pic>
        <p:sp>
          <p:nvSpPr>
            <p:cNvPr id="48" name="object 48"/>
            <p:cNvSpPr/>
            <p:nvPr/>
          </p:nvSpPr>
          <p:spPr>
            <a:xfrm>
              <a:off x="5076825" y="1321816"/>
              <a:ext cx="190500" cy="250190"/>
            </a:xfrm>
            <a:custGeom>
              <a:avLst/>
              <a:gdLst/>
              <a:ahLst/>
              <a:cxnLst/>
              <a:rect l="l" t="t" r="r" b="b"/>
              <a:pathLst>
                <a:path w="190500" h="250190">
                  <a:moveTo>
                    <a:pt x="162433" y="27812"/>
                  </a:moveTo>
                  <a:lnTo>
                    <a:pt x="183292" y="59312"/>
                  </a:lnTo>
                  <a:lnTo>
                    <a:pt x="190246" y="95123"/>
                  </a:lnTo>
                  <a:lnTo>
                    <a:pt x="183292" y="130933"/>
                  </a:lnTo>
                  <a:lnTo>
                    <a:pt x="162433" y="162433"/>
                  </a:lnTo>
                  <a:lnTo>
                    <a:pt x="143718" y="182389"/>
                  </a:lnTo>
                  <a:lnTo>
                    <a:pt x="126253" y="203596"/>
                  </a:lnTo>
                  <a:lnTo>
                    <a:pt x="110051" y="226065"/>
                  </a:lnTo>
                  <a:lnTo>
                    <a:pt x="95123" y="249809"/>
                  </a:lnTo>
                  <a:lnTo>
                    <a:pt x="80194" y="226065"/>
                  </a:lnTo>
                  <a:lnTo>
                    <a:pt x="63992" y="203596"/>
                  </a:lnTo>
                  <a:lnTo>
                    <a:pt x="46527" y="182389"/>
                  </a:lnTo>
                  <a:lnTo>
                    <a:pt x="27812" y="162433"/>
                  </a:lnTo>
                  <a:lnTo>
                    <a:pt x="6953" y="130933"/>
                  </a:lnTo>
                  <a:lnTo>
                    <a:pt x="0" y="95123"/>
                  </a:lnTo>
                  <a:lnTo>
                    <a:pt x="6953" y="59312"/>
                  </a:lnTo>
                  <a:lnTo>
                    <a:pt x="27812" y="27812"/>
                  </a:lnTo>
                  <a:lnTo>
                    <a:pt x="59312" y="6953"/>
                  </a:lnTo>
                  <a:lnTo>
                    <a:pt x="95123" y="0"/>
                  </a:lnTo>
                  <a:lnTo>
                    <a:pt x="130933" y="6953"/>
                  </a:lnTo>
                  <a:lnTo>
                    <a:pt x="162433" y="27812"/>
                  </a:lnTo>
                  <a:close/>
                </a:path>
              </a:pathLst>
            </a:custGeom>
            <a:ln w="19049">
              <a:solidFill>
                <a:srgbClr val="4471C4"/>
              </a:solidFill>
            </a:ln>
          </p:spPr>
          <p:txBody>
            <a:bodyPr wrap="square" lIns="0" tIns="0" rIns="0" bIns="0" rtlCol="0"/>
            <a:lstStyle/>
            <a:p>
              <a:endParaRPr/>
            </a:p>
          </p:txBody>
        </p:sp>
        <p:pic>
          <p:nvPicPr>
            <p:cNvPr id="49" name="object 49"/>
            <p:cNvPicPr/>
            <p:nvPr/>
          </p:nvPicPr>
          <p:blipFill>
            <a:blip r:embed="rId15" cstate="print"/>
            <a:stretch>
              <a:fillRect/>
            </a:stretch>
          </p:blipFill>
          <p:spPr>
            <a:xfrm>
              <a:off x="5097907" y="1342898"/>
              <a:ext cx="148081" cy="148081"/>
            </a:xfrm>
            <a:prstGeom prst="rect">
              <a:avLst/>
            </a:prstGeom>
          </p:spPr>
        </p:pic>
      </p:grpSp>
      <p:sp>
        <p:nvSpPr>
          <p:cNvPr id="50" name="object 50"/>
          <p:cNvSpPr txBox="1"/>
          <p:nvPr/>
        </p:nvSpPr>
        <p:spPr>
          <a:xfrm>
            <a:off x="5294503" y="1125958"/>
            <a:ext cx="1903095" cy="906144"/>
          </a:xfrm>
          <a:prstGeom prst="rect">
            <a:avLst/>
          </a:prstGeom>
        </p:spPr>
        <p:txBody>
          <a:bodyPr vert="horz" wrap="square" lIns="0" tIns="116839" rIns="0" bIns="0" rtlCol="0">
            <a:spAutoFit/>
          </a:bodyPr>
          <a:lstStyle/>
          <a:p>
            <a:pPr marL="12700">
              <a:lnSpc>
                <a:spcPct val="100000"/>
              </a:lnSpc>
              <a:spcBef>
                <a:spcPts val="919"/>
              </a:spcBef>
            </a:pPr>
            <a:r>
              <a:rPr sz="1900" b="1" spc="-20" dirty="0">
                <a:solidFill>
                  <a:srgbClr val="525252"/>
                </a:solidFill>
                <a:latin typeface="Calibri"/>
                <a:cs typeface="Calibri"/>
              </a:rPr>
              <a:t>2021</a:t>
            </a:r>
            <a:endParaRPr sz="1900">
              <a:latin typeface="Calibri"/>
              <a:cs typeface="Calibri"/>
            </a:endParaRPr>
          </a:p>
          <a:p>
            <a:pPr marL="12700" marR="5080">
              <a:lnSpc>
                <a:spcPts val="1540"/>
              </a:lnSpc>
              <a:spcBef>
                <a:spcPts val="785"/>
              </a:spcBef>
            </a:pPr>
            <a:r>
              <a:rPr sz="1400" b="1" dirty="0">
                <a:solidFill>
                  <a:srgbClr val="7B7B7B"/>
                </a:solidFill>
                <a:latin typeface="Calibri"/>
                <a:cs typeface="Calibri"/>
              </a:rPr>
              <a:t>WMO</a:t>
            </a:r>
            <a:r>
              <a:rPr sz="1400" b="1" spc="-45" dirty="0">
                <a:solidFill>
                  <a:srgbClr val="7B7B7B"/>
                </a:solidFill>
                <a:latin typeface="Calibri"/>
                <a:cs typeface="Calibri"/>
              </a:rPr>
              <a:t> </a:t>
            </a:r>
            <a:r>
              <a:rPr sz="1400" b="1" dirty="0">
                <a:solidFill>
                  <a:srgbClr val="7B7B7B"/>
                </a:solidFill>
                <a:latin typeface="Calibri"/>
                <a:cs typeface="Calibri"/>
              </a:rPr>
              <a:t>Unified</a:t>
            </a:r>
            <a:r>
              <a:rPr sz="1400" b="1" spc="-45" dirty="0">
                <a:solidFill>
                  <a:srgbClr val="7B7B7B"/>
                </a:solidFill>
                <a:latin typeface="Calibri"/>
                <a:cs typeface="Calibri"/>
              </a:rPr>
              <a:t> </a:t>
            </a:r>
            <a:r>
              <a:rPr sz="1400" b="1" dirty="0">
                <a:solidFill>
                  <a:srgbClr val="7B7B7B"/>
                </a:solidFill>
                <a:latin typeface="Calibri"/>
                <a:cs typeface="Calibri"/>
              </a:rPr>
              <a:t>Data</a:t>
            </a:r>
            <a:r>
              <a:rPr sz="1400" b="1" spc="-65" dirty="0">
                <a:solidFill>
                  <a:srgbClr val="7B7B7B"/>
                </a:solidFill>
                <a:latin typeface="Calibri"/>
                <a:cs typeface="Calibri"/>
              </a:rPr>
              <a:t> </a:t>
            </a:r>
            <a:r>
              <a:rPr sz="1400" b="1" spc="-10" dirty="0">
                <a:solidFill>
                  <a:srgbClr val="7B7B7B"/>
                </a:solidFill>
                <a:latin typeface="Calibri"/>
                <a:cs typeface="Calibri"/>
              </a:rPr>
              <a:t>Policy </a:t>
            </a:r>
            <a:r>
              <a:rPr sz="1400" b="1" dirty="0">
                <a:solidFill>
                  <a:srgbClr val="7B7B7B"/>
                </a:solidFill>
                <a:latin typeface="Calibri"/>
                <a:cs typeface="Calibri"/>
              </a:rPr>
              <a:t>(Core,</a:t>
            </a:r>
            <a:r>
              <a:rPr sz="1400" b="1" spc="-45" dirty="0">
                <a:solidFill>
                  <a:srgbClr val="7B7B7B"/>
                </a:solidFill>
                <a:latin typeface="Calibri"/>
                <a:cs typeface="Calibri"/>
              </a:rPr>
              <a:t> </a:t>
            </a:r>
            <a:r>
              <a:rPr sz="1400" b="1" spc="-10" dirty="0">
                <a:solidFill>
                  <a:srgbClr val="7B7B7B"/>
                </a:solidFill>
                <a:latin typeface="Calibri"/>
                <a:cs typeface="Calibri"/>
              </a:rPr>
              <a:t>Recommended)</a:t>
            </a:r>
            <a:endParaRPr sz="1400">
              <a:latin typeface="Calibri"/>
              <a:cs typeface="Calibri"/>
            </a:endParaRPr>
          </a:p>
        </p:txBody>
      </p:sp>
      <p:grpSp>
        <p:nvGrpSpPr>
          <p:cNvPr id="51" name="object 51"/>
          <p:cNvGrpSpPr/>
          <p:nvPr/>
        </p:nvGrpSpPr>
        <p:grpSpPr>
          <a:xfrm>
            <a:off x="5109863" y="1551432"/>
            <a:ext cx="117475" cy="843280"/>
            <a:chOff x="5109863" y="1551432"/>
            <a:chExt cx="117475" cy="843280"/>
          </a:xfrm>
        </p:grpSpPr>
        <p:sp>
          <p:nvSpPr>
            <p:cNvPr id="52" name="object 52"/>
            <p:cNvSpPr/>
            <p:nvPr/>
          </p:nvSpPr>
          <p:spPr>
            <a:xfrm>
              <a:off x="5171948" y="1551432"/>
              <a:ext cx="0" cy="766445"/>
            </a:xfrm>
            <a:custGeom>
              <a:avLst/>
              <a:gdLst/>
              <a:ahLst/>
              <a:cxnLst/>
              <a:rect l="l" t="t" r="r" b="b"/>
              <a:pathLst>
                <a:path h="766444">
                  <a:moveTo>
                    <a:pt x="0" y="0"/>
                  </a:moveTo>
                  <a:lnTo>
                    <a:pt x="0" y="765937"/>
                  </a:lnTo>
                </a:path>
              </a:pathLst>
            </a:custGeom>
            <a:ln w="12700">
              <a:solidFill>
                <a:srgbClr val="4471C4"/>
              </a:solidFill>
              <a:prstDash val="sysDash"/>
            </a:ln>
          </p:spPr>
          <p:txBody>
            <a:bodyPr wrap="square" lIns="0" tIns="0" rIns="0" bIns="0" rtlCol="0"/>
            <a:lstStyle/>
            <a:p>
              <a:endParaRPr/>
            </a:p>
          </p:txBody>
        </p:sp>
        <p:pic>
          <p:nvPicPr>
            <p:cNvPr id="53" name="object 53"/>
            <p:cNvPicPr/>
            <p:nvPr/>
          </p:nvPicPr>
          <p:blipFill>
            <a:blip r:embed="rId5" cstate="print"/>
            <a:stretch>
              <a:fillRect/>
            </a:stretch>
          </p:blipFill>
          <p:spPr>
            <a:xfrm>
              <a:off x="5109863" y="2276722"/>
              <a:ext cx="117463" cy="117463"/>
            </a:xfrm>
            <a:prstGeom prst="rect">
              <a:avLst/>
            </a:prstGeom>
          </p:spPr>
        </p:pic>
        <p:sp>
          <p:nvSpPr>
            <p:cNvPr id="54" name="object 54"/>
            <p:cNvSpPr/>
            <p:nvPr/>
          </p:nvSpPr>
          <p:spPr>
            <a:xfrm>
              <a:off x="5147310" y="2293112"/>
              <a:ext cx="48895" cy="48895"/>
            </a:xfrm>
            <a:custGeom>
              <a:avLst/>
              <a:gdLst/>
              <a:ahLst/>
              <a:cxnLst/>
              <a:rect l="l" t="t" r="r" b="b"/>
              <a:pathLst>
                <a:path w="48895" h="48894">
                  <a:moveTo>
                    <a:pt x="24256" y="0"/>
                  </a:moveTo>
                  <a:lnTo>
                    <a:pt x="14787" y="1914"/>
                  </a:lnTo>
                  <a:lnTo>
                    <a:pt x="7080" y="7127"/>
                  </a:lnTo>
                  <a:lnTo>
                    <a:pt x="1897" y="14841"/>
                  </a:lnTo>
                  <a:lnTo>
                    <a:pt x="0" y="24257"/>
                  </a:lnTo>
                  <a:lnTo>
                    <a:pt x="1897" y="33672"/>
                  </a:lnTo>
                  <a:lnTo>
                    <a:pt x="7080" y="41386"/>
                  </a:lnTo>
                  <a:lnTo>
                    <a:pt x="14787" y="46599"/>
                  </a:lnTo>
                  <a:lnTo>
                    <a:pt x="24256" y="48513"/>
                  </a:lnTo>
                  <a:lnTo>
                    <a:pt x="33653" y="46599"/>
                  </a:lnTo>
                  <a:lnTo>
                    <a:pt x="41322" y="41386"/>
                  </a:lnTo>
                  <a:lnTo>
                    <a:pt x="46491" y="33672"/>
                  </a:lnTo>
                  <a:lnTo>
                    <a:pt x="48387" y="24257"/>
                  </a:lnTo>
                  <a:lnTo>
                    <a:pt x="46491" y="14841"/>
                  </a:lnTo>
                  <a:lnTo>
                    <a:pt x="41322" y="7127"/>
                  </a:lnTo>
                  <a:lnTo>
                    <a:pt x="33653" y="1914"/>
                  </a:lnTo>
                  <a:lnTo>
                    <a:pt x="24256" y="0"/>
                  </a:lnTo>
                  <a:close/>
                </a:path>
              </a:pathLst>
            </a:custGeom>
            <a:solidFill>
              <a:srgbClr val="4471C4"/>
            </a:solidFill>
          </p:spPr>
          <p:txBody>
            <a:bodyPr wrap="square" lIns="0" tIns="0" rIns="0" bIns="0" rtlCol="0"/>
            <a:lstStyle/>
            <a:p>
              <a:endParaRPr/>
            </a:p>
          </p:txBody>
        </p:sp>
        <p:sp>
          <p:nvSpPr>
            <p:cNvPr id="55" name="object 55"/>
            <p:cNvSpPr/>
            <p:nvPr/>
          </p:nvSpPr>
          <p:spPr>
            <a:xfrm>
              <a:off x="5147310" y="2293112"/>
              <a:ext cx="48895" cy="48895"/>
            </a:xfrm>
            <a:custGeom>
              <a:avLst/>
              <a:gdLst/>
              <a:ahLst/>
              <a:cxnLst/>
              <a:rect l="l" t="t" r="r" b="b"/>
              <a:pathLst>
                <a:path w="48895" h="48894">
                  <a:moveTo>
                    <a:pt x="0" y="24257"/>
                  </a:moveTo>
                  <a:lnTo>
                    <a:pt x="1897" y="14841"/>
                  </a:lnTo>
                  <a:lnTo>
                    <a:pt x="7080" y="7127"/>
                  </a:lnTo>
                  <a:lnTo>
                    <a:pt x="14787" y="1914"/>
                  </a:lnTo>
                  <a:lnTo>
                    <a:pt x="24256" y="0"/>
                  </a:lnTo>
                  <a:lnTo>
                    <a:pt x="33653" y="1914"/>
                  </a:lnTo>
                  <a:lnTo>
                    <a:pt x="41322" y="7127"/>
                  </a:lnTo>
                  <a:lnTo>
                    <a:pt x="46491" y="14841"/>
                  </a:lnTo>
                  <a:lnTo>
                    <a:pt x="48387" y="24257"/>
                  </a:lnTo>
                  <a:lnTo>
                    <a:pt x="46491" y="33672"/>
                  </a:lnTo>
                  <a:lnTo>
                    <a:pt x="41322" y="41386"/>
                  </a:lnTo>
                  <a:lnTo>
                    <a:pt x="33653" y="46599"/>
                  </a:lnTo>
                  <a:lnTo>
                    <a:pt x="24256" y="48513"/>
                  </a:lnTo>
                  <a:lnTo>
                    <a:pt x="14787" y="46599"/>
                  </a:lnTo>
                  <a:lnTo>
                    <a:pt x="7080" y="41386"/>
                  </a:lnTo>
                  <a:lnTo>
                    <a:pt x="1897" y="33672"/>
                  </a:lnTo>
                  <a:lnTo>
                    <a:pt x="0" y="24257"/>
                  </a:lnTo>
                  <a:close/>
                </a:path>
              </a:pathLst>
            </a:custGeom>
            <a:ln w="6350">
              <a:solidFill>
                <a:srgbClr val="FFFFFF"/>
              </a:solidFill>
            </a:ln>
          </p:spPr>
          <p:txBody>
            <a:bodyPr wrap="square" lIns="0" tIns="0" rIns="0" bIns="0" rtlCol="0"/>
            <a:lstStyle/>
            <a:p>
              <a:endParaRPr/>
            </a:p>
          </p:txBody>
        </p:sp>
      </p:grpSp>
      <p:pic>
        <p:nvPicPr>
          <p:cNvPr id="56" name="object 56" descr="Image result for ietf logo"/>
          <p:cNvPicPr/>
          <p:nvPr/>
        </p:nvPicPr>
        <p:blipFill>
          <a:blip r:embed="rId16" cstate="print"/>
          <a:stretch>
            <a:fillRect/>
          </a:stretch>
        </p:blipFill>
        <p:spPr>
          <a:xfrm>
            <a:off x="2689098" y="5227332"/>
            <a:ext cx="769480" cy="410514"/>
          </a:xfrm>
          <a:prstGeom prst="rect">
            <a:avLst/>
          </a:prstGeom>
        </p:spPr>
      </p:pic>
      <p:pic>
        <p:nvPicPr>
          <p:cNvPr id="57" name="object 57" descr="Image result for w3c logo"/>
          <p:cNvPicPr/>
          <p:nvPr/>
        </p:nvPicPr>
        <p:blipFill>
          <a:blip r:embed="rId17" cstate="print"/>
          <a:stretch>
            <a:fillRect/>
          </a:stretch>
        </p:blipFill>
        <p:spPr>
          <a:xfrm>
            <a:off x="1897633" y="4936947"/>
            <a:ext cx="602818" cy="410514"/>
          </a:xfrm>
          <a:prstGeom prst="rect">
            <a:avLst/>
          </a:prstGeom>
        </p:spPr>
      </p:pic>
      <p:pic>
        <p:nvPicPr>
          <p:cNvPr id="58" name="object 58" descr="IndoorGML OGC"/>
          <p:cNvPicPr/>
          <p:nvPr/>
        </p:nvPicPr>
        <p:blipFill>
          <a:blip r:embed="rId18" cstate="print"/>
          <a:stretch>
            <a:fillRect/>
          </a:stretch>
        </p:blipFill>
        <p:spPr>
          <a:xfrm>
            <a:off x="2062988" y="4300461"/>
            <a:ext cx="874839" cy="440194"/>
          </a:xfrm>
          <a:prstGeom prst="rect">
            <a:avLst/>
          </a:prstGeom>
        </p:spPr>
      </p:pic>
      <p:grpSp>
        <p:nvGrpSpPr>
          <p:cNvPr id="59" name="object 59"/>
          <p:cNvGrpSpPr/>
          <p:nvPr/>
        </p:nvGrpSpPr>
        <p:grpSpPr>
          <a:xfrm>
            <a:off x="2987338" y="4247591"/>
            <a:ext cx="1661160" cy="1415415"/>
            <a:chOff x="2987338" y="4247591"/>
            <a:chExt cx="1661160" cy="1415415"/>
          </a:xfrm>
        </p:grpSpPr>
        <p:pic>
          <p:nvPicPr>
            <p:cNvPr id="60" name="object 60"/>
            <p:cNvPicPr/>
            <p:nvPr/>
          </p:nvPicPr>
          <p:blipFill>
            <a:blip r:embed="rId19" cstate="print"/>
            <a:stretch>
              <a:fillRect/>
            </a:stretch>
          </p:blipFill>
          <p:spPr>
            <a:xfrm>
              <a:off x="2987338" y="4641062"/>
              <a:ext cx="940272" cy="495211"/>
            </a:xfrm>
            <a:prstGeom prst="rect">
              <a:avLst/>
            </a:prstGeom>
          </p:spPr>
        </p:pic>
        <p:pic>
          <p:nvPicPr>
            <p:cNvPr id="61" name="object 61" descr="4 Ways Cloud Computing Can Save Money | TechnologyAdvice"/>
            <p:cNvPicPr/>
            <p:nvPr/>
          </p:nvPicPr>
          <p:blipFill>
            <a:blip r:embed="rId20" cstate="print"/>
            <a:stretch>
              <a:fillRect/>
            </a:stretch>
          </p:blipFill>
          <p:spPr>
            <a:xfrm>
              <a:off x="3951224" y="4247591"/>
              <a:ext cx="697255" cy="493064"/>
            </a:xfrm>
            <a:prstGeom prst="rect">
              <a:avLst/>
            </a:prstGeom>
          </p:spPr>
        </p:pic>
        <p:pic>
          <p:nvPicPr>
            <p:cNvPr id="62" name="object 62" descr="API Integration Quick Start – RunSignup Blog"/>
            <p:cNvPicPr/>
            <p:nvPr/>
          </p:nvPicPr>
          <p:blipFill>
            <a:blip r:embed="rId21" cstate="print"/>
            <a:stretch>
              <a:fillRect/>
            </a:stretch>
          </p:blipFill>
          <p:spPr>
            <a:xfrm>
              <a:off x="3764787" y="5032070"/>
              <a:ext cx="809967" cy="630809"/>
            </a:xfrm>
            <a:prstGeom prst="rect">
              <a:avLst/>
            </a:prstGeom>
          </p:spPr>
        </p:pic>
      </p:grpSp>
      <p:sp>
        <p:nvSpPr>
          <p:cNvPr id="63" name="object 63"/>
          <p:cNvSpPr txBox="1"/>
          <p:nvPr/>
        </p:nvSpPr>
        <p:spPr>
          <a:xfrm>
            <a:off x="6401815" y="4512945"/>
            <a:ext cx="5425440" cy="2080260"/>
          </a:xfrm>
          <a:prstGeom prst="rect">
            <a:avLst/>
          </a:prstGeom>
        </p:spPr>
        <p:txBody>
          <a:bodyPr vert="horz" wrap="square" lIns="0" tIns="12065" rIns="0" bIns="0" rtlCol="0">
            <a:spAutoFit/>
          </a:bodyPr>
          <a:lstStyle/>
          <a:p>
            <a:pPr marL="12700" marR="5080">
              <a:lnSpc>
                <a:spcPct val="100000"/>
              </a:lnSpc>
              <a:spcBef>
                <a:spcPts val="95"/>
              </a:spcBef>
            </a:pPr>
            <a:r>
              <a:rPr sz="1600" i="1" dirty="0">
                <a:solidFill>
                  <a:srgbClr val="202429"/>
                </a:solidFill>
                <a:latin typeface="Trebuchet MS"/>
                <a:cs typeface="Trebuchet MS"/>
              </a:rPr>
              <a:t>WIS</a:t>
            </a:r>
            <a:r>
              <a:rPr sz="1600" i="1" spc="-120" dirty="0">
                <a:solidFill>
                  <a:srgbClr val="202429"/>
                </a:solidFill>
                <a:latin typeface="Trebuchet MS"/>
                <a:cs typeface="Trebuchet MS"/>
              </a:rPr>
              <a:t> </a:t>
            </a:r>
            <a:r>
              <a:rPr sz="1600" i="1" spc="-50" dirty="0">
                <a:solidFill>
                  <a:srgbClr val="202429"/>
                </a:solidFill>
                <a:latin typeface="Trebuchet MS"/>
                <a:cs typeface="Trebuchet MS"/>
              </a:rPr>
              <a:t>2.0</a:t>
            </a:r>
            <a:r>
              <a:rPr sz="1600" i="1" spc="-100" dirty="0">
                <a:solidFill>
                  <a:srgbClr val="202429"/>
                </a:solidFill>
                <a:latin typeface="Trebuchet MS"/>
                <a:cs typeface="Trebuchet MS"/>
              </a:rPr>
              <a:t> </a:t>
            </a:r>
            <a:r>
              <a:rPr sz="1600" i="1" dirty="0">
                <a:solidFill>
                  <a:srgbClr val="202429"/>
                </a:solidFill>
                <a:latin typeface="Trebuchet MS"/>
                <a:cs typeface="Trebuchet MS"/>
              </a:rPr>
              <a:t>has</a:t>
            </a:r>
            <a:r>
              <a:rPr sz="1600" i="1" spc="-75" dirty="0">
                <a:solidFill>
                  <a:srgbClr val="202429"/>
                </a:solidFill>
                <a:latin typeface="Trebuchet MS"/>
                <a:cs typeface="Trebuchet MS"/>
              </a:rPr>
              <a:t> </a:t>
            </a:r>
            <a:r>
              <a:rPr sz="1600" i="1" spc="-10" dirty="0">
                <a:solidFill>
                  <a:srgbClr val="202429"/>
                </a:solidFill>
                <a:latin typeface="Trebuchet MS"/>
                <a:cs typeface="Trebuchet MS"/>
              </a:rPr>
              <a:t>been</a:t>
            </a:r>
            <a:r>
              <a:rPr sz="1600" i="1" spc="-95" dirty="0">
                <a:solidFill>
                  <a:srgbClr val="202429"/>
                </a:solidFill>
                <a:latin typeface="Trebuchet MS"/>
                <a:cs typeface="Trebuchet MS"/>
              </a:rPr>
              <a:t> </a:t>
            </a:r>
            <a:r>
              <a:rPr sz="1600" i="1" spc="-10" dirty="0">
                <a:solidFill>
                  <a:srgbClr val="202429"/>
                </a:solidFill>
                <a:latin typeface="Trebuchet MS"/>
                <a:cs typeface="Trebuchet MS"/>
              </a:rPr>
              <a:t>designed</a:t>
            </a:r>
            <a:r>
              <a:rPr sz="1600" i="1" spc="-85" dirty="0">
                <a:solidFill>
                  <a:srgbClr val="202429"/>
                </a:solidFill>
                <a:latin typeface="Trebuchet MS"/>
                <a:cs typeface="Trebuchet MS"/>
              </a:rPr>
              <a:t> </a:t>
            </a:r>
            <a:r>
              <a:rPr sz="1600" i="1" spc="-90" dirty="0">
                <a:solidFill>
                  <a:srgbClr val="202429"/>
                </a:solidFill>
                <a:latin typeface="Trebuchet MS"/>
                <a:cs typeface="Trebuchet MS"/>
              </a:rPr>
              <a:t>to </a:t>
            </a:r>
            <a:r>
              <a:rPr sz="1600" i="1" dirty="0">
                <a:solidFill>
                  <a:srgbClr val="202429"/>
                </a:solidFill>
                <a:latin typeface="Trebuchet MS"/>
                <a:cs typeface="Trebuchet MS"/>
              </a:rPr>
              <a:t>address</a:t>
            </a:r>
            <a:r>
              <a:rPr sz="1600" i="1" spc="-95" dirty="0">
                <a:solidFill>
                  <a:srgbClr val="202429"/>
                </a:solidFill>
                <a:latin typeface="Trebuchet MS"/>
                <a:cs typeface="Trebuchet MS"/>
              </a:rPr>
              <a:t> </a:t>
            </a:r>
            <a:r>
              <a:rPr sz="1600" i="1" spc="-65" dirty="0">
                <a:solidFill>
                  <a:srgbClr val="202429"/>
                </a:solidFill>
                <a:latin typeface="Trebuchet MS"/>
                <a:cs typeface="Trebuchet MS"/>
              </a:rPr>
              <a:t>current</a:t>
            </a:r>
            <a:r>
              <a:rPr sz="1600" i="1" spc="-50" dirty="0">
                <a:solidFill>
                  <a:srgbClr val="202429"/>
                </a:solidFill>
                <a:latin typeface="Trebuchet MS"/>
                <a:cs typeface="Trebuchet MS"/>
              </a:rPr>
              <a:t> </a:t>
            </a:r>
            <a:r>
              <a:rPr sz="1600" i="1" dirty="0">
                <a:solidFill>
                  <a:srgbClr val="202429"/>
                </a:solidFill>
                <a:latin typeface="Trebuchet MS"/>
                <a:cs typeface="Trebuchet MS"/>
              </a:rPr>
              <a:t>WIS</a:t>
            </a:r>
            <a:r>
              <a:rPr sz="1600" i="1" spc="-114" dirty="0">
                <a:solidFill>
                  <a:srgbClr val="202429"/>
                </a:solidFill>
                <a:latin typeface="Trebuchet MS"/>
                <a:cs typeface="Trebuchet MS"/>
              </a:rPr>
              <a:t> </a:t>
            </a:r>
            <a:r>
              <a:rPr sz="1600" i="1" dirty="0">
                <a:solidFill>
                  <a:srgbClr val="202429"/>
                </a:solidFill>
                <a:latin typeface="Trebuchet MS"/>
                <a:cs typeface="Trebuchet MS"/>
              </a:rPr>
              <a:t>and</a:t>
            </a:r>
            <a:r>
              <a:rPr sz="1600" i="1" spc="-85" dirty="0">
                <a:solidFill>
                  <a:srgbClr val="202429"/>
                </a:solidFill>
                <a:latin typeface="Trebuchet MS"/>
                <a:cs typeface="Trebuchet MS"/>
              </a:rPr>
              <a:t> </a:t>
            </a:r>
            <a:r>
              <a:rPr sz="1600" i="1" spc="-25" dirty="0">
                <a:solidFill>
                  <a:srgbClr val="202429"/>
                </a:solidFill>
                <a:latin typeface="Trebuchet MS"/>
                <a:cs typeface="Trebuchet MS"/>
              </a:rPr>
              <a:t>GTS </a:t>
            </a:r>
            <a:r>
              <a:rPr sz="1600" i="1" dirty="0">
                <a:solidFill>
                  <a:srgbClr val="202429"/>
                </a:solidFill>
                <a:latin typeface="Trebuchet MS"/>
                <a:cs typeface="Trebuchet MS"/>
              </a:rPr>
              <a:t>issues,</a:t>
            </a:r>
            <a:r>
              <a:rPr sz="1600" i="1" spc="-135" dirty="0">
                <a:solidFill>
                  <a:srgbClr val="202429"/>
                </a:solidFill>
                <a:latin typeface="Trebuchet MS"/>
                <a:cs typeface="Trebuchet MS"/>
              </a:rPr>
              <a:t> </a:t>
            </a:r>
            <a:r>
              <a:rPr sz="1600" i="1" spc="-90" dirty="0">
                <a:solidFill>
                  <a:srgbClr val="202429"/>
                </a:solidFill>
                <a:latin typeface="Trebuchet MS"/>
                <a:cs typeface="Trebuchet MS"/>
              </a:rPr>
              <a:t>to</a:t>
            </a:r>
            <a:r>
              <a:rPr sz="1600" i="1" spc="-114" dirty="0">
                <a:solidFill>
                  <a:srgbClr val="202429"/>
                </a:solidFill>
                <a:latin typeface="Trebuchet MS"/>
                <a:cs typeface="Trebuchet MS"/>
              </a:rPr>
              <a:t> </a:t>
            </a:r>
            <a:r>
              <a:rPr sz="1600" i="1" spc="-35" dirty="0">
                <a:solidFill>
                  <a:srgbClr val="202429"/>
                </a:solidFill>
                <a:latin typeface="Trebuchet MS"/>
                <a:cs typeface="Trebuchet MS"/>
              </a:rPr>
              <a:t>support</a:t>
            </a:r>
            <a:r>
              <a:rPr sz="1600" i="1" spc="-105" dirty="0">
                <a:solidFill>
                  <a:srgbClr val="202429"/>
                </a:solidFill>
                <a:latin typeface="Trebuchet MS"/>
                <a:cs typeface="Trebuchet MS"/>
              </a:rPr>
              <a:t> </a:t>
            </a:r>
            <a:r>
              <a:rPr sz="1600" i="1" spc="-85" dirty="0">
                <a:solidFill>
                  <a:srgbClr val="202429"/>
                </a:solidFill>
                <a:latin typeface="Trebuchet MS"/>
                <a:cs typeface="Trebuchet MS"/>
              </a:rPr>
              <a:t>the</a:t>
            </a:r>
            <a:r>
              <a:rPr sz="1600" i="1" spc="-130" dirty="0">
                <a:solidFill>
                  <a:srgbClr val="202429"/>
                </a:solidFill>
                <a:latin typeface="Trebuchet MS"/>
                <a:cs typeface="Trebuchet MS"/>
              </a:rPr>
              <a:t> </a:t>
            </a:r>
            <a:r>
              <a:rPr sz="1600" i="1" spc="55" dirty="0">
                <a:solidFill>
                  <a:srgbClr val="202429"/>
                </a:solidFill>
                <a:latin typeface="Trebuchet MS"/>
                <a:cs typeface="Trebuchet MS"/>
              </a:rPr>
              <a:t>WMO</a:t>
            </a:r>
            <a:r>
              <a:rPr sz="1600" i="1" spc="-125" dirty="0">
                <a:solidFill>
                  <a:srgbClr val="202429"/>
                </a:solidFill>
                <a:latin typeface="Trebuchet MS"/>
                <a:cs typeface="Trebuchet MS"/>
              </a:rPr>
              <a:t> </a:t>
            </a:r>
            <a:r>
              <a:rPr sz="1600" i="1" spc="-65" dirty="0">
                <a:solidFill>
                  <a:srgbClr val="202429"/>
                </a:solidFill>
                <a:latin typeface="Trebuchet MS"/>
                <a:cs typeface="Trebuchet MS"/>
              </a:rPr>
              <a:t>Unified</a:t>
            </a:r>
            <a:r>
              <a:rPr sz="1600" i="1" spc="-105" dirty="0">
                <a:solidFill>
                  <a:srgbClr val="202429"/>
                </a:solidFill>
                <a:latin typeface="Trebuchet MS"/>
                <a:cs typeface="Trebuchet MS"/>
              </a:rPr>
              <a:t> </a:t>
            </a:r>
            <a:r>
              <a:rPr sz="1600" i="1" spc="-25" dirty="0">
                <a:solidFill>
                  <a:srgbClr val="202429"/>
                </a:solidFill>
                <a:latin typeface="Trebuchet MS"/>
                <a:cs typeface="Trebuchet MS"/>
              </a:rPr>
              <a:t>Data</a:t>
            </a:r>
            <a:r>
              <a:rPr sz="1600" i="1" spc="-140" dirty="0">
                <a:solidFill>
                  <a:srgbClr val="202429"/>
                </a:solidFill>
                <a:latin typeface="Trebuchet MS"/>
                <a:cs typeface="Trebuchet MS"/>
              </a:rPr>
              <a:t> </a:t>
            </a:r>
            <a:r>
              <a:rPr sz="1600" i="1" spc="-75" dirty="0">
                <a:solidFill>
                  <a:srgbClr val="202429"/>
                </a:solidFill>
                <a:latin typeface="Trebuchet MS"/>
                <a:cs typeface="Trebuchet MS"/>
              </a:rPr>
              <a:t>Policy,</a:t>
            </a:r>
            <a:r>
              <a:rPr sz="1600" i="1" spc="-95" dirty="0">
                <a:solidFill>
                  <a:srgbClr val="202429"/>
                </a:solidFill>
                <a:latin typeface="Trebuchet MS"/>
                <a:cs typeface="Trebuchet MS"/>
              </a:rPr>
              <a:t> </a:t>
            </a:r>
            <a:r>
              <a:rPr sz="1600" i="1" dirty="0">
                <a:solidFill>
                  <a:srgbClr val="202429"/>
                </a:solidFill>
                <a:latin typeface="Trebuchet MS"/>
                <a:cs typeface="Trebuchet MS"/>
              </a:rPr>
              <a:t>and</a:t>
            </a:r>
            <a:r>
              <a:rPr sz="1600" i="1" spc="-130" dirty="0">
                <a:solidFill>
                  <a:srgbClr val="202429"/>
                </a:solidFill>
                <a:latin typeface="Trebuchet MS"/>
                <a:cs typeface="Trebuchet MS"/>
              </a:rPr>
              <a:t> </a:t>
            </a:r>
            <a:r>
              <a:rPr sz="1600" i="1" spc="-90" dirty="0">
                <a:solidFill>
                  <a:srgbClr val="202429"/>
                </a:solidFill>
                <a:latin typeface="Trebuchet MS"/>
                <a:cs typeface="Trebuchet MS"/>
              </a:rPr>
              <a:t>to</a:t>
            </a:r>
            <a:r>
              <a:rPr sz="1600" i="1" spc="-120" dirty="0">
                <a:solidFill>
                  <a:srgbClr val="202429"/>
                </a:solidFill>
                <a:latin typeface="Trebuchet MS"/>
                <a:cs typeface="Trebuchet MS"/>
              </a:rPr>
              <a:t> </a:t>
            </a:r>
            <a:r>
              <a:rPr sz="1600" i="1" spc="-20" dirty="0">
                <a:solidFill>
                  <a:srgbClr val="202429"/>
                </a:solidFill>
                <a:latin typeface="Trebuchet MS"/>
                <a:cs typeface="Trebuchet MS"/>
              </a:rPr>
              <a:t>meet </a:t>
            </a:r>
            <a:r>
              <a:rPr sz="1600" i="1" spc="-85" dirty="0">
                <a:solidFill>
                  <a:srgbClr val="202429"/>
                </a:solidFill>
                <a:latin typeface="Trebuchet MS"/>
                <a:cs typeface="Trebuchet MS"/>
              </a:rPr>
              <a:t>the</a:t>
            </a:r>
            <a:r>
              <a:rPr sz="1600" i="1" spc="-114" dirty="0">
                <a:solidFill>
                  <a:srgbClr val="202429"/>
                </a:solidFill>
                <a:latin typeface="Trebuchet MS"/>
                <a:cs typeface="Trebuchet MS"/>
              </a:rPr>
              <a:t> </a:t>
            </a:r>
            <a:r>
              <a:rPr sz="1600" i="1" dirty="0">
                <a:solidFill>
                  <a:srgbClr val="202429"/>
                </a:solidFill>
                <a:latin typeface="Trebuchet MS"/>
                <a:cs typeface="Trebuchet MS"/>
              </a:rPr>
              <a:t>demand</a:t>
            </a:r>
            <a:r>
              <a:rPr sz="1600" i="1" spc="-125" dirty="0">
                <a:solidFill>
                  <a:srgbClr val="202429"/>
                </a:solidFill>
                <a:latin typeface="Trebuchet MS"/>
                <a:cs typeface="Trebuchet MS"/>
              </a:rPr>
              <a:t> </a:t>
            </a:r>
            <a:r>
              <a:rPr sz="1600" i="1" spc="-114" dirty="0">
                <a:solidFill>
                  <a:srgbClr val="202429"/>
                </a:solidFill>
                <a:latin typeface="Trebuchet MS"/>
                <a:cs typeface="Trebuchet MS"/>
              </a:rPr>
              <a:t>for</a:t>
            </a:r>
            <a:r>
              <a:rPr sz="1600" i="1" spc="-110" dirty="0">
                <a:solidFill>
                  <a:srgbClr val="202429"/>
                </a:solidFill>
                <a:latin typeface="Trebuchet MS"/>
                <a:cs typeface="Trebuchet MS"/>
              </a:rPr>
              <a:t> </a:t>
            </a:r>
            <a:r>
              <a:rPr sz="1600" i="1" spc="-55" dirty="0">
                <a:solidFill>
                  <a:srgbClr val="202429"/>
                </a:solidFill>
                <a:latin typeface="Trebuchet MS"/>
                <a:cs typeface="Trebuchet MS"/>
              </a:rPr>
              <a:t>high</a:t>
            </a:r>
            <a:r>
              <a:rPr sz="1600" i="1" spc="-100" dirty="0">
                <a:solidFill>
                  <a:srgbClr val="202429"/>
                </a:solidFill>
                <a:latin typeface="Trebuchet MS"/>
                <a:cs typeface="Trebuchet MS"/>
              </a:rPr>
              <a:t> </a:t>
            </a:r>
            <a:r>
              <a:rPr sz="1600" i="1" spc="-50" dirty="0">
                <a:solidFill>
                  <a:srgbClr val="202429"/>
                </a:solidFill>
                <a:latin typeface="Trebuchet MS"/>
                <a:cs typeface="Trebuchet MS"/>
              </a:rPr>
              <a:t>data</a:t>
            </a:r>
            <a:r>
              <a:rPr sz="1600" i="1" spc="-140" dirty="0">
                <a:solidFill>
                  <a:srgbClr val="202429"/>
                </a:solidFill>
                <a:latin typeface="Trebuchet MS"/>
                <a:cs typeface="Trebuchet MS"/>
              </a:rPr>
              <a:t> </a:t>
            </a:r>
            <a:r>
              <a:rPr sz="1600" i="1" spc="-60" dirty="0">
                <a:solidFill>
                  <a:srgbClr val="202429"/>
                </a:solidFill>
                <a:latin typeface="Trebuchet MS"/>
                <a:cs typeface="Trebuchet MS"/>
              </a:rPr>
              <a:t>volume,</a:t>
            </a:r>
            <a:r>
              <a:rPr sz="1600" i="1" spc="-100" dirty="0">
                <a:solidFill>
                  <a:srgbClr val="202429"/>
                </a:solidFill>
                <a:latin typeface="Trebuchet MS"/>
                <a:cs typeface="Trebuchet MS"/>
              </a:rPr>
              <a:t> </a:t>
            </a:r>
            <a:r>
              <a:rPr sz="1600" i="1" spc="-114" dirty="0">
                <a:solidFill>
                  <a:srgbClr val="202429"/>
                </a:solidFill>
                <a:latin typeface="Trebuchet MS"/>
                <a:cs typeface="Trebuchet MS"/>
              </a:rPr>
              <a:t>variety,</a:t>
            </a:r>
            <a:r>
              <a:rPr sz="1600" i="1" spc="-100" dirty="0">
                <a:solidFill>
                  <a:srgbClr val="202429"/>
                </a:solidFill>
                <a:latin typeface="Trebuchet MS"/>
                <a:cs typeface="Trebuchet MS"/>
              </a:rPr>
              <a:t> </a:t>
            </a:r>
            <a:r>
              <a:rPr sz="1600" i="1" spc="-65" dirty="0">
                <a:solidFill>
                  <a:srgbClr val="202429"/>
                </a:solidFill>
                <a:latin typeface="Trebuchet MS"/>
                <a:cs typeface="Trebuchet MS"/>
              </a:rPr>
              <a:t>velocity</a:t>
            </a:r>
            <a:r>
              <a:rPr sz="1600" i="1" spc="-105" dirty="0">
                <a:solidFill>
                  <a:srgbClr val="202429"/>
                </a:solidFill>
                <a:latin typeface="Trebuchet MS"/>
                <a:cs typeface="Trebuchet MS"/>
              </a:rPr>
              <a:t> </a:t>
            </a:r>
            <a:r>
              <a:rPr sz="1600" i="1" dirty="0">
                <a:solidFill>
                  <a:srgbClr val="202429"/>
                </a:solidFill>
                <a:latin typeface="Trebuchet MS"/>
                <a:cs typeface="Trebuchet MS"/>
              </a:rPr>
              <a:t>and</a:t>
            </a:r>
            <a:r>
              <a:rPr sz="1600" i="1" spc="-110" dirty="0">
                <a:solidFill>
                  <a:srgbClr val="202429"/>
                </a:solidFill>
                <a:latin typeface="Trebuchet MS"/>
                <a:cs typeface="Trebuchet MS"/>
              </a:rPr>
              <a:t> </a:t>
            </a:r>
            <a:r>
              <a:rPr sz="1600" i="1" spc="-40" dirty="0">
                <a:solidFill>
                  <a:srgbClr val="202429"/>
                </a:solidFill>
                <a:latin typeface="Trebuchet MS"/>
                <a:cs typeface="Trebuchet MS"/>
              </a:rPr>
              <a:t>veracity</a:t>
            </a:r>
            <a:endParaRPr sz="1600">
              <a:latin typeface="Trebuchet MS"/>
              <a:cs typeface="Trebuchet MS"/>
            </a:endParaRPr>
          </a:p>
          <a:p>
            <a:pPr marL="12700">
              <a:lnSpc>
                <a:spcPct val="100000"/>
              </a:lnSpc>
              <a:spcBef>
                <a:spcPts val="880"/>
              </a:spcBef>
            </a:pPr>
            <a:r>
              <a:rPr sz="1800" b="1" spc="85" dirty="0">
                <a:solidFill>
                  <a:srgbClr val="202429"/>
                </a:solidFill>
                <a:latin typeface="Trebuchet MS"/>
                <a:cs typeface="Trebuchet MS"/>
              </a:rPr>
              <a:t>WIS</a:t>
            </a:r>
            <a:r>
              <a:rPr sz="1800" b="1" spc="-185" dirty="0">
                <a:solidFill>
                  <a:srgbClr val="202429"/>
                </a:solidFill>
                <a:latin typeface="Trebuchet MS"/>
                <a:cs typeface="Trebuchet MS"/>
              </a:rPr>
              <a:t> </a:t>
            </a:r>
            <a:r>
              <a:rPr sz="1800" b="1" spc="-110" dirty="0">
                <a:solidFill>
                  <a:srgbClr val="202429"/>
                </a:solidFill>
                <a:latin typeface="Trebuchet MS"/>
                <a:cs typeface="Trebuchet MS"/>
              </a:rPr>
              <a:t>2.0</a:t>
            </a:r>
            <a:r>
              <a:rPr sz="1800" b="1" spc="-170" dirty="0">
                <a:solidFill>
                  <a:srgbClr val="202429"/>
                </a:solidFill>
                <a:latin typeface="Trebuchet MS"/>
                <a:cs typeface="Trebuchet MS"/>
              </a:rPr>
              <a:t> </a:t>
            </a:r>
            <a:r>
              <a:rPr sz="1800" b="1" spc="-10" dirty="0">
                <a:solidFill>
                  <a:srgbClr val="202429"/>
                </a:solidFill>
                <a:latin typeface="Trebuchet MS"/>
                <a:cs typeface="Trebuchet MS"/>
              </a:rPr>
              <a:t>principles:</a:t>
            </a:r>
            <a:endParaRPr sz="1800">
              <a:latin typeface="Trebuchet MS"/>
              <a:cs typeface="Trebuchet MS"/>
            </a:endParaRPr>
          </a:p>
          <a:p>
            <a:pPr marL="299085" indent="-286385">
              <a:lnSpc>
                <a:spcPct val="100000"/>
              </a:lnSpc>
              <a:spcBef>
                <a:spcPts val="900"/>
              </a:spcBef>
              <a:buFont typeface="Arial MT"/>
              <a:buChar char="•"/>
              <a:tabLst>
                <a:tab pos="299085" algn="l"/>
              </a:tabLst>
            </a:pPr>
            <a:r>
              <a:rPr sz="1800" b="1" spc="-10" dirty="0">
                <a:solidFill>
                  <a:srgbClr val="202429"/>
                </a:solidFill>
                <a:latin typeface="Trebuchet MS"/>
                <a:cs typeface="Trebuchet MS"/>
              </a:rPr>
              <a:t>Simpler</a:t>
            </a:r>
            <a:r>
              <a:rPr sz="1800" b="1" spc="-140" dirty="0">
                <a:solidFill>
                  <a:srgbClr val="202429"/>
                </a:solidFill>
                <a:latin typeface="Trebuchet MS"/>
                <a:cs typeface="Trebuchet MS"/>
              </a:rPr>
              <a:t> </a:t>
            </a:r>
            <a:r>
              <a:rPr sz="1800" b="1" spc="-20" dirty="0">
                <a:solidFill>
                  <a:srgbClr val="202429"/>
                </a:solidFill>
                <a:latin typeface="Trebuchet MS"/>
                <a:cs typeface="Trebuchet MS"/>
              </a:rPr>
              <a:t>data</a:t>
            </a:r>
            <a:r>
              <a:rPr sz="1800" b="1" spc="-185" dirty="0">
                <a:solidFill>
                  <a:srgbClr val="202429"/>
                </a:solidFill>
                <a:latin typeface="Trebuchet MS"/>
                <a:cs typeface="Trebuchet MS"/>
              </a:rPr>
              <a:t> </a:t>
            </a:r>
            <a:r>
              <a:rPr sz="1800" b="1" spc="-10" dirty="0">
                <a:solidFill>
                  <a:srgbClr val="202429"/>
                </a:solidFill>
                <a:latin typeface="Trebuchet MS"/>
                <a:cs typeface="Trebuchet MS"/>
              </a:rPr>
              <a:t>exchange</a:t>
            </a:r>
            <a:endParaRPr sz="1800">
              <a:latin typeface="Trebuchet MS"/>
              <a:cs typeface="Trebuchet MS"/>
            </a:endParaRPr>
          </a:p>
          <a:p>
            <a:pPr marL="299085" indent="-286385">
              <a:lnSpc>
                <a:spcPct val="100000"/>
              </a:lnSpc>
              <a:buFont typeface="Arial MT"/>
              <a:buChar char="•"/>
              <a:tabLst>
                <a:tab pos="299085" algn="l"/>
              </a:tabLst>
            </a:pPr>
            <a:r>
              <a:rPr sz="1800" b="1" spc="-10" dirty="0">
                <a:solidFill>
                  <a:srgbClr val="202429"/>
                </a:solidFill>
                <a:latin typeface="Trebuchet MS"/>
                <a:cs typeface="Trebuchet MS"/>
              </a:rPr>
              <a:t>Open</a:t>
            </a:r>
            <a:r>
              <a:rPr sz="1800" b="1" spc="-170" dirty="0">
                <a:solidFill>
                  <a:srgbClr val="202429"/>
                </a:solidFill>
                <a:latin typeface="Trebuchet MS"/>
                <a:cs typeface="Trebuchet MS"/>
              </a:rPr>
              <a:t> </a:t>
            </a:r>
            <a:r>
              <a:rPr sz="1800" b="1" spc="-10" dirty="0">
                <a:solidFill>
                  <a:srgbClr val="202429"/>
                </a:solidFill>
                <a:latin typeface="Trebuchet MS"/>
                <a:cs typeface="Trebuchet MS"/>
              </a:rPr>
              <a:t>standards</a:t>
            </a:r>
            <a:endParaRPr sz="1800">
              <a:latin typeface="Trebuchet MS"/>
              <a:cs typeface="Trebuchet MS"/>
            </a:endParaRPr>
          </a:p>
          <a:p>
            <a:pPr marL="299085" indent="-286385">
              <a:lnSpc>
                <a:spcPct val="100000"/>
              </a:lnSpc>
              <a:buFont typeface="Arial MT"/>
              <a:buChar char="•"/>
              <a:tabLst>
                <a:tab pos="299085" algn="l"/>
              </a:tabLst>
            </a:pPr>
            <a:r>
              <a:rPr sz="1800" b="1" dirty="0">
                <a:solidFill>
                  <a:srgbClr val="202429"/>
                </a:solidFill>
                <a:latin typeface="Trebuchet MS"/>
                <a:cs typeface="Trebuchet MS"/>
              </a:rPr>
              <a:t>Cloud-</a:t>
            </a:r>
            <a:r>
              <a:rPr sz="1800" b="1" spc="-55" dirty="0">
                <a:solidFill>
                  <a:srgbClr val="202429"/>
                </a:solidFill>
                <a:latin typeface="Trebuchet MS"/>
                <a:cs typeface="Trebuchet MS"/>
              </a:rPr>
              <a:t>ready</a:t>
            </a:r>
            <a:r>
              <a:rPr sz="1800" b="1" spc="-30" dirty="0">
                <a:solidFill>
                  <a:srgbClr val="202429"/>
                </a:solidFill>
                <a:latin typeface="Trebuchet MS"/>
                <a:cs typeface="Trebuchet MS"/>
              </a:rPr>
              <a:t> </a:t>
            </a:r>
            <a:r>
              <a:rPr sz="1800" b="1" spc="-10" dirty="0">
                <a:solidFill>
                  <a:srgbClr val="202429"/>
                </a:solidFill>
                <a:latin typeface="Trebuchet MS"/>
                <a:cs typeface="Trebuchet MS"/>
              </a:rPr>
              <a:t>solutions</a:t>
            </a:r>
            <a:endParaRPr sz="180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20245" y="6517640"/>
            <a:ext cx="83820" cy="162560"/>
          </a:xfrm>
          <a:prstGeom prst="rect">
            <a:avLst/>
          </a:prstGeom>
        </p:spPr>
        <p:txBody>
          <a:bodyPr vert="horz" wrap="square" lIns="0" tIns="12700" rIns="0" bIns="0" rtlCol="0">
            <a:spAutoFit/>
          </a:bodyPr>
          <a:lstStyle/>
          <a:p>
            <a:pPr marL="12700">
              <a:lnSpc>
                <a:spcPct val="100000"/>
              </a:lnSpc>
              <a:spcBef>
                <a:spcPts val="100"/>
              </a:spcBef>
            </a:pPr>
            <a:r>
              <a:rPr sz="900" spc="-50" dirty="0">
                <a:latin typeface="Calibri"/>
                <a:cs typeface="Calibri"/>
              </a:rPr>
              <a:t>6</a:t>
            </a:r>
            <a:endParaRPr sz="900">
              <a:latin typeface="Calibri"/>
              <a:cs typeface="Calibri"/>
            </a:endParaRPr>
          </a:p>
        </p:txBody>
      </p:sp>
      <p:sp>
        <p:nvSpPr>
          <p:cNvPr id="3" name="object 3" descr="$PPTXTitle"/>
          <p:cNvSpPr txBox="1">
            <a:spLocks noGrp="1"/>
          </p:cNvSpPr>
          <p:nvPr>
            <p:ph type="title"/>
          </p:nvPr>
        </p:nvSpPr>
        <p:spPr>
          <a:xfrm>
            <a:off x="488695" y="425958"/>
            <a:ext cx="3678554" cy="452120"/>
          </a:xfrm>
          <a:prstGeom prst="rect">
            <a:avLst/>
          </a:prstGeom>
        </p:spPr>
        <p:txBody>
          <a:bodyPr vert="horz" wrap="square" lIns="0" tIns="12065" rIns="0" bIns="0" rtlCol="0">
            <a:spAutoFit/>
          </a:bodyPr>
          <a:lstStyle/>
          <a:p>
            <a:pPr marL="12700">
              <a:lnSpc>
                <a:spcPct val="100000"/>
              </a:lnSpc>
              <a:spcBef>
                <a:spcPts val="95"/>
              </a:spcBef>
            </a:pPr>
            <a:r>
              <a:rPr sz="2800" b="0" dirty="0">
                <a:solidFill>
                  <a:srgbClr val="000000"/>
                </a:solidFill>
                <a:latin typeface="Calibri"/>
                <a:cs typeface="Calibri"/>
              </a:rPr>
              <a:t>WMO</a:t>
            </a:r>
            <a:r>
              <a:rPr sz="2800" b="0" spc="-70" dirty="0">
                <a:solidFill>
                  <a:srgbClr val="000000"/>
                </a:solidFill>
                <a:latin typeface="Calibri"/>
                <a:cs typeface="Calibri"/>
              </a:rPr>
              <a:t> </a:t>
            </a:r>
            <a:r>
              <a:rPr sz="2800" b="0" dirty="0">
                <a:solidFill>
                  <a:srgbClr val="000000"/>
                </a:solidFill>
                <a:latin typeface="Calibri"/>
                <a:cs typeface="Calibri"/>
              </a:rPr>
              <a:t>Unified</a:t>
            </a:r>
            <a:r>
              <a:rPr sz="2800" b="0" spc="-70" dirty="0">
                <a:solidFill>
                  <a:srgbClr val="000000"/>
                </a:solidFill>
                <a:latin typeface="Calibri"/>
                <a:cs typeface="Calibri"/>
              </a:rPr>
              <a:t> </a:t>
            </a:r>
            <a:r>
              <a:rPr sz="2800" b="0" dirty="0">
                <a:solidFill>
                  <a:srgbClr val="000000"/>
                </a:solidFill>
                <a:latin typeface="Calibri"/>
                <a:cs typeface="Calibri"/>
              </a:rPr>
              <a:t>Data</a:t>
            </a:r>
            <a:r>
              <a:rPr sz="2800" b="0" spc="-80" dirty="0">
                <a:solidFill>
                  <a:srgbClr val="000000"/>
                </a:solidFill>
                <a:latin typeface="Calibri"/>
                <a:cs typeface="Calibri"/>
              </a:rPr>
              <a:t> </a:t>
            </a:r>
            <a:r>
              <a:rPr sz="2800" b="0" spc="-10" dirty="0">
                <a:solidFill>
                  <a:srgbClr val="000000"/>
                </a:solidFill>
                <a:latin typeface="Calibri"/>
                <a:cs typeface="Calibri"/>
              </a:rPr>
              <a:t>Policy</a:t>
            </a:r>
            <a:endParaRPr sz="2800">
              <a:latin typeface="Calibri"/>
              <a:cs typeface="Calibri"/>
            </a:endParaRPr>
          </a:p>
        </p:txBody>
      </p:sp>
      <p:sp>
        <p:nvSpPr>
          <p:cNvPr id="4" name="object 4"/>
          <p:cNvSpPr txBox="1"/>
          <p:nvPr/>
        </p:nvSpPr>
        <p:spPr>
          <a:xfrm>
            <a:off x="273811" y="781558"/>
            <a:ext cx="8365490" cy="4819268"/>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WMO</a:t>
            </a:r>
            <a:r>
              <a:rPr sz="2400" b="1" spc="-110" dirty="0">
                <a:latin typeface="Calibri"/>
                <a:cs typeface="Calibri"/>
              </a:rPr>
              <a:t> </a:t>
            </a:r>
            <a:r>
              <a:rPr sz="2400" b="1" dirty="0">
                <a:latin typeface="Calibri"/>
                <a:cs typeface="Calibri"/>
              </a:rPr>
              <a:t>Unified</a:t>
            </a:r>
            <a:r>
              <a:rPr sz="2400" b="1" spc="-100" dirty="0">
                <a:latin typeface="Calibri"/>
                <a:cs typeface="Calibri"/>
              </a:rPr>
              <a:t> </a:t>
            </a:r>
            <a:r>
              <a:rPr sz="2400" b="1" spc="-10" dirty="0">
                <a:latin typeface="Calibri"/>
                <a:cs typeface="Calibri"/>
              </a:rPr>
              <a:t>Data</a:t>
            </a:r>
            <a:r>
              <a:rPr sz="2400" b="1" spc="-75" dirty="0">
                <a:latin typeface="Calibri"/>
                <a:cs typeface="Calibri"/>
              </a:rPr>
              <a:t> </a:t>
            </a:r>
            <a:r>
              <a:rPr sz="2400" b="1" spc="-55" dirty="0">
                <a:latin typeface="Calibri"/>
                <a:cs typeface="Calibri"/>
              </a:rPr>
              <a:t>Policy,</a:t>
            </a:r>
            <a:r>
              <a:rPr sz="2400" b="1" spc="-95" dirty="0">
                <a:latin typeface="Calibri"/>
                <a:cs typeface="Calibri"/>
              </a:rPr>
              <a:t> </a:t>
            </a:r>
            <a:r>
              <a:rPr sz="2400" b="1" u="sng" spc="-10" dirty="0">
                <a:solidFill>
                  <a:srgbClr val="2B83CC"/>
                </a:solidFill>
                <a:uFill>
                  <a:solidFill>
                    <a:srgbClr val="0000FF"/>
                  </a:solidFill>
                </a:uFill>
                <a:latin typeface="Calibri"/>
                <a:cs typeface="Calibri"/>
                <a:hlinkClick r:id="rId2"/>
              </a:rPr>
              <a:t>Resolution</a:t>
            </a:r>
            <a:r>
              <a:rPr sz="2400" b="1" u="sng" spc="-85" dirty="0">
                <a:solidFill>
                  <a:srgbClr val="2B83CC"/>
                </a:solidFill>
                <a:uFill>
                  <a:solidFill>
                    <a:srgbClr val="0000FF"/>
                  </a:solidFill>
                </a:uFill>
                <a:latin typeface="Calibri"/>
                <a:cs typeface="Calibri"/>
              </a:rPr>
              <a:t> </a:t>
            </a:r>
            <a:r>
              <a:rPr sz="2400" b="1" u="sng" dirty="0">
                <a:solidFill>
                  <a:srgbClr val="2B83CC"/>
                </a:solidFill>
                <a:uFill>
                  <a:solidFill>
                    <a:srgbClr val="0000FF"/>
                  </a:solidFill>
                </a:uFill>
                <a:latin typeface="Calibri"/>
                <a:cs typeface="Calibri"/>
                <a:hlinkClick r:id="rId2"/>
              </a:rPr>
              <a:t>1</a:t>
            </a:r>
            <a:r>
              <a:rPr sz="2400" b="1" spc="-100" dirty="0">
                <a:solidFill>
                  <a:srgbClr val="2B83CC"/>
                </a:solidFill>
                <a:latin typeface="Calibri"/>
                <a:cs typeface="Calibri"/>
              </a:rPr>
              <a:t> </a:t>
            </a:r>
            <a:r>
              <a:rPr sz="2400" b="1" spc="-40" dirty="0">
                <a:latin typeface="Calibri"/>
                <a:cs typeface="Calibri"/>
              </a:rPr>
              <a:t>(Cg-</a:t>
            </a:r>
            <a:r>
              <a:rPr sz="2400" b="1" spc="-10" dirty="0">
                <a:latin typeface="Calibri"/>
                <a:cs typeface="Calibri"/>
              </a:rPr>
              <a:t>Ext(2021))</a:t>
            </a:r>
            <a:endParaRPr sz="2400" dirty="0">
              <a:latin typeface="Calibri"/>
              <a:cs typeface="Calibri"/>
            </a:endParaRPr>
          </a:p>
          <a:p>
            <a:pPr fontAlgn="t">
              <a:lnSpc>
                <a:spcPct val="100000"/>
              </a:lnSpc>
              <a:buNone/>
            </a:pPr>
            <a:endParaRPr lang="en-US" sz="1800" b="0" i="0" dirty="0">
              <a:effectLst/>
              <a:latin typeface="Segoe UI" panose="020B0502040204020203" pitchFamily="34" charset="0"/>
            </a:endParaRPr>
          </a:p>
          <a:p>
            <a:pPr fontAlgn="t">
              <a:lnSpc>
                <a:spcPct val="100000"/>
              </a:lnSpc>
              <a:buNone/>
            </a:pPr>
            <a:r>
              <a:rPr lang="en-US" sz="1800" b="0" i="0" dirty="0">
                <a:effectLst/>
                <a:latin typeface="+mn-lt"/>
              </a:rPr>
              <a:t>In 2021, WMO adopted the Unified Data Policy, reaffirming its commitment to the free and unrestricted exchange of Earth system data to support the protection of life and property, and the well-being of all nations.</a:t>
            </a:r>
          </a:p>
          <a:p>
            <a:pPr>
              <a:lnSpc>
                <a:spcPct val="100000"/>
              </a:lnSpc>
              <a:spcBef>
                <a:spcPts val="10"/>
              </a:spcBef>
            </a:pPr>
            <a:endParaRPr sz="1800" dirty="0">
              <a:latin typeface="Calibri"/>
              <a:cs typeface="Calibri"/>
            </a:endParaRPr>
          </a:p>
          <a:p>
            <a:pPr marL="35560">
              <a:lnSpc>
                <a:spcPct val="100000"/>
              </a:lnSpc>
              <a:spcBef>
                <a:spcPts val="5"/>
              </a:spcBef>
            </a:pPr>
            <a:r>
              <a:rPr sz="1800" spc="-25" dirty="0">
                <a:latin typeface="Calibri"/>
                <a:cs typeface="Calibri"/>
              </a:rPr>
              <a:t>International</a:t>
            </a:r>
            <a:r>
              <a:rPr sz="1800" spc="-55" dirty="0">
                <a:latin typeface="Calibri"/>
                <a:cs typeface="Calibri"/>
              </a:rPr>
              <a:t> </a:t>
            </a:r>
            <a:r>
              <a:rPr sz="1800" spc="-10" dirty="0">
                <a:latin typeface="Calibri"/>
                <a:cs typeface="Calibri"/>
              </a:rPr>
              <a:t>provision</a:t>
            </a:r>
            <a:r>
              <a:rPr sz="1800" spc="-40" dirty="0">
                <a:latin typeface="Calibri"/>
                <a:cs typeface="Calibri"/>
              </a:rPr>
              <a:t> </a:t>
            </a:r>
            <a:r>
              <a:rPr sz="1800" dirty="0">
                <a:latin typeface="Calibri"/>
                <a:cs typeface="Calibri"/>
              </a:rPr>
              <a:t>and</a:t>
            </a:r>
            <a:r>
              <a:rPr sz="1800" spc="-40" dirty="0">
                <a:latin typeface="Calibri"/>
                <a:cs typeface="Calibri"/>
              </a:rPr>
              <a:t> </a:t>
            </a:r>
            <a:r>
              <a:rPr sz="1800" spc="-30" dirty="0">
                <a:latin typeface="Calibri"/>
                <a:cs typeface="Calibri"/>
              </a:rPr>
              <a:t>exchange</a:t>
            </a:r>
            <a:r>
              <a:rPr sz="1800" spc="-70"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Earth</a:t>
            </a:r>
            <a:r>
              <a:rPr sz="1800" spc="-60" dirty="0">
                <a:latin typeface="Calibri"/>
                <a:cs typeface="Calibri"/>
              </a:rPr>
              <a:t> </a:t>
            </a:r>
            <a:r>
              <a:rPr sz="1800" spc="-30" dirty="0">
                <a:latin typeface="Calibri"/>
                <a:cs typeface="Calibri"/>
              </a:rPr>
              <a:t>system</a:t>
            </a:r>
            <a:r>
              <a:rPr sz="1800" spc="-70" dirty="0">
                <a:latin typeface="Calibri"/>
                <a:cs typeface="Calibri"/>
              </a:rPr>
              <a:t> </a:t>
            </a:r>
            <a:r>
              <a:rPr sz="1800" spc="-10" dirty="0">
                <a:latin typeface="Calibri"/>
                <a:cs typeface="Calibri"/>
              </a:rPr>
              <a:t>data</a:t>
            </a:r>
            <a:r>
              <a:rPr sz="1800" spc="-65" dirty="0">
                <a:latin typeface="Calibri"/>
                <a:cs typeface="Calibri"/>
              </a:rPr>
              <a:t> </a:t>
            </a:r>
            <a:r>
              <a:rPr sz="1800" dirty="0">
                <a:latin typeface="Calibri"/>
                <a:cs typeface="Calibri"/>
              </a:rPr>
              <a:t>shall</a:t>
            </a:r>
            <a:r>
              <a:rPr sz="1800" spc="-55" dirty="0">
                <a:latin typeface="Calibri"/>
                <a:cs typeface="Calibri"/>
              </a:rPr>
              <a:t> </a:t>
            </a:r>
            <a:r>
              <a:rPr sz="1800" spc="-10" dirty="0">
                <a:latin typeface="Calibri"/>
                <a:cs typeface="Calibri"/>
              </a:rPr>
              <a:t>follow</a:t>
            </a:r>
            <a:r>
              <a:rPr sz="1800" spc="-45" dirty="0">
                <a:latin typeface="Calibri"/>
                <a:cs typeface="Calibri"/>
              </a:rPr>
              <a:t> </a:t>
            </a:r>
            <a:r>
              <a:rPr sz="1800" dirty="0">
                <a:latin typeface="Calibri"/>
                <a:cs typeface="Calibri"/>
              </a:rPr>
              <a:t>a</a:t>
            </a:r>
            <a:r>
              <a:rPr sz="1800" spc="-50" dirty="0">
                <a:latin typeface="Calibri"/>
                <a:cs typeface="Calibri"/>
              </a:rPr>
              <a:t> </a:t>
            </a:r>
            <a:r>
              <a:rPr sz="1800" spc="-10" dirty="0">
                <a:latin typeface="Calibri"/>
                <a:cs typeface="Calibri"/>
              </a:rPr>
              <a:t>2-</a:t>
            </a:r>
            <a:r>
              <a:rPr sz="1800" dirty="0">
                <a:latin typeface="Calibri"/>
                <a:cs typeface="Calibri"/>
              </a:rPr>
              <a:t>tier</a:t>
            </a:r>
            <a:r>
              <a:rPr sz="1800" spc="-50" dirty="0">
                <a:latin typeface="Calibri"/>
                <a:cs typeface="Calibri"/>
              </a:rPr>
              <a:t> </a:t>
            </a:r>
            <a:r>
              <a:rPr sz="1800" spc="-10" dirty="0">
                <a:latin typeface="Calibri"/>
                <a:cs typeface="Calibri"/>
              </a:rPr>
              <a:t>approach</a:t>
            </a:r>
            <a:endParaRPr sz="1800" dirty="0">
              <a:latin typeface="Calibri"/>
              <a:cs typeface="Calibri"/>
            </a:endParaRPr>
          </a:p>
          <a:p>
            <a:pPr marL="378460" indent="-342900">
              <a:lnSpc>
                <a:spcPct val="100000"/>
              </a:lnSpc>
              <a:spcBef>
                <a:spcPts val="2195"/>
              </a:spcBef>
              <a:buAutoNum type="arabicParenBoth"/>
              <a:tabLst>
                <a:tab pos="378460" algn="l"/>
              </a:tabLst>
            </a:pPr>
            <a:r>
              <a:rPr sz="1800" spc="-10" dirty="0">
                <a:latin typeface="Calibri"/>
                <a:cs typeface="Calibri"/>
              </a:rPr>
              <a:t>Members</a:t>
            </a:r>
            <a:r>
              <a:rPr sz="1800" spc="-65" dirty="0">
                <a:latin typeface="Calibri"/>
                <a:cs typeface="Calibri"/>
              </a:rPr>
              <a:t> </a:t>
            </a:r>
            <a:r>
              <a:rPr sz="1800" b="1" dirty="0">
                <a:latin typeface="Calibri"/>
                <a:cs typeface="Calibri"/>
              </a:rPr>
              <a:t>shall</a:t>
            </a:r>
            <a:r>
              <a:rPr sz="1800" b="1" spc="-100" dirty="0">
                <a:latin typeface="Calibri"/>
                <a:cs typeface="Calibri"/>
              </a:rPr>
              <a:t> </a:t>
            </a:r>
            <a:r>
              <a:rPr sz="1800" spc="-10" dirty="0">
                <a:latin typeface="Calibri"/>
                <a:cs typeface="Calibri"/>
              </a:rPr>
              <a:t>provide</a:t>
            </a:r>
            <a:r>
              <a:rPr sz="1800" spc="-50" dirty="0">
                <a:latin typeface="Calibri"/>
                <a:cs typeface="Calibri"/>
              </a:rPr>
              <a:t> </a:t>
            </a:r>
            <a:r>
              <a:rPr sz="1800" dirty="0">
                <a:latin typeface="Calibri"/>
                <a:cs typeface="Calibri"/>
              </a:rPr>
              <a:t>on</a:t>
            </a:r>
            <a:r>
              <a:rPr sz="1800" spc="-60" dirty="0">
                <a:latin typeface="Calibri"/>
                <a:cs typeface="Calibri"/>
              </a:rPr>
              <a:t> </a:t>
            </a:r>
            <a:r>
              <a:rPr sz="1800" dirty="0">
                <a:latin typeface="Calibri"/>
                <a:cs typeface="Calibri"/>
              </a:rPr>
              <a:t>a</a:t>
            </a:r>
            <a:r>
              <a:rPr sz="1800" spc="-70" dirty="0">
                <a:latin typeface="Calibri"/>
                <a:cs typeface="Calibri"/>
              </a:rPr>
              <a:t> </a:t>
            </a:r>
            <a:r>
              <a:rPr sz="1800" dirty="0">
                <a:latin typeface="Calibri"/>
                <a:cs typeface="Calibri"/>
              </a:rPr>
              <a:t>free</a:t>
            </a:r>
            <a:r>
              <a:rPr sz="1800" spc="-55" dirty="0">
                <a:latin typeface="Calibri"/>
                <a:cs typeface="Calibri"/>
              </a:rPr>
              <a:t> </a:t>
            </a:r>
            <a:r>
              <a:rPr sz="1800" dirty="0">
                <a:latin typeface="Calibri"/>
                <a:cs typeface="Calibri"/>
              </a:rPr>
              <a:t>and</a:t>
            </a:r>
            <a:r>
              <a:rPr sz="1800" spc="-55" dirty="0">
                <a:latin typeface="Calibri"/>
                <a:cs typeface="Calibri"/>
              </a:rPr>
              <a:t> </a:t>
            </a:r>
            <a:r>
              <a:rPr sz="1800" spc="-20" dirty="0">
                <a:latin typeface="Calibri"/>
                <a:cs typeface="Calibri"/>
              </a:rPr>
              <a:t>unrestricted</a:t>
            </a:r>
            <a:r>
              <a:rPr sz="1800" spc="-15" dirty="0">
                <a:latin typeface="Calibri"/>
                <a:cs typeface="Calibri"/>
              </a:rPr>
              <a:t> </a:t>
            </a:r>
            <a:r>
              <a:rPr sz="1800" dirty="0">
                <a:latin typeface="Calibri"/>
                <a:cs typeface="Calibri"/>
              </a:rPr>
              <a:t>basis</a:t>
            </a:r>
            <a:r>
              <a:rPr sz="1800" spc="-65" dirty="0">
                <a:latin typeface="Calibri"/>
                <a:cs typeface="Calibri"/>
              </a:rPr>
              <a:t> </a:t>
            </a:r>
            <a:r>
              <a:rPr sz="1800" b="1" dirty="0">
                <a:solidFill>
                  <a:srgbClr val="0F42D2"/>
                </a:solidFill>
                <a:latin typeface="Calibri"/>
                <a:cs typeface="Calibri"/>
              </a:rPr>
              <a:t>Core</a:t>
            </a:r>
            <a:r>
              <a:rPr sz="1800" b="1" spc="-65" dirty="0">
                <a:solidFill>
                  <a:srgbClr val="0F42D2"/>
                </a:solidFill>
                <a:latin typeface="Calibri"/>
                <a:cs typeface="Calibri"/>
              </a:rPr>
              <a:t> </a:t>
            </a:r>
            <a:r>
              <a:rPr sz="1800" dirty="0">
                <a:latin typeface="Calibri"/>
                <a:cs typeface="Calibri"/>
              </a:rPr>
              <a:t>data</a:t>
            </a:r>
            <a:r>
              <a:rPr sz="1800" spc="-70" dirty="0">
                <a:latin typeface="Calibri"/>
                <a:cs typeface="Calibri"/>
              </a:rPr>
              <a:t> </a:t>
            </a:r>
            <a:r>
              <a:rPr sz="1800" dirty="0">
                <a:latin typeface="Calibri"/>
                <a:cs typeface="Calibri"/>
              </a:rPr>
              <a:t>that</a:t>
            </a:r>
            <a:r>
              <a:rPr sz="1800" spc="-80" dirty="0">
                <a:latin typeface="Calibri"/>
                <a:cs typeface="Calibri"/>
              </a:rPr>
              <a:t> </a:t>
            </a:r>
            <a:r>
              <a:rPr sz="1800" dirty="0">
                <a:latin typeface="Calibri"/>
                <a:cs typeface="Calibri"/>
              </a:rPr>
              <a:t>is</a:t>
            </a:r>
            <a:r>
              <a:rPr sz="1800" spc="-65" dirty="0">
                <a:latin typeface="Calibri"/>
                <a:cs typeface="Calibri"/>
              </a:rPr>
              <a:t> </a:t>
            </a:r>
            <a:r>
              <a:rPr sz="1800" spc="-10" dirty="0">
                <a:latin typeface="Calibri"/>
                <a:cs typeface="Calibri"/>
              </a:rPr>
              <a:t>necessary</a:t>
            </a:r>
            <a:endParaRPr sz="1800" dirty="0">
              <a:latin typeface="Calibri"/>
              <a:cs typeface="Calibri"/>
            </a:endParaRPr>
          </a:p>
          <a:p>
            <a:pPr marL="378460">
              <a:lnSpc>
                <a:spcPct val="100000"/>
              </a:lnSpc>
            </a:pPr>
            <a:r>
              <a:rPr sz="1800" spc="-10" dirty="0">
                <a:latin typeface="Calibri"/>
                <a:cs typeface="Calibri"/>
              </a:rPr>
              <a:t>provision</a:t>
            </a:r>
            <a:r>
              <a:rPr sz="1800" spc="-60" dirty="0">
                <a:latin typeface="Calibri"/>
                <a:cs typeface="Calibri"/>
              </a:rPr>
              <a:t> </a:t>
            </a:r>
            <a:r>
              <a:rPr sz="1800" dirty="0">
                <a:latin typeface="Calibri"/>
                <a:cs typeface="Calibri"/>
              </a:rPr>
              <a:t>of</a:t>
            </a:r>
            <a:r>
              <a:rPr sz="1800" spc="-75" dirty="0">
                <a:latin typeface="Calibri"/>
                <a:cs typeface="Calibri"/>
              </a:rPr>
              <a:t> </a:t>
            </a:r>
            <a:r>
              <a:rPr sz="1800" spc="-20" dirty="0">
                <a:latin typeface="Calibri"/>
                <a:cs typeface="Calibri"/>
              </a:rPr>
              <a:t>safety</a:t>
            </a:r>
            <a:r>
              <a:rPr sz="1800" spc="-80" dirty="0">
                <a:latin typeface="Calibri"/>
                <a:cs typeface="Calibri"/>
              </a:rPr>
              <a:t> </a:t>
            </a:r>
            <a:r>
              <a:rPr sz="1800" dirty="0">
                <a:latin typeface="Calibri"/>
                <a:cs typeface="Calibri"/>
              </a:rPr>
              <a:t>critical</a:t>
            </a:r>
            <a:r>
              <a:rPr sz="1800" spc="-35" dirty="0">
                <a:latin typeface="Calibri"/>
                <a:cs typeface="Calibri"/>
              </a:rPr>
              <a:t> </a:t>
            </a:r>
            <a:r>
              <a:rPr sz="1800" spc="-10" dirty="0">
                <a:latin typeface="Calibri"/>
                <a:cs typeface="Calibri"/>
              </a:rPr>
              <a:t>services</a:t>
            </a:r>
            <a:endParaRPr sz="1800" dirty="0">
              <a:latin typeface="Calibri"/>
              <a:cs typeface="Calibri"/>
            </a:endParaRPr>
          </a:p>
          <a:p>
            <a:pPr marL="378460" marR="230504" indent="-342900">
              <a:lnSpc>
                <a:spcPct val="100000"/>
              </a:lnSpc>
              <a:buAutoNum type="arabicParenBoth" startAt="2"/>
              <a:tabLst>
                <a:tab pos="378460" algn="l"/>
              </a:tabLst>
            </a:pPr>
            <a:r>
              <a:rPr sz="1800" spc="-20" dirty="0">
                <a:latin typeface="Calibri"/>
                <a:cs typeface="Calibri"/>
              </a:rPr>
              <a:t>Members</a:t>
            </a:r>
            <a:r>
              <a:rPr sz="1800" spc="-50" dirty="0">
                <a:latin typeface="Calibri"/>
                <a:cs typeface="Calibri"/>
              </a:rPr>
              <a:t> </a:t>
            </a:r>
            <a:r>
              <a:rPr sz="1800" b="1" dirty="0">
                <a:latin typeface="Calibri"/>
                <a:cs typeface="Calibri"/>
              </a:rPr>
              <a:t>should</a:t>
            </a:r>
            <a:r>
              <a:rPr sz="1800" b="1" spc="-105" dirty="0">
                <a:latin typeface="Calibri"/>
                <a:cs typeface="Calibri"/>
              </a:rPr>
              <a:t> </a:t>
            </a:r>
            <a:r>
              <a:rPr sz="1800" spc="-10" dirty="0">
                <a:latin typeface="Calibri"/>
                <a:cs typeface="Calibri"/>
              </a:rPr>
              <a:t>provide</a:t>
            </a:r>
            <a:r>
              <a:rPr sz="1800" spc="-60" dirty="0">
                <a:latin typeface="Calibri"/>
                <a:cs typeface="Calibri"/>
              </a:rPr>
              <a:t> </a:t>
            </a:r>
            <a:r>
              <a:rPr sz="1800" dirty="0">
                <a:latin typeface="Calibri"/>
                <a:cs typeface="Calibri"/>
              </a:rPr>
              <a:t>the</a:t>
            </a:r>
            <a:r>
              <a:rPr sz="1800" spc="-45" dirty="0">
                <a:latin typeface="Calibri"/>
                <a:cs typeface="Calibri"/>
              </a:rPr>
              <a:t> </a:t>
            </a:r>
            <a:r>
              <a:rPr sz="1800" b="1" spc="-10" dirty="0">
                <a:solidFill>
                  <a:srgbClr val="0F42D2"/>
                </a:solidFill>
                <a:latin typeface="Calibri"/>
                <a:cs typeface="Calibri"/>
              </a:rPr>
              <a:t>Recommended</a:t>
            </a:r>
            <a:r>
              <a:rPr sz="1800" b="1" spc="-110" dirty="0">
                <a:solidFill>
                  <a:srgbClr val="0F42D2"/>
                </a:solidFill>
                <a:latin typeface="Calibri"/>
                <a:cs typeface="Calibri"/>
              </a:rPr>
              <a:t> </a:t>
            </a:r>
            <a:r>
              <a:rPr sz="1800" spc="-20" dirty="0">
                <a:latin typeface="Calibri"/>
                <a:cs typeface="Calibri"/>
              </a:rPr>
              <a:t>data</a:t>
            </a:r>
            <a:r>
              <a:rPr sz="1800" spc="-75" dirty="0">
                <a:latin typeface="Calibri"/>
                <a:cs typeface="Calibri"/>
              </a:rPr>
              <a:t> </a:t>
            </a:r>
            <a:r>
              <a:rPr sz="1800" dirty="0">
                <a:latin typeface="Calibri"/>
                <a:cs typeface="Calibri"/>
              </a:rPr>
              <a:t>that</a:t>
            </a:r>
            <a:r>
              <a:rPr sz="1800" spc="-60" dirty="0">
                <a:latin typeface="Calibri"/>
                <a:cs typeface="Calibri"/>
              </a:rPr>
              <a:t> </a:t>
            </a:r>
            <a:r>
              <a:rPr sz="1800" dirty="0">
                <a:latin typeface="Calibri"/>
                <a:cs typeface="Calibri"/>
              </a:rPr>
              <a:t>are</a:t>
            </a:r>
            <a:r>
              <a:rPr sz="1800" spc="-65" dirty="0">
                <a:latin typeface="Calibri"/>
                <a:cs typeface="Calibri"/>
              </a:rPr>
              <a:t> </a:t>
            </a:r>
            <a:r>
              <a:rPr sz="1800" spc="-10" dirty="0">
                <a:latin typeface="Calibri"/>
                <a:cs typeface="Calibri"/>
              </a:rPr>
              <a:t>required</a:t>
            </a:r>
            <a:r>
              <a:rPr sz="1800" spc="-15" dirty="0">
                <a:latin typeface="Calibri"/>
                <a:cs typeface="Calibri"/>
              </a:rPr>
              <a:t> </a:t>
            </a:r>
            <a:r>
              <a:rPr sz="1800" dirty="0">
                <a:latin typeface="Calibri"/>
                <a:cs typeface="Calibri"/>
              </a:rPr>
              <a:t>to</a:t>
            </a:r>
            <a:r>
              <a:rPr sz="1800" spc="-60" dirty="0">
                <a:latin typeface="Calibri"/>
                <a:cs typeface="Calibri"/>
              </a:rPr>
              <a:t> </a:t>
            </a:r>
            <a:r>
              <a:rPr sz="1800" spc="-10" dirty="0">
                <a:latin typeface="Calibri"/>
                <a:cs typeface="Calibri"/>
              </a:rPr>
              <a:t>support</a:t>
            </a:r>
            <a:r>
              <a:rPr sz="1800" spc="-75" dirty="0">
                <a:latin typeface="Calibri"/>
                <a:cs typeface="Calibri"/>
              </a:rPr>
              <a:t> </a:t>
            </a:r>
            <a:r>
              <a:rPr sz="1800" spc="-10" dirty="0">
                <a:latin typeface="Calibri"/>
                <a:cs typeface="Calibri"/>
              </a:rPr>
              <a:t>Earth </a:t>
            </a:r>
            <a:r>
              <a:rPr sz="1800" spc="-30" dirty="0">
                <a:latin typeface="Calibri"/>
                <a:cs typeface="Calibri"/>
              </a:rPr>
              <a:t>system</a:t>
            </a:r>
            <a:r>
              <a:rPr sz="1800" spc="-80" dirty="0">
                <a:latin typeface="Calibri"/>
                <a:cs typeface="Calibri"/>
              </a:rPr>
              <a:t> </a:t>
            </a:r>
            <a:r>
              <a:rPr sz="1800" spc="-10" dirty="0">
                <a:latin typeface="Calibri"/>
                <a:cs typeface="Calibri"/>
              </a:rPr>
              <a:t>monitoring</a:t>
            </a:r>
            <a:r>
              <a:rPr sz="1800" spc="-45" dirty="0">
                <a:latin typeface="Calibri"/>
                <a:cs typeface="Calibri"/>
              </a:rPr>
              <a:t> </a:t>
            </a:r>
            <a:r>
              <a:rPr sz="1800" dirty="0">
                <a:latin typeface="Calibri"/>
                <a:cs typeface="Calibri"/>
              </a:rPr>
              <a:t>and</a:t>
            </a:r>
            <a:r>
              <a:rPr sz="1800" spc="-45" dirty="0">
                <a:latin typeface="Calibri"/>
                <a:cs typeface="Calibri"/>
              </a:rPr>
              <a:t> </a:t>
            </a:r>
            <a:r>
              <a:rPr sz="1800" spc="-10" dirty="0">
                <a:latin typeface="Calibri"/>
                <a:cs typeface="Calibri"/>
              </a:rPr>
              <a:t>prediction</a:t>
            </a:r>
            <a:endParaRPr sz="1800" dirty="0">
              <a:latin typeface="Calibri"/>
              <a:cs typeface="Calibri"/>
            </a:endParaRPr>
          </a:p>
          <a:p>
            <a:pPr>
              <a:lnSpc>
                <a:spcPct val="100000"/>
              </a:lnSpc>
            </a:pPr>
            <a:endParaRPr sz="1800" dirty="0">
              <a:latin typeface="Calibri"/>
              <a:cs typeface="Calibri"/>
            </a:endParaRPr>
          </a:p>
          <a:p>
            <a:pPr marL="35560">
              <a:lnSpc>
                <a:spcPct val="100000"/>
              </a:lnSpc>
            </a:pPr>
            <a:r>
              <a:rPr sz="1800" spc="-20" dirty="0">
                <a:latin typeface="Calibri"/>
                <a:cs typeface="Calibri"/>
              </a:rPr>
              <a:t>Members</a:t>
            </a:r>
            <a:r>
              <a:rPr sz="1800" spc="-85" dirty="0">
                <a:latin typeface="Calibri"/>
                <a:cs typeface="Calibri"/>
              </a:rPr>
              <a:t> </a:t>
            </a:r>
            <a:r>
              <a:rPr sz="1800" b="1" dirty="0">
                <a:latin typeface="Calibri"/>
                <a:cs typeface="Calibri"/>
              </a:rPr>
              <a:t>should</a:t>
            </a:r>
            <a:r>
              <a:rPr sz="1800" b="1" spc="-110" dirty="0">
                <a:latin typeface="Calibri"/>
                <a:cs typeface="Calibri"/>
              </a:rPr>
              <a:t> </a:t>
            </a:r>
            <a:r>
              <a:rPr sz="1800" spc="-10" dirty="0">
                <a:latin typeface="Calibri"/>
                <a:cs typeface="Calibri"/>
              </a:rPr>
              <a:t>provide</a:t>
            </a:r>
            <a:r>
              <a:rPr sz="1800" spc="-70" dirty="0">
                <a:latin typeface="Calibri"/>
                <a:cs typeface="Calibri"/>
              </a:rPr>
              <a:t> </a:t>
            </a:r>
            <a:r>
              <a:rPr sz="1800" b="1" spc="-10" dirty="0">
                <a:latin typeface="Calibri"/>
                <a:cs typeface="Calibri"/>
              </a:rPr>
              <a:t>Recommended</a:t>
            </a:r>
            <a:r>
              <a:rPr sz="1800" b="1" spc="-120" dirty="0">
                <a:latin typeface="Calibri"/>
                <a:cs typeface="Calibri"/>
              </a:rPr>
              <a:t> </a:t>
            </a:r>
            <a:r>
              <a:rPr sz="1800" spc="-10" dirty="0">
                <a:latin typeface="Calibri"/>
                <a:cs typeface="Calibri"/>
              </a:rPr>
              <a:t>data</a:t>
            </a:r>
            <a:r>
              <a:rPr sz="1800" spc="-75" dirty="0">
                <a:latin typeface="Calibri"/>
                <a:cs typeface="Calibri"/>
              </a:rPr>
              <a:t> </a:t>
            </a:r>
            <a:r>
              <a:rPr sz="1800" dirty="0">
                <a:latin typeface="Calibri"/>
                <a:cs typeface="Calibri"/>
              </a:rPr>
              <a:t>without</a:t>
            </a:r>
            <a:r>
              <a:rPr sz="1800" spc="-40" dirty="0">
                <a:latin typeface="Calibri"/>
                <a:cs typeface="Calibri"/>
              </a:rPr>
              <a:t> </a:t>
            </a:r>
            <a:r>
              <a:rPr sz="1800" spc="-10" dirty="0">
                <a:latin typeface="Calibri"/>
                <a:cs typeface="Calibri"/>
              </a:rPr>
              <a:t>charge</a:t>
            </a:r>
            <a:r>
              <a:rPr sz="1800" spc="-60" dirty="0">
                <a:latin typeface="Calibri"/>
                <a:cs typeface="Calibri"/>
              </a:rPr>
              <a:t> </a:t>
            </a:r>
            <a:r>
              <a:rPr sz="1800" dirty="0">
                <a:latin typeface="Calibri"/>
                <a:cs typeface="Calibri"/>
              </a:rPr>
              <a:t>to</a:t>
            </a:r>
            <a:r>
              <a:rPr sz="1800" spc="-75" dirty="0">
                <a:latin typeface="Calibri"/>
                <a:cs typeface="Calibri"/>
              </a:rPr>
              <a:t> </a:t>
            </a:r>
            <a:r>
              <a:rPr sz="1800" dirty="0">
                <a:latin typeface="Calibri"/>
                <a:cs typeface="Calibri"/>
              </a:rPr>
              <a:t>public</a:t>
            </a:r>
            <a:r>
              <a:rPr sz="1800" spc="-30" dirty="0">
                <a:latin typeface="Calibri"/>
                <a:cs typeface="Calibri"/>
              </a:rPr>
              <a:t> </a:t>
            </a:r>
            <a:r>
              <a:rPr sz="1800" spc="-10" dirty="0">
                <a:latin typeface="Calibri"/>
                <a:cs typeface="Calibri"/>
              </a:rPr>
              <a:t>research</a:t>
            </a:r>
            <a:r>
              <a:rPr sz="1800" spc="-70" dirty="0">
                <a:latin typeface="Calibri"/>
                <a:cs typeface="Calibri"/>
              </a:rPr>
              <a:t> </a:t>
            </a:r>
            <a:r>
              <a:rPr sz="1800" spc="-25" dirty="0">
                <a:latin typeface="Calibri"/>
                <a:cs typeface="Calibri"/>
              </a:rPr>
              <a:t>and</a:t>
            </a:r>
            <a:endParaRPr sz="1800" dirty="0">
              <a:latin typeface="Calibri"/>
              <a:cs typeface="Calibri"/>
            </a:endParaRPr>
          </a:p>
          <a:p>
            <a:pPr marL="35560">
              <a:lnSpc>
                <a:spcPct val="100000"/>
              </a:lnSpc>
            </a:pPr>
            <a:r>
              <a:rPr sz="1800" spc="-20" dirty="0">
                <a:latin typeface="Calibri"/>
                <a:cs typeface="Calibri"/>
              </a:rPr>
              <a:t>educational communities </a:t>
            </a:r>
            <a:r>
              <a:rPr sz="1800" dirty="0">
                <a:latin typeface="Calibri"/>
                <a:cs typeface="Calibri"/>
              </a:rPr>
              <a:t>for</a:t>
            </a:r>
            <a:r>
              <a:rPr sz="1800" spc="-45" dirty="0">
                <a:latin typeface="Calibri"/>
                <a:cs typeface="Calibri"/>
              </a:rPr>
              <a:t> </a:t>
            </a:r>
            <a:r>
              <a:rPr sz="1800" spc="-25" dirty="0">
                <a:latin typeface="Calibri"/>
                <a:cs typeface="Calibri"/>
              </a:rPr>
              <a:t>non-</a:t>
            </a:r>
            <a:r>
              <a:rPr sz="1800" spc="-10" dirty="0">
                <a:latin typeface="Calibri"/>
                <a:cs typeface="Calibri"/>
              </a:rPr>
              <a:t>commercial</a:t>
            </a:r>
            <a:r>
              <a:rPr sz="1800" spc="-25" dirty="0">
                <a:latin typeface="Calibri"/>
                <a:cs typeface="Calibri"/>
              </a:rPr>
              <a:t> use</a:t>
            </a:r>
            <a:endParaRPr sz="1800" dirty="0">
              <a:latin typeface="Calibri"/>
              <a:cs typeface="Calibri"/>
            </a:endParaRPr>
          </a:p>
          <a:p>
            <a:pPr>
              <a:lnSpc>
                <a:spcPct val="100000"/>
              </a:lnSpc>
              <a:spcBef>
                <a:spcPts val="10"/>
              </a:spcBef>
            </a:pPr>
            <a:endParaRPr sz="1800" dirty="0">
              <a:latin typeface="Calibri"/>
              <a:cs typeface="Calibri"/>
            </a:endParaRPr>
          </a:p>
          <a:p>
            <a:pPr marL="35560">
              <a:lnSpc>
                <a:spcPct val="100000"/>
              </a:lnSpc>
              <a:spcBef>
                <a:spcPts val="5"/>
              </a:spcBef>
            </a:pPr>
            <a:r>
              <a:rPr sz="1800" spc="-25" dirty="0">
                <a:latin typeface="Calibri"/>
                <a:cs typeface="Calibri"/>
              </a:rPr>
              <a:t>Encourages</a:t>
            </a:r>
            <a:r>
              <a:rPr sz="1800" spc="-75" dirty="0">
                <a:latin typeface="Calibri"/>
                <a:cs typeface="Calibri"/>
              </a:rPr>
              <a:t> </a:t>
            </a:r>
            <a:r>
              <a:rPr sz="1800" dirty="0">
                <a:latin typeface="Calibri"/>
                <a:cs typeface="Calibri"/>
              </a:rPr>
              <a:t>all</a:t>
            </a:r>
            <a:r>
              <a:rPr sz="1800" spc="-60" dirty="0">
                <a:latin typeface="Calibri"/>
                <a:cs typeface="Calibri"/>
              </a:rPr>
              <a:t> </a:t>
            </a:r>
            <a:r>
              <a:rPr sz="1800" spc="-10" dirty="0">
                <a:latin typeface="Calibri"/>
                <a:cs typeface="Calibri"/>
              </a:rPr>
              <a:t>users</a:t>
            </a:r>
            <a:r>
              <a:rPr sz="1800" spc="-60" dirty="0">
                <a:latin typeface="Calibri"/>
                <a:cs typeface="Calibri"/>
              </a:rPr>
              <a:t> </a:t>
            </a:r>
            <a:r>
              <a:rPr sz="1800" dirty="0">
                <a:latin typeface="Calibri"/>
                <a:cs typeface="Calibri"/>
              </a:rPr>
              <a:t>of</a:t>
            </a:r>
            <a:r>
              <a:rPr sz="1800" spc="-55" dirty="0">
                <a:latin typeface="Calibri"/>
                <a:cs typeface="Calibri"/>
              </a:rPr>
              <a:t> </a:t>
            </a:r>
            <a:r>
              <a:rPr sz="1800" spc="-10" dirty="0">
                <a:latin typeface="Calibri"/>
                <a:cs typeface="Calibri"/>
              </a:rPr>
              <a:t>Earth</a:t>
            </a:r>
            <a:r>
              <a:rPr sz="1800" spc="-75" dirty="0">
                <a:latin typeface="Calibri"/>
                <a:cs typeface="Calibri"/>
              </a:rPr>
              <a:t> </a:t>
            </a:r>
            <a:r>
              <a:rPr sz="1800" spc="-30" dirty="0">
                <a:latin typeface="Calibri"/>
                <a:cs typeface="Calibri"/>
              </a:rPr>
              <a:t>system</a:t>
            </a:r>
            <a:r>
              <a:rPr sz="1800" spc="-70" dirty="0">
                <a:latin typeface="Calibri"/>
                <a:cs typeface="Calibri"/>
              </a:rPr>
              <a:t> </a:t>
            </a:r>
            <a:r>
              <a:rPr sz="1800" spc="-10" dirty="0">
                <a:latin typeface="Calibri"/>
                <a:cs typeface="Calibri"/>
              </a:rPr>
              <a:t>data</a:t>
            </a:r>
            <a:r>
              <a:rPr sz="1800" spc="-65" dirty="0">
                <a:latin typeface="Calibri"/>
                <a:cs typeface="Calibri"/>
              </a:rPr>
              <a:t> </a:t>
            </a:r>
            <a:r>
              <a:rPr sz="1800" dirty="0">
                <a:latin typeface="Calibri"/>
                <a:cs typeface="Calibri"/>
              </a:rPr>
              <a:t>to</a:t>
            </a:r>
            <a:r>
              <a:rPr sz="1800" spc="-60" dirty="0">
                <a:latin typeface="Calibri"/>
                <a:cs typeface="Calibri"/>
              </a:rPr>
              <a:t> </a:t>
            </a:r>
            <a:r>
              <a:rPr sz="1800" b="1" spc="-10" dirty="0">
                <a:latin typeface="Calibri"/>
                <a:cs typeface="Calibri"/>
              </a:rPr>
              <a:t>attribute</a:t>
            </a:r>
            <a:r>
              <a:rPr sz="1800" b="1" spc="-95" dirty="0">
                <a:latin typeface="Calibri"/>
                <a:cs typeface="Calibri"/>
              </a:rPr>
              <a:t> </a:t>
            </a:r>
            <a:r>
              <a:rPr sz="1800" dirty="0">
                <a:latin typeface="Calibri"/>
                <a:cs typeface="Calibri"/>
              </a:rPr>
              <a:t>the</a:t>
            </a:r>
            <a:r>
              <a:rPr sz="1800" spc="-60" dirty="0">
                <a:latin typeface="Calibri"/>
                <a:cs typeface="Calibri"/>
              </a:rPr>
              <a:t> </a:t>
            </a:r>
            <a:r>
              <a:rPr sz="1800" spc="-10" dirty="0">
                <a:latin typeface="Calibri"/>
                <a:cs typeface="Calibri"/>
              </a:rPr>
              <a:t>source</a:t>
            </a:r>
            <a:r>
              <a:rPr sz="1800" spc="-25" dirty="0">
                <a:latin typeface="Calibri"/>
                <a:cs typeface="Calibri"/>
              </a:rPr>
              <a:t> </a:t>
            </a:r>
            <a:r>
              <a:rPr sz="1800" dirty="0">
                <a:latin typeface="Calibri"/>
                <a:cs typeface="Calibri"/>
              </a:rPr>
              <a:t>of</a:t>
            </a:r>
            <a:r>
              <a:rPr sz="1800" spc="-75" dirty="0">
                <a:latin typeface="Calibri"/>
                <a:cs typeface="Calibri"/>
              </a:rPr>
              <a:t> </a:t>
            </a:r>
            <a:r>
              <a:rPr sz="1800" spc="-10" dirty="0">
                <a:latin typeface="Calibri"/>
                <a:cs typeface="Calibri"/>
              </a:rPr>
              <a:t>data</a:t>
            </a:r>
            <a:r>
              <a:rPr sz="1800" spc="-60" dirty="0">
                <a:latin typeface="Calibri"/>
                <a:cs typeface="Calibri"/>
              </a:rPr>
              <a:t> </a:t>
            </a:r>
            <a:r>
              <a:rPr sz="1800" spc="-10" dirty="0">
                <a:latin typeface="Calibri"/>
                <a:cs typeface="Calibri"/>
              </a:rPr>
              <a:t>wherever</a:t>
            </a:r>
            <a:r>
              <a:rPr sz="1800" spc="-55" dirty="0">
                <a:latin typeface="Calibri"/>
                <a:cs typeface="Calibri"/>
              </a:rPr>
              <a:t> </a:t>
            </a:r>
            <a:r>
              <a:rPr sz="1800" spc="-10" dirty="0">
                <a:latin typeface="Calibri"/>
                <a:cs typeface="Calibri"/>
              </a:rPr>
              <a:t>possible</a:t>
            </a:r>
            <a:endParaRPr sz="1800" dirty="0">
              <a:latin typeface="Calibri"/>
              <a:cs typeface="Calibri"/>
            </a:endParaRPr>
          </a:p>
        </p:txBody>
      </p:sp>
      <p:pic>
        <p:nvPicPr>
          <p:cNvPr id="5" name="object 5"/>
          <p:cNvPicPr/>
          <p:nvPr/>
        </p:nvPicPr>
        <p:blipFill>
          <a:blip r:embed="rId3" cstate="print"/>
          <a:stretch>
            <a:fillRect/>
          </a:stretch>
        </p:blipFill>
        <p:spPr>
          <a:xfrm>
            <a:off x="8809990" y="1039313"/>
            <a:ext cx="3251200" cy="44197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078985" y="55829"/>
            <a:ext cx="4036060" cy="697230"/>
          </a:xfrm>
          <a:prstGeom prst="rect">
            <a:avLst/>
          </a:prstGeom>
        </p:spPr>
        <p:txBody>
          <a:bodyPr vert="horz" wrap="square" lIns="0" tIns="13335" rIns="0" bIns="0" rtlCol="0">
            <a:spAutoFit/>
          </a:bodyPr>
          <a:lstStyle/>
          <a:p>
            <a:pPr marL="12700">
              <a:lnSpc>
                <a:spcPct val="100000"/>
              </a:lnSpc>
              <a:spcBef>
                <a:spcPts val="105"/>
              </a:spcBef>
            </a:pPr>
            <a:r>
              <a:rPr sz="4400" dirty="0"/>
              <a:t>WIS2</a:t>
            </a:r>
            <a:r>
              <a:rPr sz="4400" spc="-15" dirty="0"/>
              <a:t> </a:t>
            </a:r>
            <a:r>
              <a:rPr sz="4400" spc="-10" dirty="0"/>
              <a:t>Overview</a:t>
            </a:r>
            <a:endParaRPr sz="4400"/>
          </a:p>
        </p:txBody>
      </p:sp>
      <p:sp>
        <p:nvSpPr>
          <p:cNvPr id="4" name="object 4"/>
          <p:cNvSpPr txBox="1"/>
          <p:nvPr/>
        </p:nvSpPr>
        <p:spPr>
          <a:xfrm>
            <a:off x="603186" y="1101725"/>
            <a:ext cx="8583295" cy="311150"/>
          </a:xfrm>
          <a:prstGeom prst="rect">
            <a:avLst/>
          </a:prstGeom>
          <a:solidFill>
            <a:srgbClr val="FFFF00"/>
          </a:solidFill>
        </p:spPr>
        <p:txBody>
          <a:bodyPr vert="horz" wrap="square" lIns="0" tIns="0" rIns="0" bIns="0" rtlCol="0">
            <a:spAutoFit/>
          </a:bodyPr>
          <a:lstStyle/>
          <a:p>
            <a:pPr marL="0" marR="0" lvl="0" indent="0" defTabSz="914400" eaLnBrk="1" fontAlgn="auto" latinLnBrk="0" hangingPunct="1">
              <a:lnSpc>
                <a:spcPts val="2300"/>
              </a:lnSpc>
              <a:spcBef>
                <a:spcPts val="0"/>
              </a:spcBef>
              <a:spcAft>
                <a:spcPts val="0"/>
              </a:spcAft>
              <a:buClrTx/>
              <a:buSzTx/>
              <a:buFontTx/>
              <a:buNone/>
              <a:tabLst/>
              <a:defRPr/>
            </a:pPr>
            <a:r>
              <a:rPr kumimoji="0" sz="2000" b="1" i="0" u="none" strike="noStrike" kern="0" cap="none" spc="105" normalizeH="0" baseline="0" noProof="0" dirty="0">
                <a:ln>
                  <a:noFill/>
                </a:ln>
                <a:solidFill>
                  <a:sysClr val="windowText" lastClr="000000"/>
                </a:solidFill>
                <a:effectLst/>
                <a:uLnTx/>
                <a:uFillTx/>
                <a:latin typeface="Trebuchet MS"/>
                <a:cs typeface="Trebuchet MS"/>
              </a:rPr>
              <a:t>WMO</a:t>
            </a:r>
            <a:r>
              <a:rPr kumimoji="0" sz="2000" b="1" i="0" u="none" strike="noStrike" kern="0" cap="none" spc="-180" normalizeH="0" baseline="0" noProof="0" dirty="0">
                <a:ln>
                  <a:noFill/>
                </a:ln>
                <a:solidFill>
                  <a:sysClr val="windowText" lastClr="000000"/>
                </a:solidFill>
                <a:effectLst/>
                <a:uLnTx/>
                <a:uFillTx/>
                <a:latin typeface="Trebuchet MS"/>
                <a:cs typeface="Trebuchet MS"/>
              </a:rPr>
              <a:t> </a:t>
            </a:r>
            <a:r>
              <a:rPr kumimoji="0" sz="2000" b="1" i="0" u="none" strike="noStrike" kern="0" cap="none" spc="-35" normalizeH="0" baseline="0" noProof="0" dirty="0">
                <a:ln>
                  <a:noFill/>
                </a:ln>
                <a:solidFill>
                  <a:sysClr val="windowText" lastClr="000000"/>
                </a:solidFill>
                <a:effectLst/>
                <a:uLnTx/>
                <a:uFillTx/>
                <a:latin typeface="Trebuchet MS"/>
                <a:cs typeface="Trebuchet MS"/>
              </a:rPr>
              <a:t>Information</a:t>
            </a:r>
            <a:r>
              <a:rPr kumimoji="0" sz="2000" b="1" i="0" u="none" strike="noStrike" kern="0" cap="none" spc="-16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System</a:t>
            </a:r>
            <a:r>
              <a:rPr kumimoji="0" sz="2000" b="1" i="0" u="none" strike="noStrike" kern="0" cap="none" spc="-165" normalizeH="0" baseline="0" noProof="0" dirty="0">
                <a:ln>
                  <a:noFill/>
                </a:ln>
                <a:solidFill>
                  <a:sysClr val="windowText" lastClr="000000"/>
                </a:solidFill>
                <a:effectLst/>
                <a:uLnTx/>
                <a:uFillTx/>
                <a:latin typeface="Trebuchet MS"/>
                <a:cs typeface="Trebuchet MS"/>
              </a:rPr>
              <a:t> </a:t>
            </a:r>
            <a:r>
              <a:rPr kumimoji="0" sz="2000" b="1" i="0" u="none" strike="noStrike" kern="0" cap="none" spc="-135" normalizeH="0" baseline="0" noProof="0" dirty="0">
                <a:ln>
                  <a:noFill/>
                </a:ln>
                <a:solidFill>
                  <a:sysClr val="windowText" lastClr="000000"/>
                </a:solidFill>
                <a:effectLst/>
                <a:uLnTx/>
                <a:uFillTx/>
                <a:latin typeface="Trebuchet MS"/>
                <a:cs typeface="Trebuchet MS"/>
              </a:rPr>
              <a:t>2.0</a:t>
            </a:r>
            <a:r>
              <a:rPr kumimoji="0" sz="2000" b="1" i="0" u="none" strike="noStrike" kern="0" cap="none" spc="-170" normalizeH="0" baseline="0" noProof="0" dirty="0">
                <a:ln>
                  <a:noFill/>
                </a:ln>
                <a:solidFill>
                  <a:sysClr val="windowText" lastClr="000000"/>
                </a:solidFill>
                <a:effectLst/>
                <a:uLnTx/>
                <a:uFillTx/>
                <a:latin typeface="Trebuchet MS"/>
                <a:cs typeface="Trebuchet MS"/>
              </a:rPr>
              <a:t> </a:t>
            </a:r>
            <a:r>
              <a:rPr kumimoji="0" sz="2000" b="1" i="0" u="none" strike="noStrike" kern="0" cap="none" spc="-20" normalizeH="0" baseline="0" noProof="0" dirty="0">
                <a:ln>
                  <a:noFill/>
                </a:ln>
                <a:solidFill>
                  <a:sysClr val="windowText" lastClr="000000"/>
                </a:solidFill>
                <a:effectLst/>
                <a:uLnTx/>
                <a:uFillTx/>
                <a:latin typeface="Trebuchet MS"/>
                <a:cs typeface="Trebuchet MS"/>
              </a:rPr>
              <a:t>(WIS2)</a:t>
            </a:r>
            <a:r>
              <a:rPr kumimoji="0" sz="2000" b="1" i="0" u="none" strike="noStrike" kern="0" cap="none" spc="-175" normalizeH="0" baseline="0" noProof="0" dirty="0">
                <a:ln>
                  <a:noFill/>
                </a:ln>
                <a:solidFill>
                  <a:sysClr val="windowText" lastClr="000000"/>
                </a:solidFill>
                <a:effectLst/>
                <a:uLnTx/>
                <a:uFillTx/>
                <a:latin typeface="Trebuchet MS"/>
                <a:cs typeface="Trebuchet MS"/>
              </a:rPr>
              <a:t> </a:t>
            </a:r>
            <a:r>
              <a:rPr kumimoji="0" sz="2000" b="1" i="0" u="none" strike="noStrike" kern="0" cap="none" spc="50" normalizeH="0" baseline="0" noProof="0" dirty="0">
                <a:ln>
                  <a:noFill/>
                </a:ln>
                <a:solidFill>
                  <a:sysClr val="windowText" lastClr="000000"/>
                </a:solidFill>
                <a:effectLst/>
                <a:uLnTx/>
                <a:uFillTx/>
                <a:latin typeface="Trebuchet MS"/>
                <a:cs typeface="Trebuchet MS"/>
              </a:rPr>
              <a:t>is</a:t>
            </a:r>
            <a:r>
              <a:rPr kumimoji="0" sz="2000" b="1" i="0" u="none" strike="noStrike" kern="0" cap="none" spc="-160" normalizeH="0" baseline="0" noProof="0" dirty="0">
                <a:ln>
                  <a:noFill/>
                </a:ln>
                <a:solidFill>
                  <a:sysClr val="windowText" lastClr="000000"/>
                </a:solidFill>
                <a:effectLst/>
                <a:uLnTx/>
                <a:uFillTx/>
                <a:latin typeface="Trebuchet MS"/>
                <a:cs typeface="Trebuchet MS"/>
              </a:rPr>
              <a:t> </a:t>
            </a:r>
            <a:r>
              <a:rPr kumimoji="0" sz="2000" b="1" i="0" u="none" strike="noStrike" kern="0" cap="none" spc="-65" normalizeH="0" baseline="0" noProof="0" dirty="0">
                <a:ln>
                  <a:noFill/>
                </a:ln>
                <a:solidFill>
                  <a:sysClr val="windowText" lastClr="000000"/>
                </a:solidFill>
                <a:effectLst/>
                <a:uLnTx/>
                <a:uFillTx/>
                <a:latin typeface="Trebuchet MS"/>
                <a:cs typeface="Trebuchet MS"/>
              </a:rPr>
              <a:t>the</a:t>
            </a:r>
            <a:r>
              <a:rPr kumimoji="0" sz="2000" b="1" i="0" u="none" strike="noStrike" kern="0" cap="none" spc="-145" normalizeH="0" baseline="0" noProof="0" dirty="0">
                <a:ln>
                  <a:noFill/>
                </a:ln>
                <a:solidFill>
                  <a:sysClr val="windowText" lastClr="000000"/>
                </a:solidFill>
                <a:effectLst/>
                <a:uLnTx/>
                <a:uFillTx/>
                <a:latin typeface="Trebuchet MS"/>
                <a:cs typeface="Trebuchet MS"/>
              </a:rPr>
              <a:t> </a:t>
            </a:r>
            <a:r>
              <a:rPr kumimoji="0" sz="2000" b="1" i="0" u="none" strike="noStrike" kern="0" cap="none" spc="-50" normalizeH="0" baseline="0" noProof="0" dirty="0">
                <a:ln>
                  <a:noFill/>
                </a:ln>
                <a:solidFill>
                  <a:sysClr val="windowText" lastClr="000000"/>
                </a:solidFill>
                <a:effectLst/>
                <a:uLnTx/>
                <a:uFillTx/>
                <a:latin typeface="Trebuchet MS"/>
                <a:cs typeface="Trebuchet MS"/>
              </a:rPr>
              <a:t>new</a:t>
            </a:r>
            <a:r>
              <a:rPr kumimoji="0" sz="2000" b="1" i="0" u="none" strike="noStrike" kern="0" cap="none" spc="-165" normalizeH="0" baseline="0" noProof="0" dirty="0">
                <a:ln>
                  <a:noFill/>
                </a:ln>
                <a:solidFill>
                  <a:sysClr val="windowText" lastClr="000000"/>
                </a:solidFill>
                <a:effectLst/>
                <a:uLnTx/>
                <a:uFillTx/>
                <a:latin typeface="Trebuchet MS"/>
                <a:cs typeface="Trebuchet MS"/>
              </a:rPr>
              <a:t> </a:t>
            </a:r>
            <a:r>
              <a:rPr kumimoji="0" sz="2000" b="1" i="0" u="none" strike="noStrike" kern="0" cap="none" spc="-55" normalizeH="0" baseline="0" noProof="0" dirty="0">
                <a:ln>
                  <a:noFill/>
                </a:ln>
                <a:solidFill>
                  <a:sysClr val="windowText" lastClr="000000"/>
                </a:solidFill>
                <a:effectLst/>
                <a:uLnTx/>
                <a:uFillTx/>
                <a:latin typeface="Trebuchet MS"/>
                <a:cs typeface="Trebuchet MS"/>
              </a:rPr>
              <a:t>framework</a:t>
            </a:r>
            <a:r>
              <a:rPr kumimoji="0" sz="2000" b="1" i="0" u="none" strike="noStrike" kern="0" cap="none" spc="-175" normalizeH="0" baseline="0" noProof="0" dirty="0">
                <a:ln>
                  <a:noFill/>
                </a:ln>
                <a:solidFill>
                  <a:sysClr val="windowText" lastClr="000000"/>
                </a:solidFill>
                <a:effectLst/>
                <a:uLnTx/>
                <a:uFillTx/>
                <a:latin typeface="Trebuchet MS"/>
                <a:cs typeface="Trebuchet MS"/>
              </a:rPr>
              <a:t> </a:t>
            </a:r>
            <a:r>
              <a:rPr kumimoji="0" sz="2000" b="1" i="0" u="none" strike="noStrike" kern="0" cap="none" spc="-70" normalizeH="0" baseline="0" noProof="0" dirty="0">
                <a:ln>
                  <a:noFill/>
                </a:ln>
                <a:solidFill>
                  <a:sysClr val="windowText" lastClr="000000"/>
                </a:solidFill>
                <a:effectLst/>
                <a:uLnTx/>
                <a:uFillTx/>
                <a:latin typeface="Trebuchet MS"/>
                <a:cs typeface="Trebuchet MS"/>
              </a:rPr>
              <a:t>for</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data</a:t>
            </a:r>
            <a:r>
              <a:rPr kumimoji="0" sz="2000" b="1" i="0" u="none" strike="noStrike" kern="0" cap="none" spc="-180"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sharing</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5" name="object 5"/>
          <p:cNvSpPr txBox="1"/>
          <p:nvPr/>
        </p:nvSpPr>
        <p:spPr>
          <a:xfrm>
            <a:off x="603186" y="1412621"/>
            <a:ext cx="4693285" cy="304800"/>
          </a:xfrm>
          <a:prstGeom prst="rect">
            <a:avLst/>
          </a:prstGeom>
          <a:solidFill>
            <a:srgbClr val="FFFF00"/>
          </a:solidFill>
        </p:spPr>
        <p:txBody>
          <a:bodyPr vert="horz" wrap="square" lIns="0" tIns="0" rIns="0" bIns="0" rtlCol="0">
            <a:spAutoFit/>
          </a:bodyPr>
          <a:lstStyle/>
          <a:p>
            <a:pPr marL="0" marR="0" lvl="0" indent="0" defTabSz="914400" eaLnBrk="1" fontAlgn="auto" latinLnBrk="0" hangingPunct="1">
              <a:lnSpc>
                <a:spcPts val="2250"/>
              </a:lnSpc>
              <a:spcBef>
                <a:spcPts val="0"/>
              </a:spcBef>
              <a:spcAft>
                <a:spcPts val="0"/>
              </a:spcAft>
              <a:buClrTx/>
              <a:buSzTx/>
              <a:buFontTx/>
              <a:buNone/>
              <a:tabLst/>
              <a:defRPr/>
            </a:pPr>
            <a:r>
              <a:rPr kumimoji="0" sz="2000" b="1" i="0" u="none" strike="noStrike" kern="0" cap="none" spc="50" normalizeH="0" baseline="0" noProof="0" dirty="0">
                <a:ln>
                  <a:noFill/>
                </a:ln>
                <a:solidFill>
                  <a:sysClr val="windowText" lastClr="000000"/>
                </a:solidFill>
                <a:effectLst/>
                <a:uLnTx/>
                <a:uFillTx/>
                <a:latin typeface="Trebuchet MS"/>
                <a:cs typeface="Trebuchet MS"/>
              </a:rPr>
              <a:t>across</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sng" strike="noStrike" kern="0" cap="none" spc="0" normalizeH="0" baseline="0" noProof="0" dirty="0">
                <a:ln>
                  <a:noFill/>
                </a:ln>
                <a:solidFill>
                  <a:sysClr val="windowText" lastClr="000000"/>
                </a:solidFill>
                <a:effectLst/>
                <a:uLnTx/>
                <a:uFill>
                  <a:solidFill>
                    <a:srgbClr val="000000"/>
                  </a:solidFill>
                </a:uFill>
                <a:latin typeface="Trebuchet MS"/>
                <a:cs typeface="Trebuchet MS"/>
              </a:rPr>
              <a:t>all</a:t>
            </a:r>
            <a:r>
              <a:rPr kumimoji="0" sz="2000" b="1" i="0" u="sng" strike="noStrike" kern="0" cap="none" spc="-150" normalizeH="0" baseline="0" noProof="0" dirty="0">
                <a:ln>
                  <a:noFill/>
                </a:ln>
                <a:solidFill>
                  <a:sysClr val="windowText" lastClr="000000"/>
                </a:solidFill>
                <a:effectLst/>
                <a:uLnTx/>
                <a:uFill>
                  <a:solidFill>
                    <a:srgbClr val="000000"/>
                  </a:solidFill>
                </a:uFill>
                <a:latin typeface="Trebuchet MS"/>
                <a:cs typeface="Trebuchet MS"/>
              </a:rPr>
              <a:t> </a:t>
            </a:r>
            <a:r>
              <a:rPr kumimoji="0" sz="2000" b="1" i="0" u="sng" strike="noStrike" kern="0" cap="none" spc="100" normalizeH="0" baseline="0" noProof="0" dirty="0">
                <a:ln>
                  <a:noFill/>
                </a:ln>
                <a:solidFill>
                  <a:sysClr val="windowText" lastClr="000000"/>
                </a:solidFill>
                <a:effectLst/>
                <a:uLnTx/>
                <a:uFill>
                  <a:solidFill>
                    <a:srgbClr val="000000"/>
                  </a:solidFill>
                </a:uFill>
                <a:latin typeface="Trebuchet MS"/>
                <a:cs typeface="Trebuchet MS"/>
              </a:rPr>
              <a:t>WMO</a:t>
            </a:r>
            <a:r>
              <a:rPr kumimoji="0" sz="2000" b="1" i="0" u="sng" strike="noStrike" kern="0" cap="none" spc="-170" normalizeH="0" baseline="0" noProof="0" dirty="0">
                <a:ln>
                  <a:noFill/>
                </a:ln>
                <a:solidFill>
                  <a:sysClr val="windowText" lastClr="000000"/>
                </a:solidFill>
                <a:effectLst/>
                <a:uLnTx/>
                <a:uFill>
                  <a:solidFill>
                    <a:srgbClr val="000000"/>
                  </a:solidFill>
                </a:uFill>
                <a:latin typeface="Trebuchet MS"/>
                <a:cs typeface="Trebuchet MS"/>
              </a:rPr>
              <a:t> </a:t>
            </a:r>
            <a:r>
              <a:rPr kumimoji="0" sz="2000" b="1" i="0" u="sng" strike="noStrike" kern="0" cap="none" spc="0" normalizeH="0" baseline="0" noProof="0" dirty="0">
                <a:ln>
                  <a:noFill/>
                </a:ln>
                <a:solidFill>
                  <a:sysClr val="windowText" lastClr="000000"/>
                </a:solidFill>
                <a:effectLst/>
                <a:uLnTx/>
                <a:uFill>
                  <a:solidFill>
                    <a:srgbClr val="000000"/>
                  </a:solidFill>
                </a:uFill>
                <a:latin typeface="Trebuchet MS"/>
                <a:cs typeface="Trebuchet MS"/>
              </a:rPr>
              <a:t>domains</a:t>
            </a:r>
            <a:r>
              <a:rPr kumimoji="0" sz="2000" b="1" i="0" u="sng" strike="noStrike" kern="0" cap="none" spc="-145" normalizeH="0" baseline="0" noProof="0" dirty="0">
                <a:ln>
                  <a:noFill/>
                </a:ln>
                <a:solidFill>
                  <a:sysClr val="windowText" lastClr="000000"/>
                </a:solidFill>
                <a:effectLst/>
                <a:uLnTx/>
                <a:uFill>
                  <a:solidFill>
                    <a:srgbClr val="000000"/>
                  </a:solidFill>
                </a:uFill>
                <a:latin typeface="Trebuchet MS"/>
                <a:cs typeface="Trebuchet MS"/>
              </a:rPr>
              <a:t> </a:t>
            </a:r>
            <a:r>
              <a:rPr kumimoji="0" sz="2000" b="1" i="0" u="sng" strike="noStrike" kern="0" cap="none" spc="0" normalizeH="0" baseline="0" noProof="0" dirty="0">
                <a:ln>
                  <a:noFill/>
                </a:ln>
                <a:solidFill>
                  <a:sysClr val="windowText" lastClr="000000"/>
                </a:solidFill>
                <a:effectLst/>
                <a:uLnTx/>
                <a:uFill>
                  <a:solidFill>
                    <a:srgbClr val="000000"/>
                  </a:solidFill>
                </a:uFill>
                <a:latin typeface="Trebuchet MS"/>
                <a:cs typeface="Trebuchet MS"/>
              </a:rPr>
              <a:t>and</a:t>
            </a:r>
            <a:r>
              <a:rPr kumimoji="0" sz="2000" b="1" i="0" u="sng" strike="noStrike" kern="0" cap="none" spc="-145" normalizeH="0" baseline="0" noProof="0" dirty="0">
                <a:ln>
                  <a:noFill/>
                </a:ln>
                <a:solidFill>
                  <a:sysClr val="windowText" lastClr="000000"/>
                </a:solidFill>
                <a:effectLst/>
                <a:uLnTx/>
                <a:uFill>
                  <a:solidFill>
                    <a:srgbClr val="000000"/>
                  </a:solidFill>
                </a:uFill>
                <a:latin typeface="Trebuchet MS"/>
                <a:cs typeface="Trebuchet MS"/>
              </a:rPr>
              <a:t> </a:t>
            </a:r>
            <a:r>
              <a:rPr kumimoji="0" sz="2000" b="1"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disciplines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6" name="object 6"/>
          <p:cNvSpPr txBox="1">
            <a:spLocks noGrp="1"/>
          </p:cNvSpPr>
          <p:nvPr>
            <p:ph type="body" idx="1"/>
          </p:nvPr>
        </p:nvSpPr>
        <p:spPr>
          <a:prstGeom prst="rect">
            <a:avLst/>
          </a:prstGeom>
        </p:spPr>
        <p:txBody>
          <a:bodyPr vert="horz" wrap="square" lIns="0" tIns="12700" rIns="0" bIns="0" rtlCol="0">
            <a:spAutoFit/>
          </a:bodyPr>
          <a:lstStyle/>
          <a:p>
            <a:pPr marL="12700" marR="346075">
              <a:lnSpc>
                <a:spcPct val="100000"/>
              </a:lnSpc>
              <a:spcBef>
                <a:spcPts val="100"/>
              </a:spcBef>
            </a:pPr>
            <a:r>
              <a:rPr spc="-25" dirty="0"/>
              <a:t>In</a:t>
            </a:r>
            <a:r>
              <a:rPr spc="-155" dirty="0"/>
              <a:t> </a:t>
            </a:r>
            <a:r>
              <a:rPr dirty="0"/>
              <a:t>WIS2</a:t>
            </a:r>
            <a:r>
              <a:rPr spc="-160" dirty="0"/>
              <a:t> </a:t>
            </a:r>
            <a:r>
              <a:rPr dirty="0"/>
              <a:t>each</a:t>
            </a:r>
            <a:r>
              <a:rPr spc="-140" dirty="0"/>
              <a:t> </a:t>
            </a:r>
            <a:r>
              <a:rPr spc="95" dirty="0"/>
              <a:t>WMO</a:t>
            </a:r>
            <a:r>
              <a:rPr spc="-170" dirty="0"/>
              <a:t> </a:t>
            </a:r>
            <a:r>
              <a:rPr spc="-10" dirty="0"/>
              <a:t>Member</a:t>
            </a:r>
            <a:r>
              <a:rPr spc="-140" dirty="0"/>
              <a:t> </a:t>
            </a:r>
            <a:r>
              <a:rPr spc="-75" dirty="0"/>
              <a:t>will</a:t>
            </a:r>
            <a:r>
              <a:rPr spc="-160" dirty="0"/>
              <a:t> </a:t>
            </a:r>
            <a:r>
              <a:rPr spc="-70" dirty="0"/>
              <a:t>directly</a:t>
            </a:r>
            <a:r>
              <a:rPr spc="-135" dirty="0"/>
              <a:t> </a:t>
            </a:r>
            <a:r>
              <a:rPr spc="-10" dirty="0"/>
              <a:t>share</a:t>
            </a:r>
            <a:r>
              <a:rPr spc="-145" dirty="0"/>
              <a:t> </a:t>
            </a:r>
            <a:r>
              <a:rPr dirty="0"/>
              <a:t>and</a:t>
            </a:r>
            <a:r>
              <a:rPr spc="-150" dirty="0"/>
              <a:t> </a:t>
            </a:r>
            <a:r>
              <a:rPr spc="-65" dirty="0"/>
              <a:t>receive</a:t>
            </a:r>
            <a:r>
              <a:rPr spc="-160" dirty="0"/>
              <a:t> </a:t>
            </a:r>
            <a:r>
              <a:rPr spc="-50" dirty="0"/>
              <a:t>data</a:t>
            </a:r>
            <a:r>
              <a:rPr spc="-114" dirty="0"/>
              <a:t> </a:t>
            </a:r>
            <a:r>
              <a:rPr spc="-65" dirty="0"/>
              <a:t>over</a:t>
            </a:r>
            <a:r>
              <a:rPr spc="-165" dirty="0"/>
              <a:t> </a:t>
            </a:r>
            <a:r>
              <a:rPr spc="-70" dirty="0"/>
              <a:t>the</a:t>
            </a:r>
            <a:r>
              <a:rPr spc="-145" dirty="0"/>
              <a:t> </a:t>
            </a:r>
            <a:r>
              <a:rPr spc="-80" dirty="0"/>
              <a:t>internet</a:t>
            </a:r>
            <a:r>
              <a:rPr spc="-140" dirty="0"/>
              <a:t> </a:t>
            </a:r>
            <a:r>
              <a:rPr spc="-10" dirty="0"/>
              <a:t>using </a:t>
            </a:r>
            <a:r>
              <a:rPr dirty="0"/>
              <a:t>commonly</a:t>
            </a:r>
            <a:r>
              <a:rPr spc="-165" dirty="0"/>
              <a:t> </a:t>
            </a:r>
            <a:r>
              <a:rPr dirty="0"/>
              <a:t>used</a:t>
            </a:r>
            <a:r>
              <a:rPr spc="-135" dirty="0"/>
              <a:t> </a:t>
            </a:r>
            <a:r>
              <a:rPr spc="-45" dirty="0"/>
              <a:t>web</a:t>
            </a:r>
            <a:r>
              <a:rPr spc="-145" dirty="0"/>
              <a:t> </a:t>
            </a:r>
            <a:r>
              <a:rPr spc="-10" dirty="0"/>
              <a:t>protocols</a:t>
            </a:r>
            <a:r>
              <a:rPr spc="-135" dirty="0"/>
              <a:t> </a:t>
            </a:r>
            <a:r>
              <a:rPr spc="-60" dirty="0"/>
              <a:t>without</a:t>
            </a:r>
            <a:r>
              <a:rPr spc="-155" dirty="0"/>
              <a:t> </a:t>
            </a:r>
            <a:r>
              <a:rPr spc="-75" dirty="0"/>
              <a:t>relying</a:t>
            </a:r>
            <a:r>
              <a:rPr spc="-155" dirty="0"/>
              <a:t> </a:t>
            </a:r>
            <a:r>
              <a:rPr dirty="0"/>
              <a:t>on</a:t>
            </a:r>
            <a:r>
              <a:rPr spc="-165" dirty="0"/>
              <a:t> </a:t>
            </a:r>
            <a:r>
              <a:rPr spc="-25" dirty="0"/>
              <a:t>Regional</a:t>
            </a:r>
            <a:r>
              <a:rPr spc="-165" dirty="0"/>
              <a:t> </a:t>
            </a:r>
            <a:r>
              <a:rPr spc="-60" dirty="0"/>
              <a:t>Transport</a:t>
            </a:r>
            <a:r>
              <a:rPr spc="-145" dirty="0"/>
              <a:t> </a:t>
            </a:r>
            <a:r>
              <a:rPr spc="45" dirty="0"/>
              <a:t>Hubs</a:t>
            </a:r>
          </a:p>
          <a:p>
            <a:pPr>
              <a:lnSpc>
                <a:spcPct val="100000"/>
              </a:lnSpc>
              <a:spcBef>
                <a:spcPts val="305"/>
              </a:spcBef>
            </a:pPr>
            <a:endParaRPr spc="45" dirty="0"/>
          </a:p>
          <a:p>
            <a:pPr marL="12700">
              <a:lnSpc>
                <a:spcPct val="100000"/>
              </a:lnSpc>
            </a:pPr>
            <a:r>
              <a:rPr sz="2000" b="1" dirty="0">
                <a:latin typeface="Trebuchet MS"/>
                <a:cs typeface="Trebuchet MS"/>
              </a:rPr>
              <a:t>Designed</a:t>
            </a:r>
            <a:r>
              <a:rPr sz="2000" b="1" spc="-145" dirty="0">
                <a:latin typeface="Trebuchet MS"/>
                <a:cs typeface="Trebuchet MS"/>
              </a:rPr>
              <a:t> </a:t>
            </a:r>
            <a:r>
              <a:rPr sz="2000" b="1" spc="-55" dirty="0">
                <a:latin typeface="Trebuchet MS"/>
                <a:cs typeface="Trebuchet MS"/>
              </a:rPr>
              <a:t>to</a:t>
            </a:r>
            <a:r>
              <a:rPr sz="2000" b="1" spc="-120" dirty="0">
                <a:latin typeface="Trebuchet MS"/>
                <a:cs typeface="Trebuchet MS"/>
              </a:rPr>
              <a:t> </a:t>
            </a:r>
            <a:r>
              <a:rPr sz="2000" b="1" u="sng" spc="-60" dirty="0">
                <a:uFill>
                  <a:solidFill>
                    <a:srgbClr val="000000"/>
                  </a:solidFill>
                </a:uFill>
                <a:latin typeface="Trebuchet MS"/>
                <a:cs typeface="Trebuchet MS"/>
              </a:rPr>
              <a:t>lower</a:t>
            </a:r>
            <a:r>
              <a:rPr sz="2000" b="1" u="sng" spc="-140" dirty="0">
                <a:uFill>
                  <a:solidFill>
                    <a:srgbClr val="000000"/>
                  </a:solidFill>
                </a:uFill>
                <a:latin typeface="Trebuchet MS"/>
                <a:cs typeface="Trebuchet MS"/>
              </a:rPr>
              <a:t> </a:t>
            </a:r>
            <a:r>
              <a:rPr sz="2000" b="1" u="sng" spc="-65" dirty="0">
                <a:uFill>
                  <a:solidFill>
                    <a:srgbClr val="000000"/>
                  </a:solidFill>
                </a:uFill>
                <a:latin typeface="Trebuchet MS"/>
                <a:cs typeface="Trebuchet MS"/>
              </a:rPr>
              <a:t>the</a:t>
            </a:r>
            <a:r>
              <a:rPr sz="2000" b="1" u="sng" spc="-150" dirty="0">
                <a:uFill>
                  <a:solidFill>
                    <a:srgbClr val="000000"/>
                  </a:solidFill>
                </a:uFill>
                <a:latin typeface="Trebuchet MS"/>
                <a:cs typeface="Trebuchet MS"/>
              </a:rPr>
              <a:t> </a:t>
            </a:r>
            <a:r>
              <a:rPr sz="2000" b="1" u="sng" spc="-45" dirty="0">
                <a:uFill>
                  <a:solidFill>
                    <a:srgbClr val="000000"/>
                  </a:solidFill>
                </a:uFill>
                <a:latin typeface="Trebuchet MS"/>
                <a:cs typeface="Trebuchet MS"/>
              </a:rPr>
              <a:t>barriers</a:t>
            </a:r>
            <a:r>
              <a:rPr sz="2000" b="1" u="sng" spc="-150" dirty="0">
                <a:uFill>
                  <a:solidFill>
                    <a:srgbClr val="000000"/>
                  </a:solidFill>
                </a:uFill>
                <a:latin typeface="Trebuchet MS"/>
                <a:cs typeface="Trebuchet MS"/>
              </a:rPr>
              <a:t> </a:t>
            </a:r>
            <a:r>
              <a:rPr sz="2000" b="1" spc="-70" dirty="0">
                <a:latin typeface="Trebuchet MS"/>
                <a:cs typeface="Trebuchet MS"/>
              </a:rPr>
              <a:t>for</a:t>
            </a:r>
            <a:r>
              <a:rPr sz="2000" b="1" spc="-135" dirty="0">
                <a:latin typeface="Trebuchet MS"/>
                <a:cs typeface="Trebuchet MS"/>
              </a:rPr>
              <a:t> </a:t>
            </a:r>
            <a:r>
              <a:rPr sz="2000" b="1" spc="-10" dirty="0">
                <a:latin typeface="Trebuchet MS"/>
                <a:cs typeface="Trebuchet MS"/>
              </a:rPr>
              <a:t>sharing</a:t>
            </a:r>
            <a:r>
              <a:rPr sz="2000" b="1" spc="-160" dirty="0">
                <a:latin typeface="Trebuchet MS"/>
                <a:cs typeface="Trebuchet MS"/>
              </a:rPr>
              <a:t> </a:t>
            </a:r>
            <a:r>
              <a:rPr sz="2000" b="1" dirty="0">
                <a:latin typeface="Trebuchet MS"/>
                <a:cs typeface="Trebuchet MS"/>
              </a:rPr>
              <a:t>and</a:t>
            </a:r>
            <a:r>
              <a:rPr sz="2000" b="1" spc="-145" dirty="0">
                <a:latin typeface="Trebuchet MS"/>
                <a:cs typeface="Trebuchet MS"/>
              </a:rPr>
              <a:t> </a:t>
            </a:r>
            <a:r>
              <a:rPr sz="2000" b="1" spc="-45" dirty="0">
                <a:latin typeface="Trebuchet MS"/>
                <a:cs typeface="Trebuchet MS"/>
              </a:rPr>
              <a:t>receiving</a:t>
            </a:r>
            <a:r>
              <a:rPr sz="2000" b="1" spc="-155" dirty="0">
                <a:latin typeface="Trebuchet MS"/>
                <a:cs typeface="Trebuchet MS"/>
              </a:rPr>
              <a:t> </a:t>
            </a:r>
            <a:r>
              <a:rPr sz="2000" b="1" spc="-10" dirty="0">
                <a:latin typeface="Trebuchet MS"/>
                <a:cs typeface="Trebuchet MS"/>
              </a:rPr>
              <a:t>data:</a:t>
            </a:r>
            <a:endParaRPr sz="2000">
              <a:latin typeface="Trebuchet MS"/>
              <a:cs typeface="Trebuchet MS"/>
            </a:endParaRPr>
          </a:p>
          <a:p>
            <a:pPr marL="299085" indent="-286385">
              <a:lnSpc>
                <a:spcPct val="100000"/>
              </a:lnSpc>
              <a:buFont typeface="Arial MT"/>
              <a:buChar char="•"/>
              <a:tabLst>
                <a:tab pos="299085" algn="l"/>
              </a:tabLst>
            </a:pPr>
            <a:r>
              <a:rPr sz="2000" spc="-10" dirty="0"/>
              <a:t>Support</a:t>
            </a:r>
            <a:r>
              <a:rPr sz="2000" spc="-165" dirty="0"/>
              <a:t> </a:t>
            </a:r>
            <a:r>
              <a:rPr sz="2000" spc="-65" dirty="0"/>
              <a:t>the</a:t>
            </a:r>
            <a:r>
              <a:rPr sz="2000" spc="-140" dirty="0"/>
              <a:t> </a:t>
            </a:r>
            <a:r>
              <a:rPr sz="2000" b="1" spc="105" dirty="0">
                <a:latin typeface="Trebuchet MS"/>
                <a:cs typeface="Trebuchet MS"/>
              </a:rPr>
              <a:t>WMO</a:t>
            </a:r>
            <a:r>
              <a:rPr sz="2000" b="1" spc="-165" dirty="0">
                <a:latin typeface="Trebuchet MS"/>
                <a:cs typeface="Trebuchet MS"/>
              </a:rPr>
              <a:t> </a:t>
            </a:r>
            <a:r>
              <a:rPr sz="2000" b="1" spc="-40" dirty="0">
                <a:latin typeface="Trebuchet MS"/>
                <a:cs typeface="Trebuchet MS"/>
              </a:rPr>
              <a:t>Unified</a:t>
            </a:r>
            <a:r>
              <a:rPr sz="2000" b="1" spc="-150" dirty="0">
                <a:latin typeface="Trebuchet MS"/>
                <a:cs typeface="Trebuchet MS"/>
              </a:rPr>
              <a:t> </a:t>
            </a:r>
            <a:r>
              <a:rPr sz="2000" b="1" dirty="0">
                <a:latin typeface="Trebuchet MS"/>
                <a:cs typeface="Trebuchet MS"/>
              </a:rPr>
              <a:t>Data</a:t>
            </a:r>
            <a:r>
              <a:rPr sz="2000" b="1" spc="-170" dirty="0">
                <a:latin typeface="Trebuchet MS"/>
                <a:cs typeface="Trebuchet MS"/>
              </a:rPr>
              <a:t> </a:t>
            </a:r>
            <a:r>
              <a:rPr sz="2000" b="1" spc="-25" dirty="0">
                <a:latin typeface="Trebuchet MS"/>
                <a:cs typeface="Trebuchet MS"/>
              </a:rPr>
              <a:t>Policy</a:t>
            </a:r>
            <a:r>
              <a:rPr sz="2000" b="1" spc="-160" dirty="0">
                <a:latin typeface="Trebuchet MS"/>
                <a:cs typeface="Trebuchet MS"/>
              </a:rPr>
              <a:t> </a:t>
            </a:r>
            <a:r>
              <a:rPr sz="2000" dirty="0"/>
              <a:t>and</a:t>
            </a:r>
            <a:r>
              <a:rPr sz="2000" spc="-155" dirty="0"/>
              <a:t> </a:t>
            </a:r>
            <a:r>
              <a:rPr sz="2000" b="1" spc="105" dirty="0">
                <a:latin typeface="Trebuchet MS"/>
                <a:cs typeface="Trebuchet MS"/>
              </a:rPr>
              <a:t>WMO</a:t>
            </a:r>
            <a:r>
              <a:rPr sz="2000" b="1" spc="-165" dirty="0">
                <a:latin typeface="Trebuchet MS"/>
                <a:cs typeface="Trebuchet MS"/>
              </a:rPr>
              <a:t> </a:t>
            </a:r>
            <a:r>
              <a:rPr sz="2000" b="1" dirty="0">
                <a:latin typeface="Trebuchet MS"/>
                <a:cs typeface="Trebuchet MS"/>
              </a:rPr>
              <a:t>Global</a:t>
            </a:r>
            <a:r>
              <a:rPr sz="2000" b="1" spc="-160" dirty="0">
                <a:latin typeface="Trebuchet MS"/>
                <a:cs typeface="Trebuchet MS"/>
              </a:rPr>
              <a:t> </a:t>
            </a:r>
            <a:r>
              <a:rPr sz="2000" b="1" spc="-10" dirty="0">
                <a:latin typeface="Trebuchet MS"/>
                <a:cs typeface="Trebuchet MS"/>
              </a:rPr>
              <a:t>Observing</a:t>
            </a:r>
            <a:r>
              <a:rPr sz="2000" b="1" spc="-165" dirty="0">
                <a:latin typeface="Trebuchet MS"/>
                <a:cs typeface="Trebuchet MS"/>
              </a:rPr>
              <a:t> </a:t>
            </a:r>
            <a:r>
              <a:rPr sz="2000" b="1" spc="-10" dirty="0">
                <a:latin typeface="Trebuchet MS"/>
                <a:cs typeface="Trebuchet MS"/>
              </a:rPr>
              <a:t>Network</a:t>
            </a:r>
            <a:endParaRPr sz="2000">
              <a:latin typeface="Trebuchet MS"/>
              <a:cs typeface="Trebuchet MS"/>
            </a:endParaRPr>
          </a:p>
          <a:p>
            <a:pPr marL="299085" indent="-286385">
              <a:lnSpc>
                <a:spcPct val="100000"/>
              </a:lnSpc>
              <a:buFont typeface="Arial MT"/>
              <a:buChar char="•"/>
              <a:tabLst>
                <a:tab pos="299085" algn="l"/>
              </a:tabLst>
            </a:pPr>
            <a:r>
              <a:rPr sz="2000" dirty="0"/>
              <a:t>Make</a:t>
            </a:r>
            <a:r>
              <a:rPr sz="2000" spc="-150" dirty="0"/>
              <a:t> </a:t>
            </a:r>
            <a:r>
              <a:rPr sz="2000" spc="-70" dirty="0"/>
              <a:t>international/regional</a:t>
            </a:r>
            <a:r>
              <a:rPr sz="2000" spc="-170" dirty="0"/>
              <a:t> </a:t>
            </a:r>
            <a:r>
              <a:rPr sz="2000" spc="-40" dirty="0"/>
              <a:t>data</a:t>
            </a:r>
            <a:r>
              <a:rPr sz="2000" spc="-135" dirty="0"/>
              <a:t> </a:t>
            </a:r>
            <a:r>
              <a:rPr sz="2000" spc="-20" dirty="0"/>
              <a:t>sharing</a:t>
            </a:r>
            <a:r>
              <a:rPr sz="2000" spc="-140" dirty="0"/>
              <a:t> </a:t>
            </a:r>
            <a:r>
              <a:rPr sz="2000" spc="-45" dirty="0"/>
              <a:t>simple,</a:t>
            </a:r>
            <a:r>
              <a:rPr sz="2000" spc="-135" dirty="0"/>
              <a:t> </a:t>
            </a:r>
            <a:r>
              <a:rPr sz="2000" spc="-105" dirty="0"/>
              <a:t>effective,</a:t>
            </a:r>
            <a:r>
              <a:rPr sz="2000" spc="-170" dirty="0"/>
              <a:t> </a:t>
            </a:r>
            <a:r>
              <a:rPr sz="2000" dirty="0"/>
              <a:t>and</a:t>
            </a:r>
            <a:r>
              <a:rPr sz="2000" spc="-140" dirty="0"/>
              <a:t> </a:t>
            </a:r>
            <a:r>
              <a:rPr sz="2000" spc="-10" dirty="0"/>
              <a:t>inexpensive</a:t>
            </a:r>
            <a:endParaRPr sz="2000"/>
          </a:p>
          <a:p>
            <a:pPr marL="299085" indent="-286385">
              <a:lnSpc>
                <a:spcPct val="100000"/>
              </a:lnSpc>
              <a:buFont typeface="Arial MT"/>
              <a:buChar char="•"/>
              <a:tabLst>
                <a:tab pos="299085" algn="l"/>
              </a:tabLst>
            </a:pPr>
            <a:r>
              <a:rPr sz="2000" dirty="0"/>
              <a:t>Ensure</a:t>
            </a:r>
            <a:r>
              <a:rPr sz="2000" spc="-165" dirty="0"/>
              <a:t> </a:t>
            </a:r>
            <a:r>
              <a:rPr sz="2000" i="1" dirty="0">
                <a:latin typeface="Trebuchet MS"/>
                <a:cs typeface="Trebuchet MS"/>
              </a:rPr>
              <a:t>“No</a:t>
            </a:r>
            <a:r>
              <a:rPr sz="2000" i="1" spc="-170" dirty="0">
                <a:latin typeface="Trebuchet MS"/>
                <a:cs typeface="Trebuchet MS"/>
              </a:rPr>
              <a:t> </a:t>
            </a:r>
            <a:r>
              <a:rPr sz="2000" i="1" spc="-25" dirty="0">
                <a:latin typeface="Trebuchet MS"/>
                <a:cs typeface="Trebuchet MS"/>
              </a:rPr>
              <a:t>Member</a:t>
            </a:r>
            <a:r>
              <a:rPr sz="2000" i="1" spc="-185" dirty="0">
                <a:latin typeface="Trebuchet MS"/>
                <a:cs typeface="Trebuchet MS"/>
              </a:rPr>
              <a:t> </a:t>
            </a:r>
            <a:r>
              <a:rPr sz="2000" i="1" spc="-155" dirty="0">
                <a:latin typeface="Trebuchet MS"/>
                <a:cs typeface="Trebuchet MS"/>
              </a:rPr>
              <a:t>left</a:t>
            </a:r>
            <a:r>
              <a:rPr sz="2000" i="1" spc="-150" dirty="0">
                <a:latin typeface="Trebuchet MS"/>
                <a:cs typeface="Trebuchet MS"/>
              </a:rPr>
              <a:t> </a:t>
            </a:r>
            <a:r>
              <a:rPr sz="2000" i="1" spc="-10" dirty="0">
                <a:latin typeface="Trebuchet MS"/>
                <a:cs typeface="Trebuchet MS"/>
              </a:rPr>
              <a:t>behind”</a:t>
            </a:r>
            <a:endParaRPr sz="2000">
              <a:latin typeface="Trebuchet MS"/>
              <a:cs typeface="Trebuchet MS"/>
            </a:endParaRPr>
          </a:p>
          <a:p>
            <a:pPr>
              <a:lnSpc>
                <a:spcPct val="100000"/>
              </a:lnSpc>
              <a:spcBef>
                <a:spcPts val="75"/>
              </a:spcBef>
            </a:pPr>
            <a:endParaRPr sz="2000">
              <a:latin typeface="Trebuchet MS"/>
              <a:cs typeface="Trebuchet MS"/>
            </a:endParaRPr>
          </a:p>
          <a:p>
            <a:pPr marL="12700">
              <a:lnSpc>
                <a:spcPct val="100000"/>
              </a:lnSpc>
              <a:spcBef>
                <a:spcPts val="5"/>
              </a:spcBef>
            </a:pPr>
            <a:r>
              <a:rPr sz="2000" b="1" i="1" spc="75" dirty="0">
                <a:solidFill>
                  <a:srgbClr val="0F42D2"/>
                </a:solidFill>
                <a:latin typeface="Trebuchet MS"/>
                <a:cs typeface="Trebuchet MS"/>
              </a:rPr>
              <a:t>WIS</a:t>
            </a:r>
            <a:r>
              <a:rPr sz="2000" b="1" i="1" spc="-140" dirty="0">
                <a:solidFill>
                  <a:srgbClr val="0F42D2"/>
                </a:solidFill>
                <a:latin typeface="Trebuchet MS"/>
                <a:cs typeface="Trebuchet MS"/>
              </a:rPr>
              <a:t> </a:t>
            </a:r>
            <a:r>
              <a:rPr sz="2000" b="1" i="1" spc="-135" dirty="0">
                <a:solidFill>
                  <a:srgbClr val="0F42D2"/>
                </a:solidFill>
                <a:latin typeface="Trebuchet MS"/>
                <a:cs typeface="Trebuchet MS"/>
              </a:rPr>
              <a:t>2.0</a:t>
            </a:r>
            <a:r>
              <a:rPr sz="2000" b="1" i="1" spc="-170" dirty="0">
                <a:solidFill>
                  <a:srgbClr val="0F42D2"/>
                </a:solidFill>
                <a:latin typeface="Trebuchet MS"/>
                <a:cs typeface="Trebuchet MS"/>
              </a:rPr>
              <a:t> </a:t>
            </a:r>
            <a:r>
              <a:rPr sz="2000" b="1" i="1" spc="-70" dirty="0">
                <a:solidFill>
                  <a:srgbClr val="0F42D2"/>
                </a:solidFill>
                <a:latin typeface="Trebuchet MS"/>
                <a:cs typeface="Trebuchet MS"/>
              </a:rPr>
              <a:t>will</a:t>
            </a:r>
            <a:r>
              <a:rPr sz="2000" b="1" i="1" spc="-145" dirty="0">
                <a:solidFill>
                  <a:srgbClr val="0F42D2"/>
                </a:solidFill>
                <a:latin typeface="Trebuchet MS"/>
                <a:cs typeface="Trebuchet MS"/>
              </a:rPr>
              <a:t> </a:t>
            </a:r>
            <a:r>
              <a:rPr sz="2000" b="1" i="1" spc="-75" dirty="0">
                <a:solidFill>
                  <a:srgbClr val="0F42D2"/>
                </a:solidFill>
                <a:latin typeface="Trebuchet MS"/>
                <a:cs typeface="Trebuchet MS"/>
              </a:rPr>
              <a:t>gradually</a:t>
            </a:r>
            <a:r>
              <a:rPr sz="2000" b="1" i="1" spc="-140" dirty="0">
                <a:solidFill>
                  <a:srgbClr val="0F42D2"/>
                </a:solidFill>
                <a:latin typeface="Trebuchet MS"/>
                <a:cs typeface="Trebuchet MS"/>
              </a:rPr>
              <a:t> </a:t>
            </a:r>
            <a:r>
              <a:rPr sz="2000" b="1" i="1" spc="-35" dirty="0">
                <a:solidFill>
                  <a:srgbClr val="0F42D2"/>
                </a:solidFill>
                <a:latin typeface="Trebuchet MS"/>
                <a:cs typeface="Trebuchet MS"/>
              </a:rPr>
              <a:t>replace</a:t>
            </a:r>
            <a:r>
              <a:rPr sz="2000" b="1" i="1" spc="-145" dirty="0">
                <a:solidFill>
                  <a:srgbClr val="0F42D2"/>
                </a:solidFill>
                <a:latin typeface="Trebuchet MS"/>
                <a:cs typeface="Trebuchet MS"/>
              </a:rPr>
              <a:t> </a:t>
            </a:r>
            <a:r>
              <a:rPr sz="2000" b="1" i="1" spc="-50" dirty="0">
                <a:solidFill>
                  <a:srgbClr val="0F42D2"/>
                </a:solidFill>
                <a:latin typeface="Trebuchet MS"/>
                <a:cs typeface="Trebuchet MS"/>
              </a:rPr>
              <a:t>the</a:t>
            </a:r>
            <a:r>
              <a:rPr sz="2000" b="1" i="1" spc="-155" dirty="0">
                <a:solidFill>
                  <a:srgbClr val="0F42D2"/>
                </a:solidFill>
                <a:latin typeface="Trebuchet MS"/>
                <a:cs typeface="Trebuchet MS"/>
              </a:rPr>
              <a:t> </a:t>
            </a:r>
            <a:r>
              <a:rPr sz="2000" b="1" i="1" spc="-30" dirty="0">
                <a:solidFill>
                  <a:srgbClr val="0F42D2"/>
                </a:solidFill>
                <a:latin typeface="Trebuchet MS"/>
                <a:cs typeface="Trebuchet MS"/>
              </a:rPr>
              <a:t>Global</a:t>
            </a:r>
            <a:r>
              <a:rPr sz="2000" b="1" i="1" spc="-155" dirty="0">
                <a:solidFill>
                  <a:srgbClr val="0F42D2"/>
                </a:solidFill>
                <a:latin typeface="Trebuchet MS"/>
                <a:cs typeface="Trebuchet MS"/>
              </a:rPr>
              <a:t> </a:t>
            </a:r>
            <a:r>
              <a:rPr sz="2000" b="1" i="1" spc="-40" dirty="0">
                <a:solidFill>
                  <a:srgbClr val="0F42D2"/>
                </a:solidFill>
                <a:latin typeface="Trebuchet MS"/>
                <a:cs typeface="Trebuchet MS"/>
              </a:rPr>
              <a:t>Telecommunication</a:t>
            </a:r>
            <a:r>
              <a:rPr sz="2000" b="1" i="1" spc="-175" dirty="0">
                <a:solidFill>
                  <a:srgbClr val="0F42D2"/>
                </a:solidFill>
                <a:latin typeface="Trebuchet MS"/>
                <a:cs typeface="Trebuchet MS"/>
              </a:rPr>
              <a:t> </a:t>
            </a:r>
            <a:r>
              <a:rPr sz="2000" b="1" i="1" dirty="0">
                <a:solidFill>
                  <a:srgbClr val="0F42D2"/>
                </a:solidFill>
                <a:latin typeface="Trebuchet MS"/>
                <a:cs typeface="Trebuchet MS"/>
              </a:rPr>
              <a:t>System</a:t>
            </a:r>
            <a:r>
              <a:rPr sz="2000" b="1" i="1" spc="-160" dirty="0">
                <a:solidFill>
                  <a:srgbClr val="0F42D2"/>
                </a:solidFill>
                <a:latin typeface="Trebuchet MS"/>
                <a:cs typeface="Trebuchet MS"/>
              </a:rPr>
              <a:t> </a:t>
            </a:r>
            <a:r>
              <a:rPr sz="2000" b="1" i="1" spc="-10" dirty="0">
                <a:solidFill>
                  <a:srgbClr val="0F42D2"/>
                </a:solidFill>
                <a:latin typeface="Trebuchet MS"/>
                <a:cs typeface="Trebuchet MS"/>
              </a:rPr>
              <a:t>(GTS)</a:t>
            </a:r>
            <a:endParaRPr sz="2000">
              <a:latin typeface="Trebuchet MS"/>
              <a:cs typeface="Trebuchet MS"/>
            </a:endParaRPr>
          </a:p>
          <a:p>
            <a:pPr marL="12700" marR="3735704">
              <a:lnSpc>
                <a:spcPct val="100000"/>
              </a:lnSpc>
            </a:pPr>
            <a:r>
              <a:rPr sz="2000" spc="-40" dirty="0">
                <a:solidFill>
                  <a:srgbClr val="0F42D2"/>
                </a:solidFill>
              </a:rPr>
              <a:t>GTS-</a:t>
            </a:r>
            <a:r>
              <a:rPr sz="2000" spc="-80" dirty="0">
                <a:solidFill>
                  <a:srgbClr val="0F42D2"/>
                </a:solidFill>
              </a:rPr>
              <a:t>to-</a:t>
            </a:r>
            <a:r>
              <a:rPr sz="2000" dirty="0">
                <a:solidFill>
                  <a:srgbClr val="0F42D2"/>
                </a:solidFill>
              </a:rPr>
              <a:t>WIS2</a:t>
            </a:r>
            <a:r>
              <a:rPr sz="2000" spc="-120" dirty="0">
                <a:solidFill>
                  <a:srgbClr val="0F42D2"/>
                </a:solidFill>
              </a:rPr>
              <a:t> </a:t>
            </a:r>
            <a:r>
              <a:rPr sz="2000" spc="-55" dirty="0">
                <a:solidFill>
                  <a:srgbClr val="0F42D2"/>
                </a:solidFill>
              </a:rPr>
              <a:t>transition</a:t>
            </a:r>
            <a:r>
              <a:rPr sz="2000" spc="-114" dirty="0">
                <a:solidFill>
                  <a:srgbClr val="0F42D2"/>
                </a:solidFill>
              </a:rPr>
              <a:t> </a:t>
            </a:r>
            <a:r>
              <a:rPr sz="2000" spc="-45" dirty="0">
                <a:solidFill>
                  <a:srgbClr val="0F42D2"/>
                </a:solidFill>
              </a:rPr>
              <a:t>period</a:t>
            </a:r>
            <a:r>
              <a:rPr sz="2000" spc="-110" dirty="0">
                <a:solidFill>
                  <a:srgbClr val="0F42D2"/>
                </a:solidFill>
              </a:rPr>
              <a:t> </a:t>
            </a:r>
            <a:r>
              <a:rPr sz="2000" spc="-50" dirty="0">
                <a:solidFill>
                  <a:srgbClr val="0F42D2"/>
                </a:solidFill>
              </a:rPr>
              <a:t>started</a:t>
            </a:r>
            <a:r>
              <a:rPr sz="2000" spc="-90" dirty="0">
                <a:solidFill>
                  <a:srgbClr val="0F42D2"/>
                </a:solidFill>
              </a:rPr>
              <a:t> </a:t>
            </a:r>
            <a:r>
              <a:rPr sz="2000" dirty="0">
                <a:solidFill>
                  <a:srgbClr val="0F42D2"/>
                </a:solidFill>
              </a:rPr>
              <a:t>on</a:t>
            </a:r>
            <a:r>
              <a:rPr sz="2000" spc="-125" dirty="0">
                <a:solidFill>
                  <a:srgbClr val="0F42D2"/>
                </a:solidFill>
              </a:rPr>
              <a:t> </a:t>
            </a:r>
            <a:r>
              <a:rPr sz="2000" spc="-20" dirty="0">
                <a:solidFill>
                  <a:srgbClr val="0F42D2"/>
                </a:solidFill>
              </a:rPr>
              <a:t>2025 </a:t>
            </a:r>
            <a:r>
              <a:rPr sz="2000" spc="-35" dirty="0">
                <a:solidFill>
                  <a:srgbClr val="0F42D2"/>
                </a:solidFill>
              </a:rPr>
              <a:t>GTS</a:t>
            </a:r>
            <a:r>
              <a:rPr sz="2000" spc="-114" dirty="0">
                <a:solidFill>
                  <a:srgbClr val="0F42D2"/>
                </a:solidFill>
              </a:rPr>
              <a:t> </a:t>
            </a:r>
            <a:r>
              <a:rPr sz="2000" spc="-75" dirty="0">
                <a:solidFill>
                  <a:srgbClr val="0F42D2"/>
                </a:solidFill>
              </a:rPr>
              <a:t>to</a:t>
            </a:r>
            <a:r>
              <a:rPr sz="2000" spc="-135" dirty="0">
                <a:solidFill>
                  <a:srgbClr val="0F42D2"/>
                </a:solidFill>
              </a:rPr>
              <a:t> </a:t>
            </a:r>
            <a:r>
              <a:rPr sz="2000" spc="-20" dirty="0">
                <a:solidFill>
                  <a:srgbClr val="0F42D2"/>
                </a:solidFill>
              </a:rPr>
              <a:t>be</a:t>
            </a:r>
            <a:r>
              <a:rPr sz="2000" spc="-140" dirty="0">
                <a:solidFill>
                  <a:srgbClr val="0F42D2"/>
                </a:solidFill>
              </a:rPr>
              <a:t> </a:t>
            </a:r>
            <a:r>
              <a:rPr sz="2000" spc="-35" dirty="0">
                <a:solidFill>
                  <a:srgbClr val="0F42D2"/>
                </a:solidFill>
              </a:rPr>
              <a:t>de-</a:t>
            </a:r>
            <a:r>
              <a:rPr sz="2000" dirty="0">
                <a:solidFill>
                  <a:srgbClr val="0F42D2"/>
                </a:solidFill>
              </a:rPr>
              <a:t>commissioned</a:t>
            </a:r>
            <a:r>
              <a:rPr sz="2000" spc="-165" dirty="0">
                <a:solidFill>
                  <a:srgbClr val="0F42D2"/>
                </a:solidFill>
              </a:rPr>
              <a:t> </a:t>
            </a:r>
            <a:r>
              <a:rPr sz="2000" spc="-60" dirty="0">
                <a:solidFill>
                  <a:srgbClr val="0F42D2"/>
                </a:solidFill>
              </a:rPr>
              <a:t>by</a:t>
            </a:r>
            <a:r>
              <a:rPr sz="2000" spc="-130" dirty="0">
                <a:solidFill>
                  <a:srgbClr val="0F42D2"/>
                </a:solidFill>
              </a:rPr>
              <a:t> </a:t>
            </a:r>
            <a:r>
              <a:rPr sz="2000" spc="-20" dirty="0">
                <a:solidFill>
                  <a:srgbClr val="0F42D2"/>
                </a:solidFill>
              </a:rPr>
              <a:t>2033</a:t>
            </a:r>
            <a:endParaRPr sz="2000"/>
          </a:p>
        </p:txBody>
      </p:sp>
      <p:pic>
        <p:nvPicPr>
          <p:cNvPr id="3" name="object 3"/>
          <p:cNvPicPr/>
          <p:nvPr/>
        </p:nvPicPr>
        <p:blipFill>
          <a:blip r:embed="rId2" cstate="print"/>
          <a:stretch>
            <a:fillRect/>
          </a:stretch>
        </p:blipFill>
        <p:spPr>
          <a:xfrm>
            <a:off x="9448800" y="1130703"/>
            <a:ext cx="2633218" cy="50734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20245" y="6517640"/>
            <a:ext cx="83820" cy="162560"/>
          </a:xfrm>
          <a:prstGeom prst="rect">
            <a:avLst/>
          </a:prstGeom>
        </p:spPr>
        <p:txBody>
          <a:bodyPr vert="horz" wrap="square" lIns="0" tIns="12700" rIns="0" bIns="0" rtlCol="0">
            <a:spAutoFit/>
          </a:bodyPr>
          <a:lstStyle/>
          <a:p>
            <a:pPr marL="12700">
              <a:lnSpc>
                <a:spcPct val="100000"/>
              </a:lnSpc>
              <a:spcBef>
                <a:spcPts val="100"/>
              </a:spcBef>
            </a:pPr>
            <a:r>
              <a:rPr sz="900" spc="-50" dirty="0">
                <a:latin typeface="Calibri"/>
                <a:cs typeface="Calibri"/>
              </a:rPr>
              <a:t>7</a:t>
            </a:r>
            <a:endParaRPr sz="900">
              <a:latin typeface="Calibri"/>
              <a:cs typeface="Calibri"/>
            </a:endParaRPr>
          </a:p>
        </p:txBody>
      </p:sp>
      <p:sp>
        <p:nvSpPr>
          <p:cNvPr id="3" name="object 3" descr="$PPTXTitle"/>
          <p:cNvSpPr txBox="1">
            <a:spLocks noGrp="1"/>
          </p:cNvSpPr>
          <p:nvPr>
            <p:ph type="title"/>
          </p:nvPr>
        </p:nvSpPr>
        <p:spPr>
          <a:prstGeom prst="rect">
            <a:avLst/>
          </a:prstGeom>
        </p:spPr>
        <p:txBody>
          <a:bodyPr vert="horz" wrap="square" lIns="0" tIns="66599" rIns="0" bIns="0" rtlCol="0">
            <a:spAutoFit/>
          </a:bodyPr>
          <a:lstStyle/>
          <a:p>
            <a:pPr marL="2794000">
              <a:lnSpc>
                <a:spcPct val="100000"/>
              </a:lnSpc>
              <a:spcBef>
                <a:spcPts val="100"/>
              </a:spcBef>
            </a:pPr>
            <a:r>
              <a:rPr sz="3600" dirty="0">
                <a:solidFill>
                  <a:srgbClr val="005A9C"/>
                </a:solidFill>
                <a:latin typeface="Arial"/>
                <a:cs typeface="Arial"/>
              </a:rPr>
              <a:t>WIS2</a:t>
            </a:r>
            <a:r>
              <a:rPr sz="3600" spc="-10" dirty="0">
                <a:solidFill>
                  <a:srgbClr val="005A9C"/>
                </a:solidFill>
                <a:latin typeface="Arial"/>
                <a:cs typeface="Arial"/>
              </a:rPr>
              <a:t> </a:t>
            </a:r>
            <a:r>
              <a:rPr sz="3600" dirty="0">
                <a:solidFill>
                  <a:srgbClr val="005A9C"/>
                </a:solidFill>
                <a:latin typeface="Arial"/>
                <a:cs typeface="Arial"/>
              </a:rPr>
              <a:t>Implementation</a:t>
            </a:r>
            <a:r>
              <a:rPr sz="3600" spc="-15" dirty="0">
                <a:solidFill>
                  <a:srgbClr val="005A9C"/>
                </a:solidFill>
                <a:latin typeface="Arial"/>
                <a:cs typeface="Arial"/>
              </a:rPr>
              <a:t> </a:t>
            </a:r>
            <a:r>
              <a:rPr sz="3600" spc="-20" dirty="0">
                <a:solidFill>
                  <a:srgbClr val="005A9C"/>
                </a:solidFill>
                <a:latin typeface="Arial"/>
                <a:cs typeface="Arial"/>
              </a:rPr>
              <a:t>plan</a:t>
            </a:r>
            <a:endParaRPr sz="3600">
              <a:latin typeface="Arial"/>
              <a:cs typeface="Arial"/>
            </a:endParaRPr>
          </a:p>
        </p:txBody>
      </p:sp>
      <p:pic>
        <p:nvPicPr>
          <p:cNvPr id="4" name="object 4"/>
          <p:cNvPicPr/>
          <p:nvPr/>
        </p:nvPicPr>
        <p:blipFill>
          <a:blip r:embed="rId2" cstate="print"/>
          <a:stretch>
            <a:fillRect/>
          </a:stretch>
        </p:blipFill>
        <p:spPr>
          <a:xfrm>
            <a:off x="3686371" y="1159654"/>
            <a:ext cx="2584139" cy="5449180"/>
          </a:xfrm>
          <a:prstGeom prst="rect">
            <a:avLst/>
          </a:prstGeom>
        </p:spPr>
      </p:pic>
      <p:sp>
        <p:nvSpPr>
          <p:cNvPr id="5" name="object 5"/>
          <p:cNvSpPr txBox="1"/>
          <p:nvPr/>
        </p:nvSpPr>
        <p:spPr>
          <a:xfrm>
            <a:off x="3697521" y="1239443"/>
            <a:ext cx="366395" cy="703580"/>
          </a:xfrm>
          <a:prstGeom prst="rect">
            <a:avLst/>
          </a:prstGeom>
        </p:spPr>
        <p:txBody>
          <a:bodyPr vert="vert270" wrap="square" lIns="0" tIns="0" rIns="0" bIns="0" rtlCol="0">
            <a:spAutoFit/>
          </a:bodyPr>
          <a:lstStyle/>
          <a:p>
            <a:pPr marL="12700">
              <a:lnSpc>
                <a:spcPts val="2755"/>
              </a:lnSpc>
            </a:pPr>
            <a:r>
              <a:rPr sz="2400" spc="-20" dirty="0">
                <a:solidFill>
                  <a:srgbClr val="205868"/>
                </a:solidFill>
                <a:latin typeface="Arial MT"/>
                <a:cs typeface="Arial MT"/>
              </a:rPr>
              <a:t>2024</a:t>
            </a:r>
            <a:endParaRPr sz="2400">
              <a:latin typeface="Arial MT"/>
              <a:cs typeface="Arial MT"/>
            </a:endParaRPr>
          </a:p>
        </p:txBody>
      </p:sp>
      <p:pic>
        <p:nvPicPr>
          <p:cNvPr id="6" name="object 6"/>
          <p:cNvPicPr/>
          <p:nvPr/>
        </p:nvPicPr>
        <p:blipFill>
          <a:blip r:embed="rId3" cstate="print"/>
          <a:stretch>
            <a:fillRect/>
          </a:stretch>
        </p:blipFill>
        <p:spPr>
          <a:xfrm>
            <a:off x="984503" y="1050036"/>
            <a:ext cx="2725674" cy="5570982"/>
          </a:xfrm>
          <a:prstGeom prst="rect">
            <a:avLst/>
          </a:prstGeom>
        </p:spPr>
      </p:pic>
      <p:sp>
        <p:nvSpPr>
          <p:cNvPr id="7" name="object 7"/>
          <p:cNvSpPr txBox="1"/>
          <p:nvPr/>
        </p:nvSpPr>
        <p:spPr>
          <a:xfrm>
            <a:off x="1127527" y="1244343"/>
            <a:ext cx="366395" cy="702310"/>
          </a:xfrm>
          <a:prstGeom prst="rect">
            <a:avLst/>
          </a:prstGeom>
        </p:spPr>
        <p:txBody>
          <a:bodyPr vert="vert270" wrap="square" lIns="0" tIns="0" rIns="0" bIns="0" rtlCol="0">
            <a:spAutoFit/>
          </a:bodyPr>
          <a:lstStyle/>
          <a:p>
            <a:pPr marL="12700">
              <a:lnSpc>
                <a:spcPts val="2755"/>
              </a:lnSpc>
            </a:pPr>
            <a:r>
              <a:rPr sz="2400" spc="-20" dirty="0">
                <a:solidFill>
                  <a:srgbClr val="205868"/>
                </a:solidFill>
                <a:latin typeface="Arial MT"/>
                <a:cs typeface="Arial MT"/>
              </a:rPr>
              <a:t>2023</a:t>
            </a:r>
            <a:endParaRPr sz="2400">
              <a:latin typeface="Arial MT"/>
              <a:cs typeface="Arial MT"/>
            </a:endParaRPr>
          </a:p>
        </p:txBody>
      </p:sp>
      <p:grpSp>
        <p:nvGrpSpPr>
          <p:cNvPr id="8" name="object 8"/>
          <p:cNvGrpSpPr/>
          <p:nvPr/>
        </p:nvGrpSpPr>
        <p:grpSpPr>
          <a:xfrm>
            <a:off x="1737741" y="1053083"/>
            <a:ext cx="9608185" cy="5568315"/>
            <a:chOff x="1737741" y="1053083"/>
            <a:chExt cx="9608185" cy="5568315"/>
          </a:xfrm>
        </p:grpSpPr>
        <p:pic>
          <p:nvPicPr>
            <p:cNvPr id="9" name="object 9"/>
            <p:cNvPicPr/>
            <p:nvPr/>
          </p:nvPicPr>
          <p:blipFill>
            <a:blip r:embed="rId4" cstate="print"/>
            <a:stretch>
              <a:fillRect/>
            </a:stretch>
          </p:blipFill>
          <p:spPr>
            <a:xfrm>
              <a:off x="1737741" y="3728466"/>
              <a:ext cx="358775" cy="432561"/>
            </a:xfrm>
            <a:prstGeom prst="rect">
              <a:avLst/>
            </a:prstGeom>
          </p:spPr>
        </p:pic>
        <p:pic>
          <p:nvPicPr>
            <p:cNvPr id="10" name="object 10"/>
            <p:cNvPicPr/>
            <p:nvPr/>
          </p:nvPicPr>
          <p:blipFill>
            <a:blip r:embed="rId5" cstate="print"/>
            <a:stretch>
              <a:fillRect/>
            </a:stretch>
          </p:blipFill>
          <p:spPr>
            <a:xfrm>
              <a:off x="6126480" y="1053083"/>
              <a:ext cx="5218937" cy="5567934"/>
            </a:xfrm>
            <a:prstGeom prst="rect">
              <a:avLst/>
            </a:prstGeom>
          </p:spPr>
        </p:pic>
      </p:grpSp>
      <p:sp>
        <p:nvSpPr>
          <p:cNvPr id="11" name="object 11"/>
          <p:cNvSpPr txBox="1"/>
          <p:nvPr/>
        </p:nvSpPr>
        <p:spPr>
          <a:xfrm>
            <a:off x="6270138" y="1246680"/>
            <a:ext cx="366395" cy="703580"/>
          </a:xfrm>
          <a:prstGeom prst="rect">
            <a:avLst/>
          </a:prstGeom>
        </p:spPr>
        <p:txBody>
          <a:bodyPr vert="vert270" wrap="square" lIns="0" tIns="0" rIns="0" bIns="0" rtlCol="0">
            <a:spAutoFit/>
          </a:bodyPr>
          <a:lstStyle/>
          <a:p>
            <a:pPr marL="12700">
              <a:lnSpc>
                <a:spcPts val="2755"/>
              </a:lnSpc>
            </a:pPr>
            <a:r>
              <a:rPr sz="2400" spc="-20" dirty="0">
                <a:latin typeface="Arial MT"/>
                <a:cs typeface="Arial MT"/>
              </a:rPr>
              <a:t>2025</a:t>
            </a:r>
            <a:endParaRPr sz="2400">
              <a:latin typeface="Arial MT"/>
              <a:cs typeface="Arial MT"/>
            </a:endParaRPr>
          </a:p>
        </p:txBody>
      </p:sp>
      <p:grpSp>
        <p:nvGrpSpPr>
          <p:cNvPr id="12" name="object 12"/>
          <p:cNvGrpSpPr/>
          <p:nvPr/>
        </p:nvGrpSpPr>
        <p:grpSpPr>
          <a:xfrm>
            <a:off x="1354836" y="1949208"/>
            <a:ext cx="5544185" cy="2212340"/>
            <a:chOff x="1354836" y="1949208"/>
            <a:chExt cx="5544185" cy="2212340"/>
          </a:xfrm>
        </p:grpSpPr>
        <p:pic>
          <p:nvPicPr>
            <p:cNvPr id="13" name="object 13"/>
            <p:cNvPicPr/>
            <p:nvPr/>
          </p:nvPicPr>
          <p:blipFill>
            <a:blip r:embed="rId6" cstate="print"/>
            <a:stretch>
              <a:fillRect/>
            </a:stretch>
          </p:blipFill>
          <p:spPr>
            <a:xfrm>
              <a:off x="6540245" y="3728720"/>
              <a:ext cx="358775" cy="432562"/>
            </a:xfrm>
            <a:prstGeom prst="rect">
              <a:avLst/>
            </a:prstGeom>
          </p:spPr>
        </p:pic>
        <p:pic>
          <p:nvPicPr>
            <p:cNvPr id="14" name="object 14"/>
            <p:cNvPicPr/>
            <p:nvPr/>
          </p:nvPicPr>
          <p:blipFill>
            <a:blip r:embed="rId7" cstate="print"/>
            <a:stretch>
              <a:fillRect/>
            </a:stretch>
          </p:blipFill>
          <p:spPr>
            <a:xfrm>
              <a:off x="1354836" y="1949208"/>
              <a:ext cx="1409700" cy="527291"/>
            </a:xfrm>
            <a:prstGeom prst="rect">
              <a:avLst/>
            </a:prstGeom>
          </p:spPr>
        </p:pic>
        <p:pic>
          <p:nvPicPr>
            <p:cNvPr id="15" name="object 15"/>
            <p:cNvPicPr/>
            <p:nvPr/>
          </p:nvPicPr>
          <p:blipFill>
            <a:blip r:embed="rId8" cstate="print"/>
            <a:stretch>
              <a:fillRect/>
            </a:stretch>
          </p:blipFill>
          <p:spPr>
            <a:xfrm>
              <a:off x="1487423" y="2081784"/>
              <a:ext cx="1144536" cy="288036"/>
            </a:xfrm>
            <a:prstGeom prst="rect">
              <a:avLst/>
            </a:prstGeom>
          </p:spPr>
        </p:pic>
        <p:sp>
          <p:nvSpPr>
            <p:cNvPr id="16" name="object 16"/>
            <p:cNvSpPr/>
            <p:nvPr/>
          </p:nvSpPr>
          <p:spPr>
            <a:xfrm>
              <a:off x="1380744" y="1975739"/>
              <a:ext cx="1308100" cy="424815"/>
            </a:xfrm>
            <a:custGeom>
              <a:avLst/>
              <a:gdLst/>
              <a:ahLst/>
              <a:cxnLst/>
              <a:rect l="l" t="t" r="r" b="b"/>
              <a:pathLst>
                <a:path w="1308100" h="424814">
                  <a:moveTo>
                    <a:pt x="1237361" y="0"/>
                  </a:moveTo>
                  <a:lnTo>
                    <a:pt x="70739" y="0"/>
                  </a:lnTo>
                  <a:lnTo>
                    <a:pt x="43183" y="5570"/>
                  </a:lnTo>
                  <a:lnTo>
                    <a:pt x="20700" y="20748"/>
                  </a:lnTo>
                  <a:lnTo>
                    <a:pt x="5552" y="43237"/>
                  </a:lnTo>
                  <a:lnTo>
                    <a:pt x="0" y="70738"/>
                  </a:lnTo>
                  <a:lnTo>
                    <a:pt x="0" y="353949"/>
                  </a:lnTo>
                  <a:lnTo>
                    <a:pt x="5552" y="381523"/>
                  </a:lnTo>
                  <a:lnTo>
                    <a:pt x="20700" y="404050"/>
                  </a:lnTo>
                  <a:lnTo>
                    <a:pt x="43183" y="419242"/>
                  </a:lnTo>
                  <a:lnTo>
                    <a:pt x="70739" y="424814"/>
                  </a:lnTo>
                  <a:lnTo>
                    <a:pt x="1237361" y="424814"/>
                  </a:lnTo>
                  <a:lnTo>
                    <a:pt x="1264916" y="419242"/>
                  </a:lnTo>
                  <a:lnTo>
                    <a:pt x="1287399" y="404050"/>
                  </a:lnTo>
                  <a:lnTo>
                    <a:pt x="1302547" y="381523"/>
                  </a:lnTo>
                  <a:lnTo>
                    <a:pt x="1308100" y="353949"/>
                  </a:lnTo>
                  <a:lnTo>
                    <a:pt x="1308100" y="70738"/>
                  </a:lnTo>
                  <a:lnTo>
                    <a:pt x="1302547" y="43237"/>
                  </a:lnTo>
                  <a:lnTo>
                    <a:pt x="1287398" y="20748"/>
                  </a:lnTo>
                  <a:lnTo>
                    <a:pt x="1264916" y="5570"/>
                  </a:lnTo>
                  <a:lnTo>
                    <a:pt x="1237361" y="0"/>
                  </a:lnTo>
                  <a:close/>
                </a:path>
              </a:pathLst>
            </a:custGeom>
            <a:solidFill>
              <a:srgbClr val="B7DEE8"/>
            </a:solidFill>
          </p:spPr>
          <p:txBody>
            <a:bodyPr wrap="square" lIns="0" tIns="0" rIns="0" bIns="0" rtlCol="0"/>
            <a:lstStyle/>
            <a:p>
              <a:endParaRPr/>
            </a:p>
          </p:txBody>
        </p:sp>
      </p:grpSp>
      <p:sp>
        <p:nvSpPr>
          <p:cNvPr id="17" name="object 17"/>
          <p:cNvSpPr txBox="1"/>
          <p:nvPr/>
        </p:nvSpPr>
        <p:spPr>
          <a:xfrm>
            <a:off x="1554225" y="2122423"/>
            <a:ext cx="960755" cy="132080"/>
          </a:xfrm>
          <a:prstGeom prst="rect">
            <a:avLst/>
          </a:prstGeom>
        </p:spPr>
        <p:txBody>
          <a:bodyPr vert="horz" wrap="square" lIns="0" tIns="12065" rIns="0" bIns="0" rtlCol="0">
            <a:spAutoFit/>
          </a:bodyPr>
          <a:lstStyle/>
          <a:p>
            <a:pPr marL="12700">
              <a:lnSpc>
                <a:spcPct val="100000"/>
              </a:lnSpc>
              <a:spcBef>
                <a:spcPts val="95"/>
              </a:spcBef>
            </a:pPr>
            <a:r>
              <a:rPr sz="700" b="1" dirty="0">
                <a:solidFill>
                  <a:srgbClr val="0F243E"/>
                </a:solidFill>
                <a:latin typeface="Verdana"/>
                <a:cs typeface="Verdana"/>
              </a:rPr>
              <a:t>Pilot</a:t>
            </a:r>
            <a:r>
              <a:rPr sz="700" b="1" spc="-15" dirty="0">
                <a:solidFill>
                  <a:srgbClr val="0F243E"/>
                </a:solidFill>
                <a:latin typeface="Verdana"/>
                <a:cs typeface="Verdana"/>
              </a:rPr>
              <a:t> </a:t>
            </a:r>
            <a:r>
              <a:rPr sz="700" b="1" dirty="0">
                <a:solidFill>
                  <a:srgbClr val="0F243E"/>
                </a:solidFill>
                <a:latin typeface="Verdana"/>
                <a:cs typeface="Verdana"/>
              </a:rPr>
              <a:t>Global</a:t>
            </a:r>
            <a:r>
              <a:rPr sz="700" b="1" spc="-35" dirty="0">
                <a:solidFill>
                  <a:srgbClr val="0F243E"/>
                </a:solidFill>
                <a:latin typeface="Verdana"/>
                <a:cs typeface="Verdana"/>
              </a:rPr>
              <a:t> </a:t>
            </a:r>
            <a:r>
              <a:rPr sz="700" b="1" spc="-10" dirty="0">
                <a:solidFill>
                  <a:srgbClr val="0F243E"/>
                </a:solidFill>
                <a:latin typeface="Verdana"/>
                <a:cs typeface="Verdana"/>
              </a:rPr>
              <a:t>Broker</a:t>
            </a:r>
            <a:endParaRPr sz="700">
              <a:latin typeface="Verdana"/>
              <a:cs typeface="Verdana"/>
            </a:endParaRPr>
          </a:p>
        </p:txBody>
      </p:sp>
      <p:grpSp>
        <p:nvGrpSpPr>
          <p:cNvPr id="18" name="object 18"/>
          <p:cNvGrpSpPr/>
          <p:nvPr/>
        </p:nvGrpSpPr>
        <p:grpSpPr>
          <a:xfrm>
            <a:off x="1365503" y="2459748"/>
            <a:ext cx="1409700" cy="527685"/>
            <a:chOff x="1365503" y="2459748"/>
            <a:chExt cx="1409700" cy="527685"/>
          </a:xfrm>
        </p:grpSpPr>
        <p:pic>
          <p:nvPicPr>
            <p:cNvPr id="19" name="object 19"/>
            <p:cNvPicPr/>
            <p:nvPr/>
          </p:nvPicPr>
          <p:blipFill>
            <a:blip r:embed="rId7" cstate="print"/>
            <a:stretch>
              <a:fillRect/>
            </a:stretch>
          </p:blipFill>
          <p:spPr>
            <a:xfrm>
              <a:off x="1365503" y="2459748"/>
              <a:ext cx="1409699" cy="527291"/>
            </a:xfrm>
            <a:prstGeom prst="rect">
              <a:avLst/>
            </a:prstGeom>
          </p:spPr>
        </p:pic>
        <p:pic>
          <p:nvPicPr>
            <p:cNvPr id="20" name="object 20"/>
            <p:cNvPicPr/>
            <p:nvPr/>
          </p:nvPicPr>
          <p:blipFill>
            <a:blip r:embed="rId9" cstate="print"/>
            <a:stretch>
              <a:fillRect/>
            </a:stretch>
          </p:blipFill>
          <p:spPr>
            <a:xfrm>
              <a:off x="1516379" y="2592323"/>
              <a:ext cx="1106436" cy="288036"/>
            </a:xfrm>
            <a:prstGeom prst="rect">
              <a:avLst/>
            </a:prstGeom>
          </p:spPr>
        </p:pic>
        <p:sp>
          <p:nvSpPr>
            <p:cNvPr id="21" name="object 21"/>
            <p:cNvSpPr/>
            <p:nvPr/>
          </p:nvSpPr>
          <p:spPr>
            <a:xfrm>
              <a:off x="1391538" y="2486278"/>
              <a:ext cx="1308100" cy="424815"/>
            </a:xfrm>
            <a:custGeom>
              <a:avLst/>
              <a:gdLst/>
              <a:ahLst/>
              <a:cxnLst/>
              <a:rect l="l" t="t" r="r" b="b"/>
              <a:pathLst>
                <a:path w="1308100" h="424814">
                  <a:moveTo>
                    <a:pt x="1237361" y="0"/>
                  </a:moveTo>
                  <a:lnTo>
                    <a:pt x="70739" y="0"/>
                  </a:lnTo>
                  <a:lnTo>
                    <a:pt x="43183" y="5552"/>
                  </a:lnTo>
                  <a:lnTo>
                    <a:pt x="20701" y="20700"/>
                  </a:lnTo>
                  <a:lnTo>
                    <a:pt x="5552" y="43183"/>
                  </a:lnTo>
                  <a:lnTo>
                    <a:pt x="0" y="70738"/>
                  </a:lnTo>
                  <a:lnTo>
                    <a:pt x="0" y="353949"/>
                  </a:lnTo>
                  <a:lnTo>
                    <a:pt x="5552" y="381504"/>
                  </a:lnTo>
                  <a:lnTo>
                    <a:pt x="20701" y="403987"/>
                  </a:lnTo>
                  <a:lnTo>
                    <a:pt x="43183" y="419135"/>
                  </a:lnTo>
                  <a:lnTo>
                    <a:pt x="70739" y="424688"/>
                  </a:lnTo>
                  <a:lnTo>
                    <a:pt x="1237361" y="424688"/>
                  </a:lnTo>
                  <a:lnTo>
                    <a:pt x="1264916" y="419135"/>
                  </a:lnTo>
                  <a:lnTo>
                    <a:pt x="1287399" y="403987"/>
                  </a:lnTo>
                  <a:lnTo>
                    <a:pt x="1302547" y="381504"/>
                  </a:lnTo>
                  <a:lnTo>
                    <a:pt x="1308100" y="353949"/>
                  </a:lnTo>
                  <a:lnTo>
                    <a:pt x="1308100" y="70738"/>
                  </a:lnTo>
                  <a:lnTo>
                    <a:pt x="1302547" y="43183"/>
                  </a:lnTo>
                  <a:lnTo>
                    <a:pt x="1287399" y="20700"/>
                  </a:lnTo>
                  <a:lnTo>
                    <a:pt x="1264916" y="5552"/>
                  </a:lnTo>
                  <a:lnTo>
                    <a:pt x="1237361" y="0"/>
                  </a:lnTo>
                  <a:close/>
                </a:path>
              </a:pathLst>
            </a:custGeom>
            <a:solidFill>
              <a:srgbClr val="B7DEE8"/>
            </a:solidFill>
          </p:spPr>
          <p:txBody>
            <a:bodyPr wrap="square" lIns="0" tIns="0" rIns="0" bIns="0" rtlCol="0"/>
            <a:lstStyle/>
            <a:p>
              <a:endParaRPr/>
            </a:p>
          </p:txBody>
        </p:sp>
      </p:grpSp>
      <p:sp>
        <p:nvSpPr>
          <p:cNvPr id="22" name="object 22"/>
          <p:cNvSpPr txBox="1"/>
          <p:nvPr/>
        </p:nvSpPr>
        <p:spPr>
          <a:xfrm>
            <a:off x="1583182" y="2632659"/>
            <a:ext cx="922655" cy="132080"/>
          </a:xfrm>
          <a:prstGeom prst="rect">
            <a:avLst/>
          </a:prstGeom>
        </p:spPr>
        <p:txBody>
          <a:bodyPr vert="horz" wrap="square" lIns="0" tIns="12065" rIns="0" bIns="0" rtlCol="0">
            <a:spAutoFit/>
          </a:bodyPr>
          <a:lstStyle/>
          <a:p>
            <a:pPr marL="12700">
              <a:lnSpc>
                <a:spcPct val="100000"/>
              </a:lnSpc>
              <a:spcBef>
                <a:spcPts val="95"/>
              </a:spcBef>
            </a:pPr>
            <a:r>
              <a:rPr sz="700" b="1" dirty="0">
                <a:solidFill>
                  <a:srgbClr val="0F243E"/>
                </a:solidFill>
                <a:latin typeface="Verdana"/>
                <a:cs typeface="Verdana"/>
              </a:rPr>
              <a:t>Pilot</a:t>
            </a:r>
            <a:r>
              <a:rPr sz="700" b="1" spc="-20" dirty="0">
                <a:solidFill>
                  <a:srgbClr val="0F243E"/>
                </a:solidFill>
                <a:latin typeface="Verdana"/>
                <a:cs typeface="Verdana"/>
              </a:rPr>
              <a:t> </a:t>
            </a:r>
            <a:r>
              <a:rPr sz="700" b="1" dirty="0">
                <a:solidFill>
                  <a:srgbClr val="0F243E"/>
                </a:solidFill>
                <a:latin typeface="Verdana"/>
                <a:cs typeface="Verdana"/>
              </a:rPr>
              <a:t>Global</a:t>
            </a:r>
            <a:r>
              <a:rPr sz="700" b="1" spc="-40" dirty="0">
                <a:solidFill>
                  <a:srgbClr val="0F243E"/>
                </a:solidFill>
                <a:latin typeface="Verdana"/>
                <a:cs typeface="Verdana"/>
              </a:rPr>
              <a:t> </a:t>
            </a:r>
            <a:r>
              <a:rPr sz="700" b="1" spc="-20" dirty="0">
                <a:solidFill>
                  <a:srgbClr val="0F243E"/>
                </a:solidFill>
                <a:latin typeface="Verdana"/>
                <a:cs typeface="Verdana"/>
              </a:rPr>
              <a:t>Cache</a:t>
            </a:r>
            <a:endParaRPr sz="700">
              <a:latin typeface="Verdana"/>
              <a:cs typeface="Verdana"/>
            </a:endParaRPr>
          </a:p>
        </p:txBody>
      </p:sp>
      <p:grpSp>
        <p:nvGrpSpPr>
          <p:cNvPr id="23" name="object 23"/>
          <p:cNvGrpSpPr/>
          <p:nvPr/>
        </p:nvGrpSpPr>
        <p:grpSpPr>
          <a:xfrm>
            <a:off x="1365503" y="2987052"/>
            <a:ext cx="1409700" cy="527685"/>
            <a:chOff x="1365503" y="2987052"/>
            <a:chExt cx="1409700" cy="527685"/>
          </a:xfrm>
        </p:grpSpPr>
        <p:pic>
          <p:nvPicPr>
            <p:cNvPr id="24" name="object 24"/>
            <p:cNvPicPr/>
            <p:nvPr/>
          </p:nvPicPr>
          <p:blipFill>
            <a:blip r:embed="rId10" cstate="print"/>
            <a:stretch>
              <a:fillRect/>
            </a:stretch>
          </p:blipFill>
          <p:spPr>
            <a:xfrm>
              <a:off x="1365503" y="2987052"/>
              <a:ext cx="1409699" cy="527291"/>
            </a:xfrm>
            <a:prstGeom prst="rect">
              <a:avLst/>
            </a:prstGeom>
          </p:spPr>
        </p:pic>
        <p:pic>
          <p:nvPicPr>
            <p:cNvPr id="25" name="object 25"/>
            <p:cNvPicPr/>
            <p:nvPr/>
          </p:nvPicPr>
          <p:blipFill>
            <a:blip r:embed="rId11" cstate="print"/>
            <a:stretch>
              <a:fillRect/>
            </a:stretch>
          </p:blipFill>
          <p:spPr>
            <a:xfrm>
              <a:off x="1458467" y="3066275"/>
              <a:ext cx="1223759" cy="396252"/>
            </a:xfrm>
            <a:prstGeom prst="rect">
              <a:avLst/>
            </a:prstGeom>
          </p:spPr>
        </p:pic>
        <p:sp>
          <p:nvSpPr>
            <p:cNvPr id="26" name="object 26"/>
            <p:cNvSpPr/>
            <p:nvPr/>
          </p:nvSpPr>
          <p:spPr>
            <a:xfrm>
              <a:off x="1392681" y="3013837"/>
              <a:ext cx="1307465" cy="424815"/>
            </a:xfrm>
            <a:custGeom>
              <a:avLst/>
              <a:gdLst/>
              <a:ahLst/>
              <a:cxnLst/>
              <a:rect l="l" t="t" r="r" b="b"/>
              <a:pathLst>
                <a:path w="1307464" h="424814">
                  <a:moveTo>
                    <a:pt x="1236218" y="0"/>
                  </a:moveTo>
                  <a:lnTo>
                    <a:pt x="70739" y="0"/>
                  </a:lnTo>
                  <a:lnTo>
                    <a:pt x="43183" y="5570"/>
                  </a:lnTo>
                  <a:lnTo>
                    <a:pt x="20701" y="20748"/>
                  </a:lnTo>
                  <a:lnTo>
                    <a:pt x="5552" y="43237"/>
                  </a:lnTo>
                  <a:lnTo>
                    <a:pt x="0" y="70738"/>
                  </a:lnTo>
                  <a:lnTo>
                    <a:pt x="0" y="353949"/>
                  </a:lnTo>
                  <a:lnTo>
                    <a:pt x="5552" y="381523"/>
                  </a:lnTo>
                  <a:lnTo>
                    <a:pt x="20701" y="404050"/>
                  </a:lnTo>
                  <a:lnTo>
                    <a:pt x="43183" y="419242"/>
                  </a:lnTo>
                  <a:lnTo>
                    <a:pt x="70739" y="424814"/>
                  </a:lnTo>
                  <a:lnTo>
                    <a:pt x="1236218" y="424814"/>
                  </a:lnTo>
                  <a:lnTo>
                    <a:pt x="1263773" y="419242"/>
                  </a:lnTo>
                  <a:lnTo>
                    <a:pt x="1286256" y="404050"/>
                  </a:lnTo>
                  <a:lnTo>
                    <a:pt x="1301404" y="381523"/>
                  </a:lnTo>
                  <a:lnTo>
                    <a:pt x="1306957" y="353949"/>
                  </a:lnTo>
                  <a:lnTo>
                    <a:pt x="1306957" y="70738"/>
                  </a:lnTo>
                  <a:lnTo>
                    <a:pt x="1301404" y="43237"/>
                  </a:lnTo>
                  <a:lnTo>
                    <a:pt x="1286256" y="20748"/>
                  </a:lnTo>
                  <a:lnTo>
                    <a:pt x="1263773" y="5570"/>
                  </a:lnTo>
                  <a:lnTo>
                    <a:pt x="1236218" y="0"/>
                  </a:lnTo>
                  <a:close/>
                </a:path>
              </a:pathLst>
            </a:custGeom>
            <a:solidFill>
              <a:srgbClr val="B7DEE8"/>
            </a:solidFill>
          </p:spPr>
          <p:txBody>
            <a:bodyPr wrap="square" lIns="0" tIns="0" rIns="0" bIns="0" rtlCol="0"/>
            <a:lstStyle/>
            <a:p>
              <a:endParaRPr/>
            </a:p>
          </p:txBody>
        </p:sp>
      </p:grpSp>
      <p:sp>
        <p:nvSpPr>
          <p:cNvPr id="27" name="object 27"/>
          <p:cNvSpPr txBox="1"/>
          <p:nvPr/>
        </p:nvSpPr>
        <p:spPr>
          <a:xfrm>
            <a:off x="1525905" y="3107562"/>
            <a:ext cx="1039494" cy="238760"/>
          </a:xfrm>
          <a:prstGeom prst="rect">
            <a:avLst/>
          </a:prstGeom>
        </p:spPr>
        <p:txBody>
          <a:bodyPr vert="horz" wrap="square" lIns="0" tIns="12065" rIns="0" bIns="0" rtlCol="0">
            <a:spAutoFit/>
          </a:bodyPr>
          <a:lstStyle/>
          <a:p>
            <a:pPr marL="12700" marR="5080" indent="220979">
              <a:lnSpc>
                <a:spcPct val="100000"/>
              </a:lnSpc>
              <a:spcBef>
                <a:spcPts val="95"/>
              </a:spcBef>
            </a:pPr>
            <a:r>
              <a:rPr sz="700" b="1" dirty="0">
                <a:solidFill>
                  <a:srgbClr val="0F243E"/>
                </a:solidFill>
                <a:latin typeface="Verdana"/>
                <a:cs typeface="Verdana"/>
              </a:rPr>
              <a:t>Pilot</a:t>
            </a:r>
            <a:r>
              <a:rPr sz="700" b="1" spc="-20" dirty="0">
                <a:solidFill>
                  <a:srgbClr val="0F243E"/>
                </a:solidFill>
                <a:latin typeface="Verdana"/>
                <a:cs typeface="Verdana"/>
              </a:rPr>
              <a:t> </a:t>
            </a:r>
            <a:r>
              <a:rPr sz="700" b="1" spc="-10" dirty="0">
                <a:solidFill>
                  <a:srgbClr val="0F243E"/>
                </a:solidFill>
                <a:latin typeface="Verdana"/>
                <a:cs typeface="Verdana"/>
              </a:rPr>
              <a:t>Global </a:t>
            </a:r>
            <a:r>
              <a:rPr sz="700" b="1" dirty="0">
                <a:solidFill>
                  <a:srgbClr val="0F243E"/>
                </a:solidFill>
                <a:latin typeface="Verdana"/>
                <a:cs typeface="Verdana"/>
              </a:rPr>
              <a:t>Discovery</a:t>
            </a:r>
            <a:r>
              <a:rPr sz="700" b="1" spc="-40" dirty="0">
                <a:solidFill>
                  <a:srgbClr val="0F243E"/>
                </a:solidFill>
                <a:latin typeface="Verdana"/>
                <a:cs typeface="Verdana"/>
              </a:rPr>
              <a:t> </a:t>
            </a:r>
            <a:r>
              <a:rPr sz="700" b="1" spc="-10" dirty="0">
                <a:solidFill>
                  <a:srgbClr val="0F243E"/>
                </a:solidFill>
                <a:latin typeface="Verdana"/>
                <a:cs typeface="Verdana"/>
              </a:rPr>
              <a:t>Catalogue</a:t>
            </a:r>
            <a:endParaRPr sz="700">
              <a:latin typeface="Verdana"/>
              <a:cs typeface="Verdana"/>
            </a:endParaRPr>
          </a:p>
        </p:txBody>
      </p:sp>
      <p:grpSp>
        <p:nvGrpSpPr>
          <p:cNvPr id="28" name="object 28"/>
          <p:cNvGrpSpPr/>
          <p:nvPr/>
        </p:nvGrpSpPr>
        <p:grpSpPr>
          <a:xfrm>
            <a:off x="1711451" y="4425721"/>
            <a:ext cx="6521450" cy="466725"/>
            <a:chOff x="1711451" y="4425721"/>
            <a:chExt cx="6521450" cy="466725"/>
          </a:xfrm>
        </p:grpSpPr>
        <p:pic>
          <p:nvPicPr>
            <p:cNvPr id="29" name="object 29"/>
            <p:cNvPicPr/>
            <p:nvPr/>
          </p:nvPicPr>
          <p:blipFill>
            <a:blip r:embed="rId12" cstate="print"/>
            <a:stretch>
              <a:fillRect/>
            </a:stretch>
          </p:blipFill>
          <p:spPr>
            <a:xfrm>
              <a:off x="1711451" y="4425721"/>
              <a:ext cx="6521196" cy="464794"/>
            </a:xfrm>
            <a:prstGeom prst="rect">
              <a:avLst/>
            </a:prstGeom>
          </p:spPr>
        </p:pic>
        <p:pic>
          <p:nvPicPr>
            <p:cNvPr id="30" name="object 30"/>
            <p:cNvPicPr/>
            <p:nvPr/>
          </p:nvPicPr>
          <p:blipFill>
            <a:blip r:embed="rId13" cstate="print"/>
            <a:stretch>
              <a:fillRect/>
            </a:stretch>
          </p:blipFill>
          <p:spPr>
            <a:xfrm>
              <a:off x="3803903" y="4469853"/>
              <a:ext cx="2334768" cy="422186"/>
            </a:xfrm>
            <a:prstGeom prst="rect">
              <a:avLst/>
            </a:prstGeom>
          </p:spPr>
        </p:pic>
        <p:sp>
          <p:nvSpPr>
            <p:cNvPr id="31" name="object 31"/>
            <p:cNvSpPr/>
            <p:nvPr/>
          </p:nvSpPr>
          <p:spPr>
            <a:xfrm>
              <a:off x="1737994" y="4451476"/>
              <a:ext cx="6419215" cy="363855"/>
            </a:xfrm>
            <a:custGeom>
              <a:avLst/>
              <a:gdLst/>
              <a:ahLst/>
              <a:cxnLst/>
              <a:rect l="l" t="t" r="r" b="b"/>
              <a:pathLst>
                <a:path w="6419215" h="363854">
                  <a:moveTo>
                    <a:pt x="6358508" y="0"/>
                  </a:moveTo>
                  <a:lnTo>
                    <a:pt x="60579" y="0"/>
                  </a:lnTo>
                  <a:lnTo>
                    <a:pt x="37022" y="4750"/>
                  </a:lnTo>
                  <a:lnTo>
                    <a:pt x="17764" y="17716"/>
                  </a:lnTo>
                  <a:lnTo>
                    <a:pt x="4768" y="36968"/>
                  </a:lnTo>
                  <a:lnTo>
                    <a:pt x="0" y="60579"/>
                  </a:lnTo>
                  <a:lnTo>
                    <a:pt x="0" y="302768"/>
                  </a:lnTo>
                  <a:lnTo>
                    <a:pt x="4768" y="326378"/>
                  </a:lnTo>
                  <a:lnTo>
                    <a:pt x="17764" y="345630"/>
                  </a:lnTo>
                  <a:lnTo>
                    <a:pt x="37022" y="358596"/>
                  </a:lnTo>
                  <a:lnTo>
                    <a:pt x="60579" y="363347"/>
                  </a:lnTo>
                  <a:lnTo>
                    <a:pt x="6358508" y="363347"/>
                  </a:lnTo>
                  <a:lnTo>
                    <a:pt x="6382065" y="358596"/>
                  </a:lnTo>
                  <a:lnTo>
                    <a:pt x="6401323" y="345630"/>
                  </a:lnTo>
                  <a:lnTo>
                    <a:pt x="6414319" y="326378"/>
                  </a:lnTo>
                  <a:lnTo>
                    <a:pt x="6419087" y="302768"/>
                  </a:lnTo>
                  <a:lnTo>
                    <a:pt x="6419087" y="60579"/>
                  </a:lnTo>
                  <a:lnTo>
                    <a:pt x="6414319" y="36968"/>
                  </a:lnTo>
                  <a:lnTo>
                    <a:pt x="6401323" y="17716"/>
                  </a:lnTo>
                  <a:lnTo>
                    <a:pt x="6382065" y="4750"/>
                  </a:lnTo>
                  <a:lnTo>
                    <a:pt x="6358508" y="0"/>
                  </a:lnTo>
                  <a:close/>
                </a:path>
              </a:pathLst>
            </a:custGeom>
            <a:solidFill>
              <a:srgbClr val="B7DEE8"/>
            </a:solidFill>
          </p:spPr>
          <p:txBody>
            <a:bodyPr wrap="square" lIns="0" tIns="0" rIns="0" bIns="0" rtlCol="0"/>
            <a:lstStyle/>
            <a:p>
              <a:endParaRPr/>
            </a:p>
          </p:txBody>
        </p:sp>
      </p:grpSp>
      <p:sp>
        <p:nvSpPr>
          <p:cNvPr id="32" name="object 32"/>
          <p:cNvSpPr txBox="1"/>
          <p:nvPr/>
        </p:nvSpPr>
        <p:spPr>
          <a:xfrm>
            <a:off x="3909821" y="4528566"/>
            <a:ext cx="207962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F243E"/>
                </a:solidFill>
                <a:latin typeface="Verdana"/>
                <a:cs typeface="Verdana"/>
              </a:rPr>
              <a:t>Workshops</a:t>
            </a:r>
            <a:r>
              <a:rPr sz="1200" b="1" spc="-25" dirty="0">
                <a:solidFill>
                  <a:srgbClr val="0F243E"/>
                </a:solidFill>
                <a:latin typeface="Verdana"/>
                <a:cs typeface="Verdana"/>
              </a:rPr>
              <a:t> </a:t>
            </a:r>
            <a:r>
              <a:rPr sz="1200" b="1" dirty="0">
                <a:solidFill>
                  <a:srgbClr val="0F243E"/>
                </a:solidFill>
                <a:latin typeface="Verdana"/>
                <a:cs typeface="Verdana"/>
              </a:rPr>
              <a:t>and</a:t>
            </a:r>
            <a:r>
              <a:rPr sz="1200" b="1" spc="-5" dirty="0">
                <a:solidFill>
                  <a:srgbClr val="0F243E"/>
                </a:solidFill>
                <a:latin typeface="Verdana"/>
                <a:cs typeface="Verdana"/>
              </a:rPr>
              <a:t> </a:t>
            </a:r>
            <a:r>
              <a:rPr sz="1200" b="1" spc="-10" dirty="0">
                <a:solidFill>
                  <a:srgbClr val="0F243E"/>
                </a:solidFill>
                <a:latin typeface="Verdana"/>
                <a:cs typeface="Verdana"/>
              </a:rPr>
              <a:t>training</a:t>
            </a:r>
            <a:endParaRPr sz="1200">
              <a:latin typeface="Verdana"/>
              <a:cs typeface="Verdana"/>
            </a:endParaRPr>
          </a:p>
        </p:txBody>
      </p:sp>
      <p:grpSp>
        <p:nvGrpSpPr>
          <p:cNvPr id="33" name="object 33"/>
          <p:cNvGrpSpPr/>
          <p:nvPr/>
        </p:nvGrpSpPr>
        <p:grpSpPr>
          <a:xfrm>
            <a:off x="4093464" y="1905012"/>
            <a:ext cx="1754505" cy="527685"/>
            <a:chOff x="4093464" y="1905012"/>
            <a:chExt cx="1754505" cy="527685"/>
          </a:xfrm>
        </p:grpSpPr>
        <p:pic>
          <p:nvPicPr>
            <p:cNvPr id="34" name="object 34"/>
            <p:cNvPicPr/>
            <p:nvPr/>
          </p:nvPicPr>
          <p:blipFill>
            <a:blip r:embed="rId14" cstate="print"/>
            <a:stretch>
              <a:fillRect/>
            </a:stretch>
          </p:blipFill>
          <p:spPr>
            <a:xfrm>
              <a:off x="4093464" y="1905012"/>
              <a:ext cx="1754124" cy="527291"/>
            </a:xfrm>
            <a:prstGeom prst="rect">
              <a:avLst/>
            </a:prstGeom>
          </p:spPr>
        </p:pic>
        <p:pic>
          <p:nvPicPr>
            <p:cNvPr id="35" name="object 35"/>
            <p:cNvPicPr/>
            <p:nvPr/>
          </p:nvPicPr>
          <p:blipFill>
            <a:blip r:embed="rId15" cstate="print"/>
            <a:stretch>
              <a:fillRect/>
            </a:stretch>
          </p:blipFill>
          <p:spPr>
            <a:xfrm>
              <a:off x="4267200" y="2037613"/>
              <a:ext cx="1405127" cy="289534"/>
            </a:xfrm>
            <a:prstGeom prst="rect">
              <a:avLst/>
            </a:prstGeom>
          </p:spPr>
        </p:pic>
        <p:sp>
          <p:nvSpPr>
            <p:cNvPr id="36" name="object 36"/>
            <p:cNvSpPr/>
            <p:nvPr/>
          </p:nvSpPr>
          <p:spPr>
            <a:xfrm>
              <a:off x="4119753" y="1931797"/>
              <a:ext cx="1652270" cy="424815"/>
            </a:xfrm>
            <a:custGeom>
              <a:avLst/>
              <a:gdLst/>
              <a:ahLst/>
              <a:cxnLst/>
              <a:rect l="l" t="t" r="r" b="b"/>
              <a:pathLst>
                <a:path w="1652270" h="424814">
                  <a:moveTo>
                    <a:pt x="1581404" y="0"/>
                  </a:moveTo>
                  <a:lnTo>
                    <a:pt x="70738" y="0"/>
                  </a:lnTo>
                  <a:lnTo>
                    <a:pt x="43183" y="5570"/>
                  </a:lnTo>
                  <a:lnTo>
                    <a:pt x="20700" y="20748"/>
                  </a:lnTo>
                  <a:lnTo>
                    <a:pt x="5552" y="43237"/>
                  </a:lnTo>
                  <a:lnTo>
                    <a:pt x="0" y="70738"/>
                  </a:lnTo>
                  <a:lnTo>
                    <a:pt x="0" y="353949"/>
                  </a:lnTo>
                  <a:lnTo>
                    <a:pt x="5552" y="381523"/>
                  </a:lnTo>
                  <a:lnTo>
                    <a:pt x="20700" y="404050"/>
                  </a:lnTo>
                  <a:lnTo>
                    <a:pt x="43183" y="419242"/>
                  </a:lnTo>
                  <a:lnTo>
                    <a:pt x="70738" y="424814"/>
                  </a:lnTo>
                  <a:lnTo>
                    <a:pt x="1581404" y="424814"/>
                  </a:lnTo>
                  <a:lnTo>
                    <a:pt x="1608978" y="419242"/>
                  </a:lnTo>
                  <a:lnTo>
                    <a:pt x="1631505" y="404050"/>
                  </a:lnTo>
                  <a:lnTo>
                    <a:pt x="1646697" y="381523"/>
                  </a:lnTo>
                  <a:lnTo>
                    <a:pt x="1652270" y="353949"/>
                  </a:lnTo>
                  <a:lnTo>
                    <a:pt x="1652270" y="70738"/>
                  </a:lnTo>
                  <a:lnTo>
                    <a:pt x="1646697" y="43237"/>
                  </a:lnTo>
                  <a:lnTo>
                    <a:pt x="1631505" y="20748"/>
                  </a:lnTo>
                  <a:lnTo>
                    <a:pt x="1608978" y="5570"/>
                  </a:lnTo>
                  <a:lnTo>
                    <a:pt x="1581404" y="0"/>
                  </a:lnTo>
                  <a:close/>
                </a:path>
              </a:pathLst>
            </a:custGeom>
            <a:solidFill>
              <a:srgbClr val="E6DFEB"/>
            </a:solidFill>
          </p:spPr>
          <p:txBody>
            <a:bodyPr wrap="square" lIns="0" tIns="0" rIns="0" bIns="0" rtlCol="0"/>
            <a:lstStyle/>
            <a:p>
              <a:endParaRPr/>
            </a:p>
          </p:txBody>
        </p:sp>
      </p:grpSp>
      <p:sp>
        <p:nvSpPr>
          <p:cNvPr id="37" name="object 37"/>
          <p:cNvSpPr txBox="1"/>
          <p:nvPr/>
        </p:nvSpPr>
        <p:spPr>
          <a:xfrm>
            <a:off x="4334383" y="2078481"/>
            <a:ext cx="1222375" cy="132080"/>
          </a:xfrm>
          <a:prstGeom prst="rect">
            <a:avLst/>
          </a:prstGeom>
        </p:spPr>
        <p:txBody>
          <a:bodyPr vert="horz" wrap="square" lIns="0" tIns="12065" rIns="0" bIns="0" rtlCol="0">
            <a:spAutoFit/>
          </a:bodyPr>
          <a:lstStyle/>
          <a:p>
            <a:pPr marL="12700">
              <a:lnSpc>
                <a:spcPct val="100000"/>
              </a:lnSpc>
              <a:spcBef>
                <a:spcPts val="95"/>
              </a:spcBef>
            </a:pPr>
            <a:r>
              <a:rPr sz="700" b="1" spc="-10" dirty="0">
                <a:solidFill>
                  <a:srgbClr val="0F243E"/>
                </a:solidFill>
                <a:latin typeface="Verdana"/>
                <a:cs typeface="Verdana"/>
              </a:rPr>
              <a:t>Pre-</a:t>
            </a:r>
            <a:r>
              <a:rPr sz="700" b="1" dirty="0">
                <a:solidFill>
                  <a:srgbClr val="0F243E"/>
                </a:solidFill>
                <a:latin typeface="Verdana"/>
                <a:cs typeface="Verdana"/>
              </a:rPr>
              <a:t>oper</a:t>
            </a:r>
            <a:r>
              <a:rPr sz="700" b="1" spc="-20" dirty="0">
                <a:solidFill>
                  <a:srgbClr val="0F243E"/>
                </a:solidFill>
                <a:latin typeface="Verdana"/>
                <a:cs typeface="Verdana"/>
              </a:rPr>
              <a:t> </a:t>
            </a:r>
            <a:r>
              <a:rPr sz="700" b="1" dirty="0">
                <a:solidFill>
                  <a:srgbClr val="0F243E"/>
                </a:solidFill>
                <a:latin typeface="Verdana"/>
                <a:cs typeface="Verdana"/>
              </a:rPr>
              <a:t>Global</a:t>
            </a:r>
            <a:r>
              <a:rPr sz="700" b="1" spc="-20" dirty="0">
                <a:solidFill>
                  <a:srgbClr val="0F243E"/>
                </a:solidFill>
                <a:latin typeface="Verdana"/>
                <a:cs typeface="Verdana"/>
              </a:rPr>
              <a:t> </a:t>
            </a:r>
            <a:r>
              <a:rPr sz="700" b="1" spc="-10" dirty="0">
                <a:solidFill>
                  <a:srgbClr val="0F243E"/>
                </a:solidFill>
                <a:latin typeface="Verdana"/>
                <a:cs typeface="Verdana"/>
              </a:rPr>
              <a:t>Brokers</a:t>
            </a:r>
            <a:endParaRPr sz="700">
              <a:latin typeface="Verdana"/>
              <a:cs typeface="Verdana"/>
            </a:endParaRPr>
          </a:p>
        </p:txBody>
      </p:sp>
      <p:grpSp>
        <p:nvGrpSpPr>
          <p:cNvPr id="38" name="object 38"/>
          <p:cNvGrpSpPr/>
          <p:nvPr/>
        </p:nvGrpSpPr>
        <p:grpSpPr>
          <a:xfrm>
            <a:off x="4093464" y="2423172"/>
            <a:ext cx="1754505" cy="527685"/>
            <a:chOff x="4093464" y="2423172"/>
            <a:chExt cx="1754505" cy="527685"/>
          </a:xfrm>
        </p:grpSpPr>
        <p:pic>
          <p:nvPicPr>
            <p:cNvPr id="39" name="object 39"/>
            <p:cNvPicPr/>
            <p:nvPr/>
          </p:nvPicPr>
          <p:blipFill>
            <a:blip r:embed="rId16" cstate="print"/>
            <a:stretch>
              <a:fillRect/>
            </a:stretch>
          </p:blipFill>
          <p:spPr>
            <a:xfrm>
              <a:off x="4093464" y="2423172"/>
              <a:ext cx="1754124" cy="527291"/>
            </a:xfrm>
            <a:prstGeom prst="rect">
              <a:avLst/>
            </a:prstGeom>
          </p:spPr>
        </p:pic>
        <p:pic>
          <p:nvPicPr>
            <p:cNvPr id="40" name="object 40"/>
            <p:cNvPicPr/>
            <p:nvPr/>
          </p:nvPicPr>
          <p:blipFill>
            <a:blip r:embed="rId17" cstate="print"/>
            <a:stretch>
              <a:fillRect/>
            </a:stretch>
          </p:blipFill>
          <p:spPr>
            <a:xfrm>
              <a:off x="4287012" y="2555773"/>
              <a:ext cx="1367027" cy="289534"/>
            </a:xfrm>
            <a:prstGeom prst="rect">
              <a:avLst/>
            </a:prstGeom>
          </p:spPr>
        </p:pic>
        <p:sp>
          <p:nvSpPr>
            <p:cNvPr id="41" name="object 41"/>
            <p:cNvSpPr/>
            <p:nvPr/>
          </p:nvSpPr>
          <p:spPr>
            <a:xfrm>
              <a:off x="4119753" y="2450210"/>
              <a:ext cx="1652270" cy="424815"/>
            </a:xfrm>
            <a:custGeom>
              <a:avLst/>
              <a:gdLst/>
              <a:ahLst/>
              <a:cxnLst/>
              <a:rect l="l" t="t" r="r" b="b"/>
              <a:pathLst>
                <a:path w="1652270" h="424814">
                  <a:moveTo>
                    <a:pt x="1581404" y="0"/>
                  </a:moveTo>
                  <a:lnTo>
                    <a:pt x="70738" y="0"/>
                  </a:lnTo>
                  <a:lnTo>
                    <a:pt x="43183" y="5552"/>
                  </a:lnTo>
                  <a:lnTo>
                    <a:pt x="20700" y="20700"/>
                  </a:lnTo>
                  <a:lnTo>
                    <a:pt x="5552" y="43183"/>
                  </a:lnTo>
                  <a:lnTo>
                    <a:pt x="0" y="70738"/>
                  </a:lnTo>
                  <a:lnTo>
                    <a:pt x="0" y="353949"/>
                  </a:lnTo>
                  <a:lnTo>
                    <a:pt x="5552" y="381504"/>
                  </a:lnTo>
                  <a:lnTo>
                    <a:pt x="20700" y="403987"/>
                  </a:lnTo>
                  <a:lnTo>
                    <a:pt x="43183" y="419135"/>
                  </a:lnTo>
                  <a:lnTo>
                    <a:pt x="70738" y="424688"/>
                  </a:lnTo>
                  <a:lnTo>
                    <a:pt x="1581404" y="424688"/>
                  </a:lnTo>
                  <a:lnTo>
                    <a:pt x="1608978" y="419135"/>
                  </a:lnTo>
                  <a:lnTo>
                    <a:pt x="1631505" y="403987"/>
                  </a:lnTo>
                  <a:lnTo>
                    <a:pt x="1646697" y="381504"/>
                  </a:lnTo>
                  <a:lnTo>
                    <a:pt x="1652270" y="353949"/>
                  </a:lnTo>
                  <a:lnTo>
                    <a:pt x="1652270" y="70738"/>
                  </a:lnTo>
                  <a:lnTo>
                    <a:pt x="1646697" y="43183"/>
                  </a:lnTo>
                  <a:lnTo>
                    <a:pt x="1631505" y="20700"/>
                  </a:lnTo>
                  <a:lnTo>
                    <a:pt x="1608978" y="5552"/>
                  </a:lnTo>
                  <a:lnTo>
                    <a:pt x="1581404" y="0"/>
                  </a:lnTo>
                  <a:close/>
                </a:path>
              </a:pathLst>
            </a:custGeom>
            <a:solidFill>
              <a:srgbClr val="E6DFEB"/>
            </a:solidFill>
          </p:spPr>
          <p:txBody>
            <a:bodyPr wrap="square" lIns="0" tIns="0" rIns="0" bIns="0" rtlCol="0"/>
            <a:lstStyle/>
            <a:p>
              <a:endParaRPr/>
            </a:p>
          </p:txBody>
        </p:sp>
      </p:grpSp>
      <p:sp>
        <p:nvSpPr>
          <p:cNvPr id="42" name="object 42"/>
          <p:cNvSpPr txBox="1"/>
          <p:nvPr/>
        </p:nvSpPr>
        <p:spPr>
          <a:xfrm>
            <a:off x="4354195" y="2597023"/>
            <a:ext cx="1184275" cy="132080"/>
          </a:xfrm>
          <a:prstGeom prst="rect">
            <a:avLst/>
          </a:prstGeom>
        </p:spPr>
        <p:txBody>
          <a:bodyPr vert="horz" wrap="square" lIns="0" tIns="12065" rIns="0" bIns="0" rtlCol="0">
            <a:spAutoFit/>
          </a:bodyPr>
          <a:lstStyle/>
          <a:p>
            <a:pPr marL="12700">
              <a:lnSpc>
                <a:spcPct val="100000"/>
              </a:lnSpc>
              <a:spcBef>
                <a:spcPts val="95"/>
              </a:spcBef>
            </a:pPr>
            <a:r>
              <a:rPr sz="700" b="1" spc="-10" dirty="0">
                <a:solidFill>
                  <a:srgbClr val="0F243E"/>
                </a:solidFill>
                <a:latin typeface="Verdana"/>
                <a:cs typeface="Verdana"/>
              </a:rPr>
              <a:t>Pre-</a:t>
            </a:r>
            <a:r>
              <a:rPr sz="700" b="1" dirty="0">
                <a:solidFill>
                  <a:srgbClr val="0F243E"/>
                </a:solidFill>
                <a:latin typeface="Verdana"/>
                <a:cs typeface="Verdana"/>
              </a:rPr>
              <a:t>oper</a:t>
            </a:r>
            <a:r>
              <a:rPr sz="700" b="1" spc="-20" dirty="0">
                <a:solidFill>
                  <a:srgbClr val="0F243E"/>
                </a:solidFill>
                <a:latin typeface="Verdana"/>
                <a:cs typeface="Verdana"/>
              </a:rPr>
              <a:t> </a:t>
            </a:r>
            <a:r>
              <a:rPr sz="700" b="1" dirty="0">
                <a:solidFill>
                  <a:srgbClr val="0F243E"/>
                </a:solidFill>
                <a:latin typeface="Verdana"/>
                <a:cs typeface="Verdana"/>
              </a:rPr>
              <a:t>Global</a:t>
            </a:r>
            <a:r>
              <a:rPr sz="700" b="1" spc="-20" dirty="0">
                <a:solidFill>
                  <a:srgbClr val="0F243E"/>
                </a:solidFill>
                <a:latin typeface="Verdana"/>
                <a:cs typeface="Verdana"/>
              </a:rPr>
              <a:t> </a:t>
            </a:r>
            <a:r>
              <a:rPr sz="700" b="1" spc="-10" dirty="0">
                <a:solidFill>
                  <a:srgbClr val="0F243E"/>
                </a:solidFill>
                <a:latin typeface="Verdana"/>
                <a:cs typeface="Verdana"/>
              </a:rPr>
              <a:t>Caches</a:t>
            </a:r>
            <a:endParaRPr sz="700">
              <a:latin typeface="Verdana"/>
              <a:cs typeface="Verdana"/>
            </a:endParaRPr>
          </a:p>
        </p:txBody>
      </p:sp>
      <p:grpSp>
        <p:nvGrpSpPr>
          <p:cNvPr id="43" name="object 43"/>
          <p:cNvGrpSpPr/>
          <p:nvPr/>
        </p:nvGrpSpPr>
        <p:grpSpPr>
          <a:xfrm>
            <a:off x="4090415" y="2938284"/>
            <a:ext cx="1786255" cy="655320"/>
            <a:chOff x="4090415" y="2938284"/>
            <a:chExt cx="1786255" cy="655320"/>
          </a:xfrm>
        </p:grpSpPr>
        <p:pic>
          <p:nvPicPr>
            <p:cNvPr id="44" name="object 44"/>
            <p:cNvPicPr/>
            <p:nvPr/>
          </p:nvPicPr>
          <p:blipFill>
            <a:blip r:embed="rId18" cstate="print"/>
            <a:stretch>
              <a:fillRect/>
            </a:stretch>
          </p:blipFill>
          <p:spPr>
            <a:xfrm>
              <a:off x="4090415" y="2938284"/>
              <a:ext cx="1786127" cy="655307"/>
            </a:xfrm>
            <a:prstGeom prst="rect">
              <a:avLst/>
            </a:prstGeom>
          </p:spPr>
        </p:pic>
        <p:pic>
          <p:nvPicPr>
            <p:cNvPr id="45" name="object 45"/>
            <p:cNvPicPr/>
            <p:nvPr/>
          </p:nvPicPr>
          <p:blipFill>
            <a:blip r:embed="rId19" cstate="print"/>
            <a:stretch>
              <a:fillRect/>
            </a:stretch>
          </p:blipFill>
          <p:spPr>
            <a:xfrm>
              <a:off x="4230623" y="3081515"/>
              <a:ext cx="1534668" cy="396252"/>
            </a:xfrm>
            <a:prstGeom prst="rect">
              <a:avLst/>
            </a:prstGeom>
          </p:spPr>
        </p:pic>
        <p:sp>
          <p:nvSpPr>
            <p:cNvPr id="46" name="object 46"/>
            <p:cNvSpPr/>
            <p:nvPr/>
          </p:nvSpPr>
          <p:spPr>
            <a:xfrm>
              <a:off x="4116577" y="2965068"/>
              <a:ext cx="1684655" cy="553720"/>
            </a:xfrm>
            <a:custGeom>
              <a:avLst/>
              <a:gdLst/>
              <a:ahLst/>
              <a:cxnLst/>
              <a:rect l="l" t="t" r="r" b="b"/>
              <a:pathLst>
                <a:path w="1684654" h="553720">
                  <a:moveTo>
                    <a:pt x="1592199" y="0"/>
                  </a:moveTo>
                  <a:lnTo>
                    <a:pt x="92201" y="0"/>
                  </a:lnTo>
                  <a:lnTo>
                    <a:pt x="56310" y="7244"/>
                  </a:lnTo>
                  <a:lnTo>
                    <a:pt x="27003" y="27003"/>
                  </a:lnTo>
                  <a:lnTo>
                    <a:pt x="7244" y="56310"/>
                  </a:lnTo>
                  <a:lnTo>
                    <a:pt x="0" y="92201"/>
                  </a:lnTo>
                  <a:lnTo>
                    <a:pt x="0" y="461009"/>
                  </a:lnTo>
                  <a:lnTo>
                    <a:pt x="7244" y="496901"/>
                  </a:lnTo>
                  <a:lnTo>
                    <a:pt x="27003" y="526208"/>
                  </a:lnTo>
                  <a:lnTo>
                    <a:pt x="56310" y="545967"/>
                  </a:lnTo>
                  <a:lnTo>
                    <a:pt x="92201" y="553211"/>
                  </a:lnTo>
                  <a:lnTo>
                    <a:pt x="1592199" y="553211"/>
                  </a:lnTo>
                  <a:lnTo>
                    <a:pt x="1628090" y="545967"/>
                  </a:lnTo>
                  <a:lnTo>
                    <a:pt x="1657397" y="526208"/>
                  </a:lnTo>
                  <a:lnTo>
                    <a:pt x="1677156" y="496901"/>
                  </a:lnTo>
                  <a:lnTo>
                    <a:pt x="1684401" y="461009"/>
                  </a:lnTo>
                  <a:lnTo>
                    <a:pt x="1684401" y="92201"/>
                  </a:lnTo>
                  <a:lnTo>
                    <a:pt x="1677156" y="56310"/>
                  </a:lnTo>
                  <a:lnTo>
                    <a:pt x="1657397" y="27003"/>
                  </a:lnTo>
                  <a:lnTo>
                    <a:pt x="1628090" y="7244"/>
                  </a:lnTo>
                  <a:lnTo>
                    <a:pt x="1592199" y="0"/>
                  </a:lnTo>
                  <a:close/>
                </a:path>
              </a:pathLst>
            </a:custGeom>
            <a:solidFill>
              <a:srgbClr val="E6DFEB"/>
            </a:solidFill>
          </p:spPr>
          <p:txBody>
            <a:bodyPr wrap="square" lIns="0" tIns="0" rIns="0" bIns="0" rtlCol="0"/>
            <a:lstStyle/>
            <a:p>
              <a:endParaRPr/>
            </a:p>
          </p:txBody>
        </p:sp>
      </p:grpSp>
      <p:sp>
        <p:nvSpPr>
          <p:cNvPr id="47" name="object 47"/>
          <p:cNvSpPr txBox="1"/>
          <p:nvPr/>
        </p:nvSpPr>
        <p:spPr>
          <a:xfrm>
            <a:off x="4298441" y="3123056"/>
            <a:ext cx="1321435" cy="238760"/>
          </a:xfrm>
          <a:prstGeom prst="rect">
            <a:avLst/>
          </a:prstGeom>
        </p:spPr>
        <p:txBody>
          <a:bodyPr vert="horz" wrap="square" lIns="0" tIns="12065" rIns="0" bIns="0" rtlCol="0">
            <a:spAutoFit/>
          </a:bodyPr>
          <a:lstStyle/>
          <a:p>
            <a:pPr marL="411480" marR="5080" indent="-399415">
              <a:lnSpc>
                <a:spcPct val="100000"/>
              </a:lnSpc>
              <a:spcBef>
                <a:spcPts val="95"/>
              </a:spcBef>
            </a:pPr>
            <a:r>
              <a:rPr sz="700" b="1" spc="-10" dirty="0">
                <a:solidFill>
                  <a:srgbClr val="0F243E"/>
                </a:solidFill>
                <a:latin typeface="Verdana"/>
                <a:cs typeface="Verdana"/>
              </a:rPr>
              <a:t>Pre-</a:t>
            </a:r>
            <a:r>
              <a:rPr sz="700" b="1" dirty="0">
                <a:solidFill>
                  <a:srgbClr val="0F243E"/>
                </a:solidFill>
                <a:latin typeface="Verdana"/>
                <a:cs typeface="Verdana"/>
              </a:rPr>
              <a:t>oper</a:t>
            </a:r>
            <a:r>
              <a:rPr sz="700" b="1" spc="-20" dirty="0">
                <a:solidFill>
                  <a:srgbClr val="0F243E"/>
                </a:solidFill>
                <a:latin typeface="Verdana"/>
                <a:cs typeface="Verdana"/>
              </a:rPr>
              <a:t> </a:t>
            </a:r>
            <a:r>
              <a:rPr sz="700" b="1" dirty="0">
                <a:solidFill>
                  <a:srgbClr val="0F243E"/>
                </a:solidFill>
                <a:latin typeface="Verdana"/>
                <a:cs typeface="Verdana"/>
              </a:rPr>
              <a:t>Global</a:t>
            </a:r>
            <a:r>
              <a:rPr sz="700" b="1" spc="-20" dirty="0">
                <a:solidFill>
                  <a:srgbClr val="0F243E"/>
                </a:solidFill>
                <a:latin typeface="Verdana"/>
                <a:cs typeface="Verdana"/>
              </a:rPr>
              <a:t> </a:t>
            </a:r>
            <a:r>
              <a:rPr sz="700" b="1" spc="-10" dirty="0">
                <a:solidFill>
                  <a:srgbClr val="0F243E"/>
                </a:solidFill>
                <a:latin typeface="Verdana"/>
                <a:cs typeface="Verdana"/>
              </a:rPr>
              <a:t>Discovery Catalogue</a:t>
            </a:r>
            <a:endParaRPr sz="700">
              <a:latin typeface="Verdana"/>
              <a:cs typeface="Verdana"/>
            </a:endParaRPr>
          </a:p>
        </p:txBody>
      </p:sp>
      <p:grpSp>
        <p:nvGrpSpPr>
          <p:cNvPr id="48" name="object 48"/>
          <p:cNvGrpSpPr/>
          <p:nvPr/>
        </p:nvGrpSpPr>
        <p:grpSpPr>
          <a:xfrm>
            <a:off x="6428232" y="1905012"/>
            <a:ext cx="1754505" cy="527685"/>
            <a:chOff x="6428232" y="1905012"/>
            <a:chExt cx="1754505" cy="527685"/>
          </a:xfrm>
        </p:grpSpPr>
        <p:pic>
          <p:nvPicPr>
            <p:cNvPr id="49" name="object 49"/>
            <p:cNvPicPr/>
            <p:nvPr/>
          </p:nvPicPr>
          <p:blipFill>
            <a:blip r:embed="rId20" cstate="print"/>
            <a:stretch>
              <a:fillRect/>
            </a:stretch>
          </p:blipFill>
          <p:spPr>
            <a:xfrm>
              <a:off x="6428232" y="1905012"/>
              <a:ext cx="1754123" cy="527291"/>
            </a:xfrm>
            <a:prstGeom prst="rect">
              <a:avLst/>
            </a:prstGeom>
          </p:spPr>
        </p:pic>
        <p:pic>
          <p:nvPicPr>
            <p:cNvPr id="50" name="object 50"/>
            <p:cNvPicPr/>
            <p:nvPr/>
          </p:nvPicPr>
          <p:blipFill>
            <a:blip r:embed="rId21" cstate="print"/>
            <a:stretch>
              <a:fillRect/>
            </a:stretch>
          </p:blipFill>
          <p:spPr>
            <a:xfrm>
              <a:off x="6534912" y="2037613"/>
              <a:ext cx="1540763" cy="289534"/>
            </a:xfrm>
            <a:prstGeom prst="rect">
              <a:avLst/>
            </a:prstGeom>
          </p:spPr>
        </p:pic>
        <p:sp>
          <p:nvSpPr>
            <p:cNvPr id="51" name="object 51"/>
            <p:cNvSpPr/>
            <p:nvPr/>
          </p:nvSpPr>
          <p:spPr>
            <a:xfrm>
              <a:off x="6454648" y="1931797"/>
              <a:ext cx="1652270" cy="424815"/>
            </a:xfrm>
            <a:custGeom>
              <a:avLst/>
              <a:gdLst/>
              <a:ahLst/>
              <a:cxnLst/>
              <a:rect l="l" t="t" r="r" b="b"/>
              <a:pathLst>
                <a:path w="1652270" h="424814">
                  <a:moveTo>
                    <a:pt x="1581530" y="0"/>
                  </a:moveTo>
                  <a:lnTo>
                    <a:pt x="70866" y="0"/>
                  </a:lnTo>
                  <a:lnTo>
                    <a:pt x="43291" y="5570"/>
                  </a:lnTo>
                  <a:lnTo>
                    <a:pt x="20764" y="20748"/>
                  </a:lnTo>
                  <a:lnTo>
                    <a:pt x="5572" y="43237"/>
                  </a:lnTo>
                  <a:lnTo>
                    <a:pt x="0" y="70738"/>
                  </a:lnTo>
                  <a:lnTo>
                    <a:pt x="0" y="353949"/>
                  </a:lnTo>
                  <a:lnTo>
                    <a:pt x="5572" y="381523"/>
                  </a:lnTo>
                  <a:lnTo>
                    <a:pt x="20764" y="404050"/>
                  </a:lnTo>
                  <a:lnTo>
                    <a:pt x="43291" y="419242"/>
                  </a:lnTo>
                  <a:lnTo>
                    <a:pt x="70866" y="424814"/>
                  </a:lnTo>
                  <a:lnTo>
                    <a:pt x="1581530" y="424814"/>
                  </a:lnTo>
                  <a:lnTo>
                    <a:pt x="1609086" y="419242"/>
                  </a:lnTo>
                  <a:lnTo>
                    <a:pt x="1631568" y="404050"/>
                  </a:lnTo>
                  <a:lnTo>
                    <a:pt x="1646717" y="381523"/>
                  </a:lnTo>
                  <a:lnTo>
                    <a:pt x="1652270" y="353949"/>
                  </a:lnTo>
                  <a:lnTo>
                    <a:pt x="1652270" y="70738"/>
                  </a:lnTo>
                  <a:lnTo>
                    <a:pt x="1646717" y="43237"/>
                  </a:lnTo>
                  <a:lnTo>
                    <a:pt x="1631569" y="20748"/>
                  </a:lnTo>
                  <a:lnTo>
                    <a:pt x="1609086" y="5570"/>
                  </a:lnTo>
                  <a:lnTo>
                    <a:pt x="1581530" y="0"/>
                  </a:lnTo>
                  <a:close/>
                </a:path>
              </a:pathLst>
            </a:custGeom>
            <a:solidFill>
              <a:srgbClr val="94B3D6"/>
            </a:solidFill>
          </p:spPr>
          <p:txBody>
            <a:bodyPr wrap="square" lIns="0" tIns="0" rIns="0" bIns="0" rtlCol="0"/>
            <a:lstStyle/>
            <a:p>
              <a:endParaRPr/>
            </a:p>
          </p:txBody>
        </p:sp>
      </p:grpSp>
      <p:sp>
        <p:nvSpPr>
          <p:cNvPr id="52" name="object 52"/>
          <p:cNvSpPr txBox="1"/>
          <p:nvPr/>
        </p:nvSpPr>
        <p:spPr>
          <a:xfrm>
            <a:off x="6602730" y="2078481"/>
            <a:ext cx="1356995" cy="132080"/>
          </a:xfrm>
          <a:prstGeom prst="rect">
            <a:avLst/>
          </a:prstGeom>
        </p:spPr>
        <p:txBody>
          <a:bodyPr vert="horz" wrap="square" lIns="0" tIns="12065" rIns="0" bIns="0" rtlCol="0">
            <a:spAutoFit/>
          </a:bodyPr>
          <a:lstStyle/>
          <a:p>
            <a:pPr marL="12700">
              <a:lnSpc>
                <a:spcPct val="100000"/>
              </a:lnSpc>
              <a:spcBef>
                <a:spcPts val="95"/>
              </a:spcBef>
            </a:pPr>
            <a:r>
              <a:rPr sz="700" b="1" dirty="0">
                <a:solidFill>
                  <a:srgbClr val="0F243E"/>
                </a:solidFill>
                <a:latin typeface="Verdana"/>
                <a:cs typeface="Verdana"/>
              </a:rPr>
              <a:t>Global</a:t>
            </a:r>
            <a:r>
              <a:rPr sz="700" b="1" spc="-50" dirty="0">
                <a:solidFill>
                  <a:srgbClr val="0F243E"/>
                </a:solidFill>
                <a:latin typeface="Verdana"/>
                <a:cs typeface="Verdana"/>
              </a:rPr>
              <a:t> </a:t>
            </a:r>
            <a:r>
              <a:rPr sz="700" b="1" dirty="0">
                <a:solidFill>
                  <a:srgbClr val="0F243E"/>
                </a:solidFill>
                <a:latin typeface="Verdana"/>
                <a:cs typeface="Verdana"/>
              </a:rPr>
              <a:t>Brokers</a:t>
            </a:r>
            <a:r>
              <a:rPr sz="700" b="1" spc="-15" dirty="0">
                <a:solidFill>
                  <a:srgbClr val="0F243E"/>
                </a:solidFill>
                <a:latin typeface="Verdana"/>
                <a:cs typeface="Verdana"/>
              </a:rPr>
              <a:t> </a:t>
            </a:r>
            <a:r>
              <a:rPr sz="700" b="1" spc="-10" dirty="0">
                <a:solidFill>
                  <a:srgbClr val="0F243E"/>
                </a:solidFill>
                <a:latin typeface="Verdana"/>
                <a:cs typeface="Verdana"/>
              </a:rPr>
              <a:t>operational</a:t>
            </a:r>
            <a:endParaRPr sz="700">
              <a:latin typeface="Verdana"/>
              <a:cs typeface="Verdana"/>
            </a:endParaRPr>
          </a:p>
        </p:txBody>
      </p:sp>
      <p:grpSp>
        <p:nvGrpSpPr>
          <p:cNvPr id="53" name="object 53"/>
          <p:cNvGrpSpPr/>
          <p:nvPr/>
        </p:nvGrpSpPr>
        <p:grpSpPr>
          <a:xfrm>
            <a:off x="6438900" y="2442984"/>
            <a:ext cx="1754505" cy="527685"/>
            <a:chOff x="6438900" y="2442984"/>
            <a:chExt cx="1754505" cy="527685"/>
          </a:xfrm>
        </p:grpSpPr>
        <p:pic>
          <p:nvPicPr>
            <p:cNvPr id="54" name="object 54"/>
            <p:cNvPicPr/>
            <p:nvPr/>
          </p:nvPicPr>
          <p:blipFill>
            <a:blip r:embed="rId22" cstate="print"/>
            <a:stretch>
              <a:fillRect/>
            </a:stretch>
          </p:blipFill>
          <p:spPr>
            <a:xfrm>
              <a:off x="6438900" y="2442984"/>
              <a:ext cx="1754124" cy="527291"/>
            </a:xfrm>
            <a:prstGeom prst="rect">
              <a:avLst/>
            </a:prstGeom>
          </p:spPr>
        </p:pic>
        <p:pic>
          <p:nvPicPr>
            <p:cNvPr id="55" name="object 55"/>
            <p:cNvPicPr/>
            <p:nvPr/>
          </p:nvPicPr>
          <p:blipFill>
            <a:blip r:embed="rId23" cstate="print"/>
            <a:stretch>
              <a:fillRect/>
            </a:stretch>
          </p:blipFill>
          <p:spPr>
            <a:xfrm>
              <a:off x="6563868" y="2575559"/>
              <a:ext cx="1502664" cy="288036"/>
            </a:xfrm>
            <a:prstGeom prst="rect">
              <a:avLst/>
            </a:prstGeom>
          </p:spPr>
        </p:pic>
        <p:sp>
          <p:nvSpPr>
            <p:cNvPr id="56" name="object 56"/>
            <p:cNvSpPr/>
            <p:nvPr/>
          </p:nvSpPr>
          <p:spPr>
            <a:xfrm>
              <a:off x="6464934" y="2469260"/>
              <a:ext cx="1652905" cy="424815"/>
            </a:xfrm>
            <a:custGeom>
              <a:avLst/>
              <a:gdLst/>
              <a:ahLst/>
              <a:cxnLst/>
              <a:rect l="l" t="t" r="r" b="b"/>
              <a:pathLst>
                <a:path w="1652904" h="424814">
                  <a:moveTo>
                    <a:pt x="1581531" y="0"/>
                  </a:moveTo>
                  <a:lnTo>
                    <a:pt x="70865" y="0"/>
                  </a:lnTo>
                  <a:lnTo>
                    <a:pt x="43291" y="5552"/>
                  </a:lnTo>
                  <a:lnTo>
                    <a:pt x="20764" y="20700"/>
                  </a:lnTo>
                  <a:lnTo>
                    <a:pt x="5572" y="43183"/>
                  </a:lnTo>
                  <a:lnTo>
                    <a:pt x="0" y="70738"/>
                  </a:lnTo>
                  <a:lnTo>
                    <a:pt x="0" y="353949"/>
                  </a:lnTo>
                  <a:lnTo>
                    <a:pt x="5572" y="381504"/>
                  </a:lnTo>
                  <a:lnTo>
                    <a:pt x="20764" y="403987"/>
                  </a:lnTo>
                  <a:lnTo>
                    <a:pt x="43291" y="419135"/>
                  </a:lnTo>
                  <a:lnTo>
                    <a:pt x="70865" y="424688"/>
                  </a:lnTo>
                  <a:lnTo>
                    <a:pt x="1581531" y="424688"/>
                  </a:lnTo>
                  <a:lnTo>
                    <a:pt x="1609105" y="419135"/>
                  </a:lnTo>
                  <a:lnTo>
                    <a:pt x="1631632" y="403987"/>
                  </a:lnTo>
                  <a:lnTo>
                    <a:pt x="1646824" y="381504"/>
                  </a:lnTo>
                  <a:lnTo>
                    <a:pt x="1652396" y="353949"/>
                  </a:lnTo>
                  <a:lnTo>
                    <a:pt x="1652396" y="70738"/>
                  </a:lnTo>
                  <a:lnTo>
                    <a:pt x="1646824" y="43183"/>
                  </a:lnTo>
                  <a:lnTo>
                    <a:pt x="1631632" y="20700"/>
                  </a:lnTo>
                  <a:lnTo>
                    <a:pt x="1609105" y="5552"/>
                  </a:lnTo>
                  <a:lnTo>
                    <a:pt x="1581531" y="0"/>
                  </a:lnTo>
                  <a:close/>
                </a:path>
              </a:pathLst>
            </a:custGeom>
            <a:solidFill>
              <a:srgbClr val="94B3D6"/>
            </a:solidFill>
          </p:spPr>
          <p:txBody>
            <a:bodyPr wrap="square" lIns="0" tIns="0" rIns="0" bIns="0" rtlCol="0"/>
            <a:lstStyle/>
            <a:p>
              <a:endParaRPr/>
            </a:p>
          </p:txBody>
        </p:sp>
      </p:grpSp>
      <p:sp>
        <p:nvSpPr>
          <p:cNvPr id="57" name="object 57"/>
          <p:cNvSpPr txBox="1"/>
          <p:nvPr/>
        </p:nvSpPr>
        <p:spPr>
          <a:xfrm>
            <a:off x="6631305" y="2616199"/>
            <a:ext cx="1318895" cy="132080"/>
          </a:xfrm>
          <a:prstGeom prst="rect">
            <a:avLst/>
          </a:prstGeom>
        </p:spPr>
        <p:txBody>
          <a:bodyPr vert="horz" wrap="square" lIns="0" tIns="12065" rIns="0" bIns="0" rtlCol="0">
            <a:spAutoFit/>
          </a:bodyPr>
          <a:lstStyle/>
          <a:p>
            <a:pPr marL="12700">
              <a:lnSpc>
                <a:spcPct val="100000"/>
              </a:lnSpc>
              <a:spcBef>
                <a:spcPts val="95"/>
              </a:spcBef>
            </a:pPr>
            <a:r>
              <a:rPr sz="700" b="1" dirty="0">
                <a:solidFill>
                  <a:srgbClr val="0F243E"/>
                </a:solidFill>
                <a:latin typeface="Verdana"/>
                <a:cs typeface="Verdana"/>
              </a:rPr>
              <a:t>Global</a:t>
            </a:r>
            <a:r>
              <a:rPr sz="700" b="1" spc="-45" dirty="0">
                <a:solidFill>
                  <a:srgbClr val="0F243E"/>
                </a:solidFill>
                <a:latin typeface="Verdana"/>
                <a:cs typeface="Verdana"/>
              </a:rPr>
              <a:t> </a:t>
            </a:r>
            <a:r>
              <a:rPr sz="700" b="1" dirty="0">
                <a:solidFill>
                  <a:srgbClr val="0F243E"/>
                </a:solidFill>
                <a:latin typeface="Verdana"/>
                <a:cs typeface="Verdana"/>
              </a:rPr>
              <a:t>Caches</a:t>
            </a:r>
            <a:r>
              <a:rPr sz="700" b="1" spc="-15" dirty="0">
                <a:solidFill>
                  <a:srgbClr val="0F243E"/>
                </a:solidFill>
                <a:latin typeface="Verdana"/>
                <a:cs typeface="Verdana"/>
              </a:rPr>
              <a:t> </a:t>
            </a:r>
            <a:r>
              <a:rPr sz="700" b="1" spc="-10" dirty="0">
                <a:solidFill>
                  <a:srgbClr val="0F243E"/>
                </a:solidFill>
                <a:latin typeface="Verdana"/>
                <a:cs typeface="Verdana"/>
              </a:rPr>
              <a:t>operational</a:t>
            </a:r>
            <a:endParaRPr sz="700">
              <a:latin typeface="Verdana"/>
              <a:cs typeface="Verdana"/>
            </a:endParaRPr>
          </a:p>
        </p:txBody>
      </p:sp>
      <p:grpSp>
        <p:nvGrpSpPr>
          <p:cNvPr id="58" name="object 58"/>
          <p:cNvGrpSpPr/>
          <p:nvPr/>
        </p:nvGrpSpPr>
        <p:grpSpPr>
          <a:xfrm>
            <a:off x="6434328" y="3005340"/>
            <a:ext cx="1786255" cy="655320"/>
            <a:chOff x="6434328" y="3005340"/>
            <a:chExt cx="1786255" cy="655320"/>
          </a:xfrm>
        </p:grpSpPr>
        <p:pic>
          <p:nvPicPr>
            <p:cNvPr id="59" name="object 59"/>
            <p:cNvPicPr/>
            <p:nvPr/>
          </p:nvPicPr>
          <p:blipFill>
            <a:blip r:embed="rId24" cstate="print"/>
            <a:stretch>
              <a:fillRect/>
            </a:stretch>
          </p:blipFill>
          <p:spPr>
            <a:xfrm>
              <a:off x="6434328" y="3005340"/>
              <a:ext cx="1786127" cy="655307"/>
            </a:xfrm>
            <a:prstGeom prst="rect">
              <a:avLst/>
            </a:prstGeom>
          </p:spPr>
        </p:pic>
        <p:pic>
          <p:nvPicPr>
            <p:cNvPr id="60" name="object 60"/>
            <p:cNvPicPr/>
            <p:nvPr/>
          </p:nvPicPr>
          <p:blipFill>
            <a:blip r:embed="rId25" cstate="print"/>
            <a:stretch>
              <a:fillRect/>
            </a:stretch>
          </p:blipFill>
          <p:spPr>
            <a:xfrm>
              <a:off x="6544056" y="3148545"/>
              <a:ext cx="1595627" cy="394754"/>
            </a:xfrm>
            <a:prstGeom prst="rect">
              <a:avLst/>
            </a:prstGeom>
          </p:spPr>
        </p:pic>
        <p:sp>
          <p:nvSpPr>
            <p:cNvPr id="61" name="object 61"/>
            <p:cNvSpPr/>
            <p:nvPr/>
          </p:nvSpPr>
          <p:spPr>
            <a:xfrm>
              <a:off x="6460236" y="3031617"/>
              <a:ext cx="1684655" cy="553720"/>
            </a:xfrm>
            <a:custGeom>
              <a:avLst/>
              <a:gdLst/>
              <a:ahLst/>
              <a:cxnLst/>
              <a:rect l="l" t="t" r="r" b="b"/>
              <a:pathLst>
                <a:path w="1684654" h="553720">
                  <a:moveTo>
                    <a:pt x="1592071" y="0"/>
                  </a:moveTo>
                  <a:lnTo>
                    <a:pt x="92202" y="0"/>
                  </a:lnTo>
                  <a:lnTo>
                    <a:pt x="56310" y="7244"/>
                  </a:lnTo>
                  <a:lnTo>
                    <a:pt x="27003" y="27003"/>
                  </a:lnTo>
                  <a:lnTo>
                    <a:pt x="7244" y="56310"/>
                  </a:lnTo>
                  <a:lnTo>
                    <a:pt x="0" y="92202"/>
                  </a:lnTo>
                  <a:lnTo>
                    <a:pt x="0" y="461010"/>
                  </a:lnTo>
                  <a:lnTo>
                    <a:pt x="7244" y="496901"/>
                  </a:lnTo>
                  <a:lnTo>
                    <a:pt x="27003" y="526208"/>
                  </a:lnTo>
                  <a:lnTo>
                    <a:pt x="56310" y="545967"/>
                  </a:lnTo>
                  <a:lnTo>
                    <a:pt x="92202" y="553212"/>
                  </a:lnTo>
                  <a:lnTo>
                    <a:pt x="1592071" y="553212"/>
                  </a:lnTo>
                  <a:lnTo>
                    <a:pt x="1627983" y="545967"/>
                  </a:lnTo>
                  <a:lnTo>
                    <a:pt x="1657334" y="526208"/>
                  </a:lnTo>
                  <a:lnTo>
                    <a:pt x="1677136" y="496901"/>
                  </a:lnTo>
                  <a:lnTo>
                    <a:pt x="1684400" y="461010"/>
                  </a:lnTo>
                  <a:lnTo>
                    <a:pt x="1684400" y="92202"/>
                  </a:lnTo>
                  <a:lnTo>
                    <a:pt x="1677136" y="56310"/>
                  </a:lnTo>
                  <a:lnTo>
                    <a:pt x="1657334" y="27003"/>
                  </a:lnTo>
                  <a:lnTo>
                    <a:pt x="1627983" y="7244"/>
                  </a:lnTo>
                  <a:lnTo>
                    <a:pt x="1592071" y="0"/>
                  </a:lnTo>
                  <a:close/>
                </a:path>
              </a:pathLst>
            </a:custGeom>
            <a:solidFill>
              <a:srgbClr val="94B3D6"/>
            </a:solidFill>
          </p:spPr>
          <p:txBody>
            <a:bodyPr wrap="square" lIns="0" tIns="0" rIns="0" bIns="0" rtlCol="0"/>
            <a:lstStyle/>
            <a:p>
              <a:endParaRPr/>
            </a:p>
          </p:txBody>
        </p:sp>
      </p:grpSp>
      <p:sp>
        <p:nvSpPr>
          <p:cNvPr id="62" name="object 62"/>
          <p:cNvSpPr txBox="1"/>
          <p:nvPr/>
        </p:nvSpPr>
        <p:spPr>
          <a:xfrm>
            <a:off x="6611493" y="3189477"/>
            <a:ext cx="1381760" cy="238760"/>
          </a:xfrm>
          <a:prstGeom prst="rect">
            <a:avLst/>
          </a:prstGeom>
        </p:spPr>
        <p:txBody>
          <a:bodyPr vert="horz" wrap="square" lIns="0" tIns="12065" rIns="0" bIns="0" rtlCol="0">
            <a:spAutoFit/>
          </a:bodyPr>
          <a:lstStyle/>
          <a:p>
            <a:pPr marL="405765" marR="5080" indent="-393700">
              <a:lnSpc>
                <a:spcPct val="100000"/>
              </a:lnSpc>
              <a:spcBef>
                <a:spcPts val="95"/>
              </a:spcBef>
            </a:pPr>
            <a:r>
              <a:rPr sz="700" b="1" dirty="0">
                <a:solidFill>
                  <a:srgbClr val="0F243E"/>
                </a:solidFill>
                <a:latin typeface="Verdana"/>
                <a:cs typeface="Verdana"/>
              </a:rPr>
              <a:t>Global</a:t>
            </a:r>
            <a:r>
              <a:rPr sz="700" b="1" spc="-45" dirty="0">
                <a:solidFill>
                  <a:srgbClr val="0F243E"/>
                </a:solidFill>
                <a:latin typeface="Verdana"/>
                <a:cs typeface="Verdana"/>
              </a:rPr>
              <a:t> </a:t>
            </a:r>
            <a:r>
              <a:rPr sz="700" b="1" dirty="0">
                <a:solidFill>
                  <a:srgbClr val="0F243E"/>
                </a:solidFill>
                <a:latin typeface="Verdana"/>
                <a:cs typeface="Verdana"/>
              </a:rPr>
              <a:t>Discovery</a:t>
            </a:r>
            <a:r>
              <a:rPr sz="700" b="1" spc="-25" dirty="0">
                <a:solidFill>
                  <a:srgbClr val="0F243E"/>
                </a:solidFill>
                <a:latin typeface="Verdana"/>
                <a:cs typeface="Verdana"/>
              </a:rPr>
              <a:t> </a:t>
            </a:r>
            <a:r>
              <a:rPr sz="700" b="1" spc="-10" dirty="0">
                <a:solidFill>
                  <a:srgbClr val="0F243E"/>
                </a:solidFill>
                <a:latin typeface="Verdana"/>
                <a:cs typeface="Verdana"/>
              </a:rPr>
              <a:t>Catalogue operational</a:t>
            </a:r>
            <a:endParaRPr sz="700">
              <a:latin typeface="Verdana"/>
              <a:cs typeface="Verdana"/>
            </a:endParaRPr>
          </a:p>
        </p:txBody>
      </p:sp>
      <p:sp>
        <p:nvSpPr>
          <p:cNvPr id="63" name="object 63"/>
          <p:cNvSpPr txBox="1"/>
          <p:nvPr/>
        </p:nvSpPr>
        <p:spPr>
          <a:xfrm>
            <a:off x="1679575" y="1247902"/>
            <a:ext cx="127381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205868"/>
                </a:solidFill>
                <a:latin typeface="Calibri"/>
                <a:cs typeface="Calibri"/>
              </a:rPr>
              <a:t>Pilot</a:t>
            </a:r>
            <a:r>
              <a:rPr sz="2200" spc="-30" dirty="0">
                <a:solidFill>
                  <a:srgbClr val="205868"/>
                </a:solidFill>
                <a:latin typeface="Calibri"/>
                <a:cs typeface="Calibri"/>
              </a:rPr>
              <a:t> </a:t>
            </a:r>
            <a:r>
              <a:rPr sz="2200" spc="-10" dirty="0">
                <a:solidFill>
                  <a:srgbClr val="205868"/>
                </a:solidFill>
                <a:latin typeface="Calibri"/>
                <a:cs typeface="Calibri"/>
              </a:rPr>
              <a:t>Phase</a:t>
            </a:r>
            <a:endParaRPr sz="2200">
              <a:latin typeface="Calibri"/>
              <a:cs typeface="Calibri"/>
            </a:endParaRPr>
          </a:p>
        </p:txBody>
      </p:sp>
      <p:sp>
        <p:nvSpPr>
          <p:cNvPr id="64" name="object 64"/>
          <p:cNvSpPr txBox="1"/>
          <p:nvPr/>
        </p:nvSpPr>
        <p:spPr>
          <a:xfrm>
            <a:off x="4021963" y="1247902"/>
            <a:ext cx="1805305" cy="360680"/>
          </a:xfrm>
          <a:prstGeom prst="rect">
            <a:avLst/>
          </a:prstGeom>
        </p:spPr>
        <p:txBody>
          <a:bodyPr vert="horz" wrap="square" lIns="0" tIns="12065" rIns="0" bIns="0" rtlCol="0">
            <a:spAutoFit/>
          </a:bodyPr>
          <a:lstStyle/>
          <a:p>
            <a:pPr marL="12700">
              <a:lnSpc>
                <a:spcPct val="100000"/>
              </a:lnSpc>
              <a:spcBef>
                <a:spcPts val="95"/>
              </a:spcBef>
            </a:pPr>
            <a:r>
              <a:rPr sz="2200" spc="-10" dirty="0">
                <a:solidFill>
                  <a:srgbClr val="5F497A"/>
                </a:solidFill>
                <a:latin typeface="Calibri"/>
                <a:cs typeface="Calibri"/>
              </a:rPr>
              <a:t>Pre-operational</a:t>
            </a:r>
            <a:endParaRPr sz="2200">
              <a:latin typeface="Calibri"/>
              <a:cs typeface="Calibri"/>
            </a:endParaRPr>
          </a:p>
        </p:txBody>
      </p:sp>
      <p:sp>
        <p:nvSpPr>
          <p:cNvPr id="65" name="object 65"/>
          <p:cNvSpPr txBox="1"/>
          <p:nvPr/>
        </p:nvSpPr>
        <p:spPr>
          <a:xfrm>
            <a:off x="6617969" y="1290066"/>
            <a:ext cx="1375410" cy="360680"/>
          </a:xfrm>
          <a:prstGeom prst="rect">
            <a:avLst/>
          </a:prstGeom>
        </p:spPr>
        <p:txBody>
          <a:bodyPr vert="horz" wrap="square" lIns="0" tIns="12065" rIns="0" bIns="0" rtlCol="0">
            <a:spAutoFit/>
          </a:bodyPr>
          <a:lstStyle/>
          <a:p>
            <a:pPr marL="12700">
              <a:lnSpc>
                <a:spcPct val="100000"/>
              </a:lnSpc>
              <a:spcBef>
                <a:spcPts val="95"/>
              </a:spcBef>
            </a:pPr>
            <a:r>
              <a:rPr sz="2200" spc="-10" dirty="0">
                <a:solidFill>
                  <a:srgbClr val="244060"/>
                </a:solidFill>
                <a:latin typeface="Calibri"/>
                <a:cs typeface="Calibri"/>
              </a:rPr>
              <a:t>Operational</a:t>
            </a:r>
            <a:endParaRPr sz="2200">
              <a:latin typeface="Calibri"/>
              <a:cs typeface="Calibri"/>
            </a:endParaRPr>
          </a:p>
        </p:txBody>
      </p:sp>
      <p:grpSp>
        <p:nvGrpSpPr>
          <p:cNvPr id="66" name="object 66"/>
          <p:cNvGrpSpPr/>
          <p:nvPr/>
        </p:nvGrpSpPr>
        <p:grpSpPr>
          <a:xfrm>
            <a:off x="1027175" y="1246632"/>
            <a:ext cx="10392410" cy="2779395"/>
            <a:chOff x="1027175" y="1246632"/>
            <a:chExt cx="10392410" cy="2779395"/>
          </a:xfrm>
        </p:grpSpPr>
        <p:pic>
          <p:nvPicPr>
            <p:cNvPr id="67" name="object 67"/>
            <p:cNvPicPr/>
            <p:nvPr/>
          </p:nvPicPr>
          <p:blipFill>
            <a:blip r:embed="rId26" cstate="print"/>
            <a:stretch>
              <a:fillRect/>
            </a:stretch>
          </p:blipFill>
          <p:spPr>
            <a:xfrm>
              <a:off x="8209787" y="1246632"/>
              <a:ext cx="105155" cy="2618232"/>
            </a:xfrm>
            <a:prstGeom prst="rect">
              <a:avLst/>
            </a:prstGeom>
          </p:spPr>
        </p:pic>
        <p:sp>
          <p:nvSpPr>
            <p:cNvPr id="68" name="object 68"/>
            <p:cNvSpPr/>
            <p:nvPr/>
          </p:nvSpPr>
          <p:spPr>
            <a:xfrm>
              <a:off x="8251825" y="1292605"/>
              <a:ext cx="25400" cy="2514600"/>
            </a:xfrm>
            <a:custGeom>
              <a:avLst/>
              <a:gdLst/>
              <a:ahLst/>
              <a:cxnLst/>
              <a:rect l="l" t="t" r="r" b="b"/>
              <a:pathLst>
                <a:path w="25400" h="2514600">
                  <a:moveTo>
                    <a:pt x="8509" y="2438400"/>
                  </a:moveTo>
                  <a:lnTo>
                    <a:pt x="0" y="2438400"/>
                  </a:lnTo>
                  <a:lnTo>
                    <a:pt x="0" y="2514600"/>
                  </a:lnTo>
                  <a:lnTo>
                    <a:pt x="8509" y="2514600"/>
                  </a:lnTo>
                  <a:lnTo>
                    <a:pt x="8509" y="2438400"/>
                  </a:lnTo>
                  <a:close/>
                </a:path>
                <a:path w="25400" h="2514600">
                  <a:moveTo>
                    <a:pt x="8509" y="2336800"/>
                  </a:moveTo>
                  <a:lnTo>
                    <a:pt x="0" y="2336800"/>
                  </a:lnTo>
                  <a:lnTo>
                    <a:pt x="0" y="2413000"/>
                  </a:lnTo>
                  <a:lnTo>
                    <a:pt x="8509" y="2413000"/>
                  </a:lnTo>
                  <a:lnTo>
                    <a:pt x="8509" y="2336800"/>
                  </a:lnTo>
                  <a:close/>
                </a:path>
                <a:path w="25400" h="2514600">
                  <a:moveTo>
                    <a:pt x="8509" y="2235200"/>
                  </a:moveTo>
                  <a:lnTo>
                    <a:pt x="0" y="2235200"/>
                  </a:lnTo>
                  <a:lnTo>
                    <a:pt x="0" y="2311400"/>
                  </a:lnTo>
                  <a:lnTo>
                    <a:pt x="8509" y="2311400"/>
                  </a:lnTo>
                  <a:lnTo>
                    <a:pt x="8509" y="2235200"/>
                  </a:lnTo>
                  <a:close/>
                </a:path>
                <a:path w="25400" h="2514600">
                  <a:moveTo>
                    <a:pt x="8509" y="2133600"/>
                  </a:moveTo>
                  <a:lnTo>
                    <a:pt x="0" y="2133600"/>
                  </a:lnTo>
                  <a:lnTo>
                    <a:pt x="0" y="2209800"/>
                  </a:lnTo>
                  <a:lnTo>
                    <a:pt x="8509" y="2209800"/>
                  </a:lnTo>
                  <a:lnTo>
                    <a:pt x="8509" y="2133600"/>
                  </a:lnTo>
                  <a:close/>
                </a:path>
                <a:path w="25400" h="2514600">
                  <a:moveTo>
                    <a:pt x="8509" y="2032000"/>
                  </a:moveTo>
                  <a:lnTo>
                    <a:pt x="0" y="2032000"/>
                  </a:lnTo>
                  <a:lnTo>
                    <a:pt x="0" y="2108200"/>
                  </a:lnTo>
                  <a:lnTo>
                    <a:pt x="8509" y="2108200"/>
                  </a:lnTo>
                  <a:lnTo>
                    <a:pt x="8509" y="2032000"/>
                  </a:lnTo>
                  <a:close/>
                </a:path>
                <a:path w="25400" h="2514600">
                  <a:moveTo>
                    <a:pt x="8509" y="1930400"/>
                  </a:moveTo>
                  <a:lnTo>
                    <a:pt x="0" y="1930400"/>
                  </a:lnTo>
                  <a:lnTo>
                    <a:pt x="0" y="2006600"/>
                  </a:lnTo>
                  <a:lnTo>
                    <a:pt x="8509" y="2006600"/>
                  </a:lnTo>
                  <a:lnTo>
                    <a:pt x="8509" y="1930400"/>
                  </a:lnTo>
                  <a:close/>
                </a:path>
                <a:path w="25400" h="2514600">
                  <a:moveTo>
                    <a:pt x="8509" y="1828800"/>
                  </a:moveTo>
                  <a:lnTo>
                    <a:pt x="0" y="1828800"/>
                  </a:lnTo>
                  <a:lnTo>
                    <a:pt x="0" y="1905000"/>
                  </a:lnTo>
                  <a:lnTo>
                    <a:pt x="8509" y="1905000"/>
                  </a:lnTo>
                  <a:lnTo>
                    <a:pt x="8509" y="1828800"/>
                  </a:lnTo>
                  <a:close/>
                </a:path>
                <a:path w="25400" h="2514600">
                  <a:moveTo>
                    <a:pt x="8509" y="1727200"/>
                  </a:moveTo>
                  <a:lnTo>
                    <a:pt x="0" y="1727200"/>
                  </a:lnTo>
                  <a:lnTo>
                    <a:pt x="0" y="1803400"/>
                  </a:lnTo>
                  <a:lnTo>
                    <a:pt x="8509" y="1803400"/>
                  </a:lnTo>
                  <a:lnTo>
                    <a:pt x="8509" y="1727200"/>
                  </a:lnTo>
                  <a:close/>
                </a:path>
                <a:path w="25400" h="2514600">
                  <a:moveTo>
                    <a:pt x="8509" y="1625600"/>
                  </a:moveTo>
                  <a:lnTo>
                    <a:pt x="0" y="1625600"/>
                  </a:lnTo>
                  <a:lnTo>
                    <a:pt x="0" y="1701800"/>
                  </a:lnTo>
                  <a:lnTo>
                    <a:pt x="8509" y="1701800"/>
                  </a:lnTo>
                  <a:lnTo>
                    <a:pt x="8509" y="1625600"/>
                  </a:lnTo>
                  <a:close/>
                </a:path>
                <a:path w="25400" h="2514600">
                  <a:moveTo>
                    <a:pt x="8509" y="1524000"/>
                  </a:moveTo>
                  <a:lnTo>
                    <a:pt x="0" y="1524000"/>
                  </a:lnTo>
                  <a:lnTo>
                    <a:pt x="0" y="1600200"/>
                  </a:lnTo>
                  <a:lnTo>
                    <a:pt x="8509" y="1600200"/>
                  </a:lnTo>
                  <a:lnTo>
                    <a:pt x="8509" y="1524000"/>
                  </a:lnTo>
                  <a:close/>
                </a:path>
                <a:path w="25400" h="2514600">
                  <a:moveTo>
                    <a:pt x="8509" y="1422400"/>
                  </a:moveTo>
                  <a:lnTo>
                    <a:pt x="0" y="1422400"/>
                  </a:lnTo>
                  <a:lnTo>
                    <a:pt x="0" y="1498600"/>
                  </a:lnTo>
                  <a:lnTo>
                    <a:pt x="8509" y="1498600"/>
                  </a:lnTo>
                  <a:lnTo>
                    <a:pt x="8509" y="1422400"/>
                  </a:lnTo>
                  <a:close/>
                </a:path>
                <a:path w="25400" h="2514600">
                  <a:moveTo>
                    <a:pt x="8509" y="1320800"/>
                  </a:moveTo>
                  <a:lnTo>
                    <a:pt x="0" y="1320800"/>
                  </a:lnTo>
                  <a:lnTo>
                    <a:pt x="0" y="1397000"/>
                  </a:lnTo>
                  <a:lnTo>
                    <a:pt x="8509" y="1397000"/>
                  </a:lnTo>
                  <a:lnTo>
                    <a:pt x="8509" y="1320800"/>
                  </a:lnTo>
                  <a:close/>
                </a:path>
                <a:path w="25400" h="2514600">
                  <a:moveTo>
                    <a:pt x="8509" y="1219200"/>
                  </a:moveTo>
                  <a:lnTo>
                    <a:pt x="0" y="1219200"/>
                  </a:lnTo>
                  <a:lnTo>
                    <a:pt x="0" y="1295400"/>
                  </a:lnTo>
                  <a:lnTo>
                    <a:pt x="8509" y="1295400"/>
                  </a:lnTo>
                  <a:lnTo>
                    <a:pt x="8509" y="1219200"/>
                  </a:lnTo>
                  <a:close/>
                </a:path>
                <a:path w="25400" h="2514600">
                  <a:moveTo>
                    <a:pt x="8509" y="1117600"/>
                  </a:moveTo>
                  <a:lnTo>
                    <a:pt x="0" y="1117600"/>
                  </a:lnTo>
                  <a:lnTo>
                    <a:pt x="0" y="1193800"/>
                  </a:lnTo>
                  <a:lnTo>
                    <a:pt x="8509" y="1193800"/>
                  </a:lnTo>
                  <a:lnTo>
                    <a:pt x="8509" y="1117600"/>
                  </a:lnTo>
                  <a:close/>
                </a:path>
                <a:path w="25400" h="2514600">
                  <a:moveTo>
                    <a:pt x="8509" y="1016000"/>
                  </a:moveTo>
                  <a:lnTo>
                    <a:pt x="0" y="1016000"/>
                  </a:lnTo>
                  <a:lnTo>
                    <a:pt x="0" y="1092200"/>
                  </a:lnTo>
                  <a:lnTo>
                    <a:pt x="8509" y="1092200"/>
                  </a:lnTo>
                  <a:lnTo>
                    <a:pt x="8509" y="1016000"/>
                  </a:lnTo>
                  <a:close/>
                </a:path>
                <a:path w="25400" h="2514600">
                  <a:moveTo>
                    <a:pt x="8509" y="914400"/>
                  </a:moveTo>
                  <a:lnTo>
                    <a:pt x="0" y="914400"/>
                  </a:lnTo>
                  <a:lnTo>
                    <a:pt x="0" y="990600"/>
                  </a:lnTo>
                  <a:lnTo>
                    <a:pt x="8509" y="990600"/>
                  </a:lnTo>
                  <a:lnTo>
                    <a:pt x="8509" y="914400"/>
                  </a:lnTo>
                  <a:close/>
                </a:path>
                <a:path w="25400" h="2514600">
                  <a:moveTo>
                    <a:pt x="8509" y="812800"/>
                  </a:moveTo>
                  <a:lnTo>
                    <a:pt x="0" y="812800"/>
                  </a:lnTo>
                  <a:lnTo>
                    <a:pt x="0" y="889000"/>
                  </a:lnTo>
                  <a:lnTo>
                    <a:pt x="8509" y="889000"/>
                  </a:lnTo>
                  <a:lnTo>
                    <a:pt x="8509" y="812800"/>
                  </a:lnTo>
                  <a:close/>
                </a:path>
                <a:path w="25400" h="2514600">
                  <a:moveTo>
                    <a:pt x="8509" y="711200"/>
                  </a:moveTo>
                  <a:lnTo>
                    <a:pt x="0" y="711200"/>
                  </a:lnTo>
                  <a:lnTo>
                    <a:pt x="0" y="787400"/>
                  </a:lnTo>
                  <a:lnTo>
                    <a:pt x="8509" y="787400"/>
                  </a:lnTo>
                  <a:lnTo>
                    <a:pt x="8509" y="711200"/>
                  </a:lnTo>
                  <a:close/>
                </a:path>
                <a:path w="25400" h="2514600">
                  <a:moveTo>
                    <a:pt x="8509" y="609600"/>
                  </a:moveTo>
                  <a:lnTo>
                    <a:pt x="0" y="609600"/>
                  </a:lnTo>
                  <a:lnTo>
                    <a:pt x="0" y="685800"/>
                  </a:lnTo>
                  <a:lnTo>
                    <a:pt x="8509" y="685800"/>
                  </a:lnTo>
                  <a:lnTo>
                    <a:pt x="8509" y="609600"/>
                  </a:lnTo>
                  <a:close/>
                </a:path>
                <a:path w="25400" h="2514600">
                  <a:moveTo>
                    <a:pt x="8509" y="508000"/>
                  </a:moveTo>
                  <a:lnTo>
                    <a:pt x="0" y="508000"/>
                  </a:lnTo>
                  <a:lnTo>
                    <a:pt x="0" y="584200"/>
                  </a:lnTo>
                  <a:lnTo>
                    <a:pt x="8509" y="584200"/>
                  </a:lnTo>
                  <a:lnTo>
                    <a:pt x="8509" y="508000"/>
                  </a:lnTo>
                  <a:close/>
                </a:path>
                <a:path w="25400" h="2514600">
                  <a:moveTo>
                    <a:pt x="8509" y="406400"/>
                  </a:moveTo>
                  <a:lnTo>
                    <a:pt x="0" y="406400"/>
                  </a:lnTo>
                  <a:lnTo>
                    <a:pt x="0" y="482600"/>
                  </a:lnTo>
                  <a:lnTo>
                    <a:pt x="8509" y="482600"/>
                  </a:lnTo>
                  <a:lnTo>
                    <a:pt x="8509" y="406400"/>
                  </a:lnTo>
                  <a:close/>
                </a:path>
                <a:path w="25400" h="2514600">
                  <a:moveTo>
                    <a:pt x="8509" y="304800"/>
                  </a:moveTo>
                  <a:lnTo>
                    <a:pt x="0" y="304800"/>
                  </a:lnTo>
                  <a:lnTo>
                    <a:pt x="0" y="381000"/>
                  </a:lnTo>
                  <a:lnTo>
                    <a:pt x="8509" y="381000"/>
                  </a:lnTo>
                  <a:lnTo>
                    <a:pt x="8509" y="304800"/>
                  </a:lnTo>
                  <a:close/>
                </a:path>
                <a:path w="25400" h="2514600">
                  <a:moveTo>
                    <a:pt x="8509" y="203200"/>
                  </a:moveTo>
                  <a:lnTo>
                    <a:pt x="0" y="203200"/>
                  </a:lnTo>
                  <a:lnTo>
                    <a:pt x="0" y="279400"/>
                  </a:lnTo>
                  <a:lnTo>
                    <a:pt x="8509" y="279400"/>
                  </a:lnTo>
                  <a:lnTo>
                    <a:pt x="8509" y="203200"/>
                  </a:lnTo>
                  <a:close/>
                </a:path>
                <a:path w="25400" h="2514600">
                  <a:moveTo>
                    <a:pt x="8509" y="101600"/>
                  </a:moveTo>
                  <a:lnTo>
                    <a:pt x="0" y="101600"/>
                  </a:lnTo>
                  <a:lnTo>
                    <a:pt x="0" y="177800"/>
                  </a:lnTo>
                  <a:lnTo>
                    <a:pt x="8509" y="177800"/>
                  </a:lnTo>
                  <a:lnTo>
                    <a:pt x="8509" y="101600"/>
                  </a:lnTo>
                  <a:close/>
                </a:path>
                <a:path w="25400" h="2514600">
                  <a:moveTo>
                    <a:pt x="8509" y="0"/>
                  </a:moveTo>
                  <a:lnTo>
                    <a:pt x="0" y="0"/>
                  </a:lnTo>
                  <a:lnTo>
                    <a:pt x="0" y="76200"/>
                  </a:lnTo>
                  <a:lnTo>
                    <a:pt x="8509" y="76200"/>
                  </a:lnTo>
                  <a:lnTo>
                    <a:pt x="8509" y="0"/>
                  </a:lnTo>
                  <a:close/>
                </a:path>
                <a:path w="25400" h="2514600">
                  <a:moveTo>
                    <a:pt x="25400" y="2438400"/>
                  </a:moveTo>
                  <a:lnTo>
                    <a:pt x="17018" y="2438400"/>
                  </a:lnTo>
                  <a:lnTo>
                    <a:pt x="17018" y="2514600"/>
                  </a:lnTo>
                  <a:lnTo>
                    <a:pt x="25400" y="2514600"/>
                  </a:lnTo>
                  <a:lnTo>
                    <a:pt x="25400" y="2438400"/>
                  </a:lnTo>
                  <a:close/>
                </a:path>
                <a:path w="25400" h="2514600">
                  <a:moveTo>
                    <a:pt x="25400" y="2336800"/>
                  </a:moveTo>
                  <a:lnTo>
                    <a:pt x="17018" y="2336800"/>
                  </a:lnTo>
                  <a:lnTo>
                    <a:pt x="17018" y="2413000"/>
                  </a:lnTo>
                  <a:lnTo>
                    <a:pt x="25400" y="2413000"/>
                  </a:lnTo>
                  <a:lnTo>
                    <a:pt x="25400" y="2336800"/>
                  </a:lnTo>
                  <a:close/>
                </a:path>
                <a:path w="25400" h="2514600">
                  <a:moveTo>
                    <a:pt x="25400" y="2235200"/>
                  </a:moveTo>
                  <a:lnTo>
                    <a:pt x="17018" y="2235200"/>
                  </a:lnTo>
                  <a:lnTo>
                    <a:pt x="17018" y="2311400"/>
                  </a:lnTo>
                  <a:lnTo>
                    <a:pt x="25400" y="2311400"/>
                  </a:lnTo>
                  <a:lnTo>
                    <a:pt x="25400" y="2235200"/>
                  </a:lnTo>
                  <a:close/>
                </a:path>
                <a:path w="25400" h="2514600">
                  <a:moveTo>
                    <a:pt x="25400" y="2133600"/>
                  </a:moveTo>
                  <a:lnTo>
                    <a:pt x="17018" y="2133600"/>
                  </a:lnTo>
                  <a:lnTo>
                    <a:pt x="17018" y="2209800"/>
                  </a:lnTo>
                  <a:lnTo>
                    <a:pt x="25400" y="2209800"/>
                  </a:lnTo>
                  <a:lnTo>
                    <a:pt x="25400" y="2133600"/>
                  </a:lnTo>
                  <a:close/>
                </a:path>
                <a:path w="25400" h="2514600">
                  <a:moveTo>
                    <a:pt x="25400" y="2032000"/>
                  </a:moveTo>
                  <a:lnTo>
                    <a:pt x="17018" y="2032000"/>
                  </a:lnTo>
                  <a:lnTo>
                    <a:pt x="17018" y="2108200"/>
                  </a:lnTo>
                  <a:lnTo>
                    <a:pt x="25400" y="2108200"/>
                  </a:lnTo>
                  <a:lnTo>
                    <a:pt x="25400" y="2032000"/>
                  </a:lnTo>
                  <a:close/>
                </a:path>
                <a:path w="25400" h="2514600">
                  <a:moveTo>
                    <a:pt x="25400" y="1930400"/>
                  </a:moveTo>
                  <a:lnTo>
                    <a:pt x="17018" y="1930400"/>
                  </a:lnTo>
                  <a:lnTo>
                    <a:pt x="17018" y="2006600"/>
                  </a:lnTo>
                  <a:lnTo>
                    <a:pt x="25400" y="2006600"/>
                  </a:lnTo>
                  <a:lnTo>
                    <a:pt x="25400" y="1930400"/>
                  </a:lnTo>
                  <a:close/>
                </a:path>
                <a:path w="25400" h="2514600">
                  <a:moveTo>
                    <a:pt x="25400" y="1828800"/>
                  </a:moveTo>
                  <a:lnTo>
                    <a:pt x="17018" y="1828800"/>
                  </a:lnTo>
                  <a:lnTo>
                    <a:pt x="17018" y="1905000"/>
                  </a:lnTo>
                  <a:lnTo>
                    <a:pt x="25400" y="1905000"/>
                  </a:lnTo>
                  <a:lnTo>
                    <a:pt x="25400" y="1828800"/>
                  </a:lnTo>
                  <a:close/>
                </a:path>
                <a:path w="25400" h="2514600">
                  <a:moveTo>
                    <a:pt x="25400" y="1727200"/>
                  </a:moveTo>
                  <a:lnTo>
                    <a:pt x="17018" y="1727200"/>
                  </a:lnTo>
                  <a:lnTo>
                    <a:pt x="17018" y="1803400"/>
                  </a:lnTo>
                  <a:lnTo>
                    <a:pt x="25400" y="1803400"/>
                  </a:lnTo>
                  <a:lnTo>
                    <a:pt x="25400" y="1727200"/>
                  </a:lnTo>
                  <a:close/>
                </a:path>
                <a:path w="25400" h="2514600">
                  <a:moveTo>
                    <a:pt x="25400" y="1625600"/>
                  </a:moveTo>
                  <a:lnTo>
                    <a:pt x="17018" y="1625600"/>
                  </a:lnTo>
                  <a:lnTo>
                    <a:pt x="17018" y="1701800"/>
                  </a:lnTo>
                  <a:lnTo>
                    <a:pt x="25400" y="1701800"/>
                  </a:lnTo>
                  <a:lnTo>
                    <a:pt x="25400" y="1625600"/>
                  </a:lnTo>
                  <a:close/>
                </a:path>
                <a:path w="25400" h="2514600">
                  <a:moveTo>
                    <a:pt x="25400" y="1524000"/>
                  </a:moveTo>
                  <a:lnTo>
                    <a:pt x="17018" y="1524000"/>
                  </a:lnTo>
                  <a:lnTo>
                    <a:pt x="17018" y="1600200"/>
                  </a:lnTo>
                  <a:lnTo>
                    <a:pt x="25400" y="1600200"/>
                  </a:lnTo>
                  <a:lnTo>
                    <a:pt x="25400" y="1524000"/>
                  </a:lnTo>
                  <a:close/>
                </a:path>
                <a:path w="25400" h="2514600">
                  <a:moveTo>
                    <a:pt x="25400" y="1422400"/>
                  </a:moveTo>
                  <a:lnTo>
                    <a:pt x="17018" y="1422400"/>
                  </a:lnTo>
                  <a:lnTo>
                    <a:pt x="17018" y="1498600"/>
                  </a:lnTo>
                  <a:lnTo>
                    <a:pt x="25400" y="1498600"/>
                  </a:lnTo>
                  <a:lnTo>
                    <a:pt x="25400" y="1422400"/>
                  </a:lnTo>
                  <a:close/>
                </a:path>
                <a:path w="25400" h="2514600">
                  <a:moveTo>
                    <a:pt x="25400" y="1320800"/>
                  </a:moveTo>
                  <a:lnTo>
                    <a:pt x="17018" y="1320800"/>
                  </a:lnTo>
                  <a:lnTo>
                    <a:pt x="17018" y="1397000"/>
                  </a:lnTo>
                  <a:lnTo>
                    <a:pt x="25400" y="1397000"/>
                  </a:lnTo>
                  <a:lnTo>
                    <a:pt x="25400" y="1320800"/>
                  </a:lnTo>
                  <a:close/>
                </a:path>
                <a:path w="25400" h="2514600">
                  <a:moveTo>
                    <a:pt x="25400" y="1219200"/>
                  </a:moveTo>
                  <a:lnTo>
                    <a:pt x="17018" y="1219200"/>
                  </a:lnTo>
                  <a:lnTo>
                    <a:pt x="17018" y="1295400"/>
                  </a:lnTo>
                  <a:lnTo>
                    <a:pt x="25400" y="1295400"/>
                  </a:lnTo>
                  <a:lnTo>
                    <a:pt x="25400" y="1219200"/>
                  </a:lnTo>
                  <a:close/>
                </a:path>
                <a:path w="25400" h="2514600">
                  <a:moveTo>
                    <a:pt x="25400" y="1117600"/>
                  </a:moveTo>
                  <a:lnTo>
                    <a:pt x="17018" y="1117600"/>
                  </a:lnTo>
                  <a:lnTo>
                    <a:pt x="17018" y="1193800"/>
                  </a:lnTo>
                  <a:lnTo>
                    <a:pt x="25400" y="1193800"/>
                  </a:lnTo>
                  <a:lnTo>
                    <a:pt x="25400" y="1117600"/>
                  </a:lnTo>
                  <a:close/>
                </a:path>
                <a:path w="25400" h="2514600">
                  <a:moveTo>
                    <a:pt x="25400" y="1016000"/>
                  </a:moveTo>
                  <a:lnTo>
                    <a:pt x="17018" y="1016000"/>
                  </a:lnTo>
                  <a:lnTo>
                    <a:pt x="17018" y="1092200"/>
                  </a:lnTo>
                  <a:lnTo>
                    <a:pt x="25400" y="1092200"/>
                  </a:lnTo>
                  <a:lnTo>
                    <a:pt x="25400" y="1016000"/>
                  </a:lnTo>
                  <a:close/>
                </a:path>
                <a:path w="25400" h="2514600">
                  <a:moveTo>
                    <a:pt x="25400" y="914400"/>
                  </a:moveTo>
                  <a:lnTo>
                    <a:pt x="17018" y="914400"/>
                  </a:lnTo>
                  <a:lnTo>
                    <a:pt x="17018" y="990600"/>
                  </a:lnTo>
                  <a:lnTo>
                    <a:pt x="25400" y="990600"/>
                  </a:lnTo>
                  <a:lnTo>
                    <a:pt x="25400" y="914400"/>
                  </a:lnTo>
                  <a:close/>
                </a:path>
                <a:path w="25400" h="2514600">
                  <a:moveTo>
                    <a:pt x="25400" y="812800"/>
                  </a:moveTo>
                  <a:lnTo>
                    <a:pt x="17018" y="812800"/>
                  </a:lnTo>
                  <a:lnTo>
                    <a:pt x="17018" y="889000"/>
                  </a:lnTo>
                  <a:lnTo>
                    <a:pt x="25400" y="889000"/>
                  </a:lnTo>
                  <a:lnTo>
                    <a:pt x="25400" y="812800"/>
                  </a:lnTo>
                  <a:close/>
                </a:path>
                <a:path w="25400" h="2514600">
                  <a:moveTo>
                    <a:pt x="25400" y="711200"/>
                  </a:moveTo>
                  <a:lnTo>
                    <a:pt x="17018" y="711200"/>
                  </a:lnTo>
                  <a:lnTo>
                    <a:pt x="17018" y="787400"/>
                  </a:lnTo>
                  <a:lnTo>
                    <a:pt x="25400" y="787400"/>
                  </a:lnTo>
                  <a:lnTo>
                    <a:pt x="25400" y="711200"/>
                  </a:lnTo>
                  <a:close/>
                </a:path>
                <a:path w="25400" h="2514600">
                  <a:moveTo>
                    <a:pt x="25400" y="609600"/>
                  </a:moveTo>
                  <a:lnTo>
                    <a:pt x="17018" y="609600"/>
                  </a:lnTo>
                  <a:lnTo>
                    <a:pt x="17018" y="685800"/>
                  </a:lnTo>
                  <a:lnTo>
                    <a:pt x="25400" y="685800"/>
                  </a:lnTo>
                  <a:lnTo>
                    <a:pt x="25400" y="609600"/>
                  </a:lnTo>
                  <a:close/>
                </a:path>
                <a:path w="25400" h="2514600">
                  <a:moveTo>
                    <a:pt x="25400" y="508000"/>
                  </a:moveTo>
                  <a:lnTo>
                    <a:pt x="17018" y="508000"/>
                  </a:lnTo>
                  <a:lnTo>
                    <a:pt x="17018" y="584200"/>
                  </a:lnTo>
                  <a:lnTo>
                    <a:pt x="25400" y="584200"/>
                  </a:lnTo>
                  <a:lnTo>
                    <a:pt x="25400" y="508000"/>
                  </a:lnTo>
                  <a:close/>
                </a:path>
                <a:path w="25400" h="2514600">
                  <a:moveTo>
                    <a:pt x="25400" y="406400"/>
                  </a:moveTo>
                  <a:lnTo>
                    <a:pt x="17018" y="406400"/>
                  </a:lnTo>
                  <a:lnTo>
                    <a:pt x="17018" y="482600"/>
                  </a:lnTo>
                  <a:lnTo>
                    <a:pt x="25400" y="482600"/>
                  </a:lnTo>
                  <a:lnTo>
                    <a:pt x="25400" y="406400"/>
                  </a:lnTo>
                  <a:close/>
                </a:path>
                <a:path w="25400" h="2514600">
                  <a:moveTo>
                    <a:pt x="25400" y="304800"/>
                  </a:moveTo>
                  <a:lnTo>
                    <a:pt x="17018" y="304800"/>
                  </a:lnTo>
                  <a:lnTo>
                    <a:pt x="17018" y="381000"/>
                  </a:lnTo>
                  <a:lnTo>
                    <a:pt x="25400" y="381000"/>
                  </a:lnTo>
                  <a:lnTo>
                    <a:pt x="25400" y="304800"/>
                  </a:lnTo>
                  <a:close/>
                </a:path>
                <a:path w="25400" h="2514600">
                  <a:moveTo>
                    <a:pt x="25400" y="203200"/>
                  </a:moveTo>
                  <a:lnTo>
                    <a:pt x="17018" y="203200"/>
                  </a:lnTo>
                  <a:lnTo>
                    <a:pt x="17018" y="279400"/>
                  </a:lnTo>
                  <a:lnTo>
                    <a:pt x="25400" y="279400"/>
                  </a:lnTo>
                  <a:lnTo>
                    <a:pt x="25400" y="203200"/>
                  </a:lnTo>
                  <a:close/>
                </a:path>
                <a:path w="25400" h="2514600">
                  <a:moveTo>
                    <a:pt x="25400" y="101600"/>
                  </a:moveTo>
                  <a:lnTo>
                    <a:pt x="17018" y="101600"/>
                  </a:lnTo>
                  <a:lnTo>
                    <a:pt x="17018" y="177800"/>
                  </a:lnTo>
                  <a:lnTo>
                    <a:pt x="25400" y="177800"/>
                  </a:lnTo>
                  <a:lnTo>
                    <a:pt x="25400" y="101600"/>
                  </a:lnTo>
                  <a:close/>
                </a:path>
                <a:path w="25400" h="2514600">
                  <a:moveTo>
                    <a:pt x="25400" y="0"/>
                  </a:moveTo>
                  <a:lnTo>
                    <a:pt x="17018" y="0"/>
                  </a:lnTo>
                  <a:lnTo>
                    <a:pt x="17018" y="76200"/>
                  </a:lnTo>
                  <a:lnTo>
                    <a:pt x="25400" y="76200"/>
                  </a:lnTo>
                  <a:lnTo>
                    <a:pt x="25400" y="0"/>
                  </a:lnTo>
                  <a:close/>
                </a:path>
              </a:pathLst>
            </a:custGeom>
            <a:solidFill>
              <a:srgbClr val="C0504D"/>
            </a:solidFill>
          </p:spPr>
          <p:txBody>
            <a:bodyPr wrap="square" lIns="0" tIns="0" rIns="0" bIns="0" rtlCol="0"/>
            <a:lstStyle/>
            <a:p>
              <a:endParaRPr/>
            </a:p>
          </p:txBody>
        </p:sp>
        <p:pic>
          <p:nvPicPr>
            <p:cNvPr id="69" name="object 69"/>
            <p:cNvPicPr/>
            <p:nvPr/>
          </p:nvPicPr>
          <p:blipFill>
            <a:blip r:embed="rId27" cstate="print"/>
            <a:stretch>
              <a:fillRect/>
            </a:stretch>
          </p:blipFill>
          <p:spPr>
            <a:xfrm>
              <a:off x="1088135" y="3767327"/>
              <a:ext cx="7226808" cy="114300"/>
            </a:xfrm>
            <a:prstGeom prst="rect">
              <a:avLst/>
            </a:prstGeom>
          </p:spPr>
        </p:pic>
        <p:sp>
          <p:nvSpPr>
            <p:cNvPr id="70" name="object 70"/>
            <p:cNvSpPr/>
            <p:nvPr/>
          </p:nvSpPr>
          <p:spPr>
            <a:xfrm>
              <a:off x="1130300" y="3790568"/>
              <a:ext cx="7134859" cy="33655"/>
            </a:xfrm>
            <a:custGeom>
              <a:avLst/>
              <a:gdLst/>
              <a:ahLst/>
              <a:cxnLst/>
              <a:rect l="l" t="t" r="r" b="b"/>
              <a:pathLst>
                <a:path w="7134859" h="33654">
                  <a:moveTo>
                    <a:pt x="7134225" y="24892"/>
                  </a:moveTo>
                  <a:lnTo>
                    <a:pt x="12" y="16891"/>
                  </a:lnTo>
                  <a:lnTo>
                    <a:pt x="0" y="25400"/>
                  </a:lnTo>
                  <a:lnTo>
                    <a:pt x="7134225" y="33401"/>
                  </a:lnTo>
                  <a:lnTo>
                    <a:pt x="7134225" y="24892"/>
                  </a:lnTo>
                  <a:close/>
                </a:path>
                <a:path w="7134859" h="33654">
                  <a:moveTo>
                    <a:pt x="7134352" y="8001"/>
                  </a:moveTo>
                  <a:lnTo>
                    <a:pt x="25" y="0"/>
                  </a:lnTo>
                  <a:lnTo>
                    <a:pt x="0" y="8382"/>
                  </a:lnTo>
                  <a:lnTo>
                    <a:pt x="7134225" y="16510"/>
                  </a:lnTo>
                  <a:lnTo>
                    <a:pt x="7134352" y="8001"/>
                  </a:lnTo>
                  <a:close/>
                </a:path>
              </a:pathLst>
            </a:custGeom>
            <a:solidFill>
              <a:srgbClr val="E36C09"/>
            </a:solidFill>
          </p:spPr>
          <p:txBody>
            <a:bodyPr wrap="square" lIns="0" tIns="0" rIns="0" bIns="0" rtlCol="0"/>
            <a:lstStyle/>
            <a:p>
              <a:endParaRPr/>
            </a:p>
          </p:txBody>
        </p:sp>
        <p:pic>
          <p:nvPicPr>
            <p:cNvPr id="71" name="object 71"/>
            <p:cNvPicPr/>
            <p:nvPr/>
          </p:nvPicPr>
          <p:blipFill>
            <a:blip r:embed="rId28" cstate="print"/>
            <a:stretch>
              <a:fillRect/>
            </a:stretch>
          </p:blipFill>
          <p:spPr>
            <a:xfrm>
              <a:off x="6144767" y="3712464"/>
              <a:ext cx="5274564" cy="233172"/>
            </a:xfrm>
            <a:prstGeom prst="rect">
              <a:avLst/>
            </a:prstGeom>
          </p:spPr>
        </p:pic>
        <p:sp>
          <p:nvSpPr>
            <p:cNvPr id="72" name="object 72"/>
            <p:cNvSpPr/>
            <p:nvPr/>
          </p:nvSpPr>
          <p:spPr>
            <a:xfrm>
              <a:off x="6186931" y="3773170"/>
              <a:ext cx="5117465" cy="76200"/>
            </a:xfrm>
            <a:custGeom>
              <a:avLst/>
              <a:gdLst/>
              <a:ahLst/>
              <a:cxnLst/>
              <a:rect l="l" t="t" r="r" b="b"/>
              <a:pathLst>
                <a:path w="5117465" h="76200">
                  <a:moveTo>
                    <a:pt x="76200" y="25399"/>
                  </a:moveTo>
                  <a:lnTo>
                    <a:pt x="0" y="25399"/>
                  </a:lnTo>
                  <a:lnTo>
                    <a:pt x="0" y="33908"/>
                  </a:lnTo>
                  <a:lnTo>
                    <a:pt x="76200" y="33908"/>
                  </a:lnTo>
                  <a:lnTo>
                    <a:pt x="76200" y="25399"/>
                  </a:lnTo>
                  <a:close/>
                </a:path>
                <a:path w="5117465" h="76200">
                  <a:moveTo>
                    <a:pt x="76200" y="42290"/>
                  </a:moveTo>
                  <a:lnTo>
                    <a:pt x="0" y="42290"/>
                  </a:lnTo>
                  <a:lnTo>
                    <a:pt x="0" y="50799"/>
                  </a:lnTo>
                  <a:lnTo>
                    <a:pt x="76200" y="50799"/>
                  </a:lnTo>
                  <a:lnTo>
                    <a:pt x="76200" y="42290"/>
                  </a:lnTo>
                  <a:close/>
                </a:path>
                <a:path w="5117465" h="76200">
                  <a:moveTo>
                    <a:pt x="177800" y="25399"/>
                  </a:moveTo>
                  <a:lnTo>
                    <a:pt x="101600" y="25399"/>
                  </a:lnTo>
                  <a:lnTo>
                    <a:pt x="101600" y="33908"/>
                  </a:lnTo>
                  <a:lnTo>
                    <a:pt x="177800" y="33908"/>
                  </a:lnTo>
                  <a:lnTo>
                    <a:pt x="177800" y="25399"/>
                  </a:lnTo>
                  <a:close/>
                </a:path>
                <a:path w="5117465" h="76200">
                  <a:moveTo>
                    <a:pt x="177800" y="42290"/>
                  </a:moveTo>
                  <a:lnTo>
                    <a:pt x="101600" y="42290"/>
                  </a:lnTo>
                  <a:lnTo>
                    <a:pt x="101600" y="50799"/>
                  </a:lnTo>
                  <a:lnTo>
                    <a:pt x="177800" y="50799"/>
                  </a:lnTo>
                  <a:lnTo>
                    <a:pt x="177800" y="42290"/>
                  </a:lnTo>
                  <a:close/>
                </a:path>
                <a:path w="5117465" h="76200">
                  <a:moveTo>
                    <a:pt x="279400" y="25399"/>
                  </a:moveTo>
                  <a:lnTo>
                    <a:pt x="203200" y="25399"/>
                  </a:lnTo>
                  <a:lnTo>
                    <a:pt x="203200" y="33908"/>
                  </a:lnTo>
                  <a:lnTo>
                    <a:pt x="279400" y="33908"/>
                  </a:lnTo>
                  <a:lnTo>
                    <a:pt x="279400" y="25399"/>
                  </a:lnTo>
                  <a:close/>
                </a:path>
                <a:path w="5117465" h="76200">
                  <a:moveTo>
                    <a:pt x="279400" y="42290"/>
                  </a:moveTo>
                  <a:lnTo>
                    <a:pt x="203200" y="42290"/>
                  </a:lnTo>
                  <a:lnTo>
                    <a:pt x="203200" y="50799"/>
                  </a:lnTo>
                  <a:lnTo>
                    <a:pt x="279400" y="50799"/>
                  </a:lnTo>
                  <a:lnTo>
                    <a:pt x="279400" y="42290"/>
                  </a:lnTo>
                  <a:close/>
                </a:path>
                <a:path w="5117465" h="76200">
                  <a:moveTo>
                    <a:pt x="380999" y="25399"/>
                  </a:moveTo>
                  <a:lnTo>
                    <a:pt x="304800" y="25399"/>
                  </a:lnTo>
                  <a:lnTo>
                    <a:pt x="304800" y="33908"/>
                  </a:lnTo>
                  <a:lnTo>
                    <a:pt x="380999" y="33908"/>
                  </a:lnTo>
                  <a:lnTo>
                    <a:pt x="380999" y="25399"/>
                  </a:lnTo>
                  <a:close/>
                </a:path>
                <a:path w="5117465" h="76200">
                  <a:moveTo>
                    <a:pt x="380999" y="42290"/>
                  </a:moveTo>
                  <a:lnTo>
                    <a:pt x="304800" y="42290"/>
                  </a:lnTo>
                  <a:lnTo>
                    <a:pt x="304800" y="50799"/>
                  </a:lnTo>
                  <a:lnTo>
                    <a:pt x="380999" y="50799"/>
                  </a:lnTo>
                  <a:lnTo>
                    <a:pt x="380999" y="42290"/>
                  </a:lnTo>
                  <a:close/>
                </a:path>
                <a:path w="5117465" h="76200">
                  <a:moveTo>
                    <a:pt x="482599" y="25399"/>
                  </a:moveTo>
                  <a:lnTo>
                    <a:pt x="406399" y="25399"/>
                  </a:lnTo>
                  <a:lnTo>
                    <a:pt x="406399" y="33908"/>
                  </a:lnTo>
                  <a:lnTo>
                    <a:pt x="482599" y="33908"/>
                  </a:lnTo>
                  <a:lnTo>
                    <a:pt x="482599" y="25399"/>
                  </a:lnTo>
                  <a:close/>
                </a:path>
                <a:path w="5117465" h="76200">
                  <a:moveTo>
                    <a:pt x="482599" y="42290"/>
                  </a:moveTo>
                  <a:lnTo>
                    <a:pt x="406399" y="42290"/>
                  </a:lnTo>
                  <a:lnTo>
                    <a:pt x="406399" y="50799"/>
                  </a:lnTo>
                  <a:lnTo>
                    <a:pt x="482599" y="50799"/>
                  </a:lnTo>
                  <a:lnTo>
                    <a:pt x="482599" y="42290"/>
                  </a:lnTo>
                  <a:close/>
                </a:path>
                <a:path w="5117465" h="76200">
                  <a:moveTo>
                    <a:pt x="584199" y="25399"/>
                  </a:moveTo>
                  <a:lnTo>
                    <a:pt x="507999" y="25399"/>
                  </a:lnTo>
                  <a:lnTo>
                    <a:pt x="507999" y="33908"/>
                  </a:lnTo>
                  <a:lnTo>
                    <a:pt x="584199" y="33908"/>
                  </a:lnTo>
                  <a:lnTo>
                    <a:pt x="584199" y="25399"/>
                  </a:lnTo>
                  <a:close/>
                </a:path>
                <a:path w="5117465" h="76200">
                  <a:moveTo>
                    <a:pt x="584199" y="42290"/>
                  </a:moveTo>
                  <a:lnTo>
                    <a:pt x="507999" y="42290"/>
                  </a:lnTo>
                  <a:lnTo>
                    <a:pt x="507999" y="50799"/>
                  </a:lnTo>
                  <a:lnTo>
                    <a:pt x="584199" y="50799"/>
                  </a:lnTo>
                  <a:lnTo>
                    <a:pt x="584199" y="42290"/>
                  </a:lnTo>
                  <a:close/>
                </a:path>
                <a:path w="5117465" h="76200">
                  <a:moveTo>
                    <a:pt x="685799" y="25399"/>
                  </a:moveTo>
                  <a:lnTo>
                    <a:pt x="609599" y="25399"/>
                  </a:lnTo>
                  <a:lnTo>
                    <a:pt x="609599" y="33908"/>
                  </a:lnTo>
                  <a:lnTo>
                    <a:pt x="685799" y="33908"/>
                  </a:lnTo>
                  <a:lnTo>
                    <a:pt x="685799" y="25399"/>
                  </a:lnTo>
                  <a:close/>
                </a:path>
                <a:path w="5117465" h="76200">
                  <a:moveTo>
                    <a:pt x="685799" y="42290"/>
                  </a:moveTo>
                  <a:lnTo>
                    <a:pt x="609599" y="42290"/>
                  </a:lnTo>
                  <a:lnTo>
                    <a:pt x="609599" y="50799"/>
                  </a:lnTo>
                  <a:lnTo>
                    <a:pt x="685799" y="50799"/>
                  </a:lnTo>
                  <a:lnTo>
                    <a:pt x="685799" y="42290"/>
                  </a:lnTo>
                  <a:close/>
                </a:path>
                <a:path w="5117465" h="76200">
                  <a:moveTo>
                    <a:pt x="787399" y="25399"/>
                  </a:moveTo>
                  <a:lnTo>
                    <a:pt x="711199" y="25399"/>
                  </a:lnTo>
                  <a:lnTo>
                    <a:pt x="711199" y="33908"/>
                  </a:lnTo>
                  <a:lnTo>
                    <a:pt x="787399" y="33908"/>
                  </a:lnTo>
                  <a:lnTo>
                    <a:pt x="787399" y="25399"/>
                  </a:lnTo>
                  <a:close/>
                </a:path>
                <a:path w="5117465" h="76200">
                  <a:moveTo>
                    <a:pt x="787399" y="42290"/>
                  </a:moveTo>
                  <a:lnTo>
                    <a:pt x="711199" y="42290"/>
                  </a:lnTo>
                  <a:lnTo>
                    <a:pt x="711199" y="50799"/>
                  </a:lnTo>
                  <a:lnTo>
                    <a:pt x="787399" y="50799"/>
                  </a:lnTo>
                  <a:lnTo>
                    <a:pt x="787399" y="42290"/>
                  </a:lnTo>
                  <a:close/>
                </a:path>
                <a:path w="5117465" h="76200">
                  <a:moveTo>
                    <a:pt x="888999" y="25399"/>
                  </a:moveTo>
                  <a:lnTo>
                    <a:pt x="812799" y="25399"/>
                  </a:lnTo>
                  <a:lnTo>
                    <a:pt x="812799" y="33908"/>
                  </a:lnTo>
                  <a:lnTo>
                    <a:pt x="888999" y="33908"/>
                  </a:lnTo>
                  <a:lnTo>
                    <a:pt x="888999" y="25399"/>
                  </a:lnTo>
                  <a:close/>
                </a:path>
                <a:path w="5117465" h="76200">
                  <a:moveTo>
                    <a:pt x="888999" y="42290"/>
                  </a:moveTo>
                  <a:lnTo>
                    <a:pt x="812799" y="42290"/>
                  </a:lnTo>
                  <a:lnTo>
                    <a:pt x="812799" y="50799"/>
                  </a:lnTo>
                  <a:lnTo>
                    <a:pt x="888999" y="50799"/>
                  </a:lnTo>
                  <a:lnTo>
                    <a:pt x="888999" y="42290"/>
                  </a:lnTo>
                  <a:close/>
                </a:path>
                <a:path w="5117465" h="76200">
                  <a:moveTo>
                    <a:pt x="990599" y="25399"/>
                  </a:moveTo>
                  <a:lnTo>
                    <a:pt x="914399" y="25399"/>
                  </a:lnTo>
                  <a:lnTo>
                    <a:pt x="914399" y="33908"/>
                  </a:lnTo>
                  <a:lnTo>
                    <a:pt x="990599" y="33908"/>
                  </a:lnTo>
                  <a:lnTo>
                    <a:pt x="990599" y="25399"/>
                  </a:lnTo>
                  <a:close/>
                </a:path>
                <a:path w="5117465" h="76200">
                  <a:moveTo>
                    <a:pt x="990599" y="42290"/>
                  </a:moveTo>
                  <a:lnTo>
                    <a:pt x="914399" y="42290"/>
                  </a:lnTo>
                  <a:lnTo>
                    <a:pt x="914399" y="50799"/>
                  </a:lnTo>
                  <a:lnTo>
                    <a:pt x="990599" y="50799"/>
                  </a:lnTo>
                  <a:lnTo>
                    <a:pt x="990599" y="42290"/>
                  </a:lnTo>
                  <a:close/>
                </a:path>
                <a:path w="5117465" h="76200">
                  <a:moveTo>
                    <a:pt x="1092199" y="25399"/>
                  </a:moveTo>
                  <a:lnTo>
                    <a:pt x="1015999" y="25399"/>
                  </a:lnTo>
                  <a:lnTo>
                    <a:pt x="1015999" y="33908"/>
                  </a:lnTo>
                  <a:lnTo>
                    <a:pt x="1092199" y="33908"/>
                  </a:lnTo>
                  <a:lnTo>
                    <a:pt x="1092199" y="25399"/>
                  </a:lnTo>
                  <a:close/>
                </a:path>
                <a:path w="5117465" h="76200">
                  <a:moveTo>
                    <a:pt x="1092199" y="42290"/>
                  </a:moveTo>
                  <a:lnTo>
                    <a:pt x="1015999" y="42290"/>
                  </a:lnTo>
                  <a:lnTo>
                    <a:pt x="1015999" y="50799"/>
                  </a:lnTo>
                  <a:lnTo>
                    <a:pt x="1092199" y="50799"/>
                  </a:lnTo>
                  <a:lnTo>
                    <a:pt x="1092199" y="42290"/>
                  </a:lnTo>
                  <a:close/>
                </a:path>
                <a:path w="5117465" h="76200">
                  <a:moveTo>
                    <a:pt x="1193799" y="25399"/>
                  </a:moveTo>
                  <a:lnTo>
                    <a:pt x="1117599" y="25399"/>
                  </a:lnTo>
                  <a:lnTo>
                    <a:pt x="1117599" y="33908"/>
                  </a:lnTo>
                  <a:lnTo>
                    <a:pt x="1193799" y="33908"/>
                  </a:lnTo>
                  <a:lnTo>
                    <a:pt x="1193799" y="25399"/>
                  </a:lnTo>
                  <a:close/>
                </a:path>
                <a:path w="5117465" h="76200">
                  <a:moveTo>
                    <a:pt x="1193799" y="42290"/>
                  </a:moveTo>
                  <a:lnTo>
                    <a:pt x="1117599" y="42290"/>
                  </a:lnTo>
                  <a:lnTo>
                    <a:pt x="1117599" y="50799"/>
                  </a:lnTo>
                  <a:lnTo>
                    <a:pt x="1193799" y="50799"/>
                  </a:lnTo>
                  <a:lnTo>
                    <a:pt x="1193799" y="42290"/>
                  </a:lnTo>
                  <a:close/>
                </a:path>
                <a:path w="5117465" h="76200">
                  <a:moveTo>
                    <a:pt x="1295399" y="25399"/>
                  </a:moveTo>
                  <a:lnTo>
                    <a:pt x="1219199" y="25399"/>
                  </a:lnTo>
                  <a:lnTo>
                    <a:pt x="1219199" y="33908"/>
                  </a:lnTo>
                  <a:lnTo>
                    <a:pt x="1295399" y="33908"/>
                  </a:lnTo>
                  <a:lnTo>
                    <a:pt x="1295399" y="25399"/>
                  </a:lnTo>
                  <a:close/>
                </a:path>
                <a:path w="5117465" h="76200">
                  <a:moveTo>
                    <a:pt x="1295399" y="42290"/>
                  </a:moveTo>
                  <a:lnTo>
                    <a:pt x="1219199" y="42290"/>
                  </a:lnTo>
                  <a:lnTo>
                    <a:pt x="1219199" y="50799"/>
                  </a:lnTo>
                  <a:lnTo>
                    <a:pt x="1295399" y="50799"/>
                  </a:lnTo>
                  <a:lnTo>
                    <a:pt x="1295399" y="42290"/>
                  </a:lnTo>
                  <a:close/>
                </a:path>
                <a:path w="5117465" h="76200">
                  <a:moveTo>
                    <a:pt x="1396999" y="25399"/>
                  </a:moveTo>
                  <a:lnTo>
                    <a:pt x="1320799" y="25399"/>
                  </a:lnTo>
                  <a:lnTo>
                    <a:pt x="1320799" y="33908"/>
                  </a:lnTo>
                  <a:lnTo>
                    <a:pt x="1396999" y="33908"/>
                  </a:lnTo>
                  <a:lnTo>
                    <a:pt x="1396999" y="25399"/>
                  </a:lnTo>
                  <a:close/>
                </a:path>
                <a:path w="5117465" h="76200">
                  <a:moveTo>
                    <a:pt x="1396999" y="42290"/>
                  </a:moveTo>
                  <a:lnTo>
                    <a:pt x="1320799" y="42290"/>
                  </a:lnTo>
                  <a:lnTo>
                    <a:pt x="1320799" y="50799"/>
                  </a:lnTo>
                  <a:lnTo>
                    <a:pt x="1396999" y="50799"/>
                  </a:lnTo>
                  <a:lnTo>
                    <a:pt x="1396999" y="42290"/>
                  </a:lnTo>
                  <a:close/>
                </a:path>
                <a:path w="5117465" h="76200">
                  <a:moveTo>
                    <a:pt x="1498599" y="25399"/>
                  </a:moveTo>
                  <a:lnTo>
                    <a:pt x="1422399" y="25399"/>
                  </a:lnTo>
                  <a:lnTo>
                    <a:pt x="1422399" y="33908"/>
                  </a:lnTo>
                  <a:lnTo>
                    <a:pt x="1498599" y="33908"/>
                  </a:lnTo>
                  <a:lnTo>
                    <a:pt x="1498599" y="25399"/>
                  </a:lnTo>
                  <a:close/>
                </a:path>
                <a:path w="5117465" h="76200">
                  <a:moveTo>
                    <a:pt x="1498599" y="42290"/>
                  </a:moveTo>
                  <a:lnTo>
                    <a:pt x="1422399" y="42290"/>
                  </a:lnTo>
                  <a:lnTo>
                    <a:pt x="1422399" y="50799"/>
                  </a:lnTo>
                  <a:lnTo>
                    <a:pt x="1498599" y="50799"/>
                  </a:lnTo>
                  <a:lnTo>
                    <a:pt x="1498599" y="42290"/>
                  </a:lnTo>
                  <a:close/>
                </a:path>
                <a:path w="5117465" h="76200">
                  <a:moveTo>
                    <a:pt x="1600199" y="25399"/>
                  </a:moveTo>
                  <a:lnTo>
                    <a:pt x="1523999" y="25399"/>
                  </a:lnTo>
                  <a:lnTo>
                    <a:pt x="1523999" y="33908"/>
                  </a:lnTo>
                  <a:lnTo>
                    <a:pt x="1600199" y="33908"/>
                  </a:lnTo>
                  <a:lnTo>
                    <a:pt x="1600199" y="25399"/>
                  </a:lnTo>
                  <a:close/>
                </a:path>
                <a:path w="5117465" h="76200">
                  <a:moveTo>
                    <a:pt x="1600199" y="42290"/>
                  </a:moveTo>
                  <a:lnTo>
                    <a:pt x="1523999" y="42290"/>
                  </a:lnTo>
                  <a:lnTo>
                    <a:pt x="1523999" y="50799"/>
                  </a:lnTo>
                  <a:lnTo>
                    <a:pt x="1600199" y="50799"/>
                  </a:lnTo>
                  <a:lnTo>
                    <a:pt x="1600199" y="42290"/>
                  </a:lnTo>
                  <a:close/>
                </a:path>
                <a:path w="5117465" h="76200">
                  <a:moveTo>
                    <a:pt x="1701799" y="25399"/>
                  </a:moveTo>
                  <a:lnTo>
                    <a:pt x="1625599" y="25399"/>
                  </a:lnTo>
                  <a:lnTo>
                    <a:pt x="1625599" y="33908"/>
                  </a:lnTo>
                  <a:lnTo>
                    <a:pt x="1701799" y="33908"/>
                  </a:lnTo>
                  <a:lnTo>
                    <a:pt x="1701799" y="25399"/>
                  </a:lnTo>
                  <a:close/>
                </a:path>
                <a:path w="5117465" h="76200">
                  <a:moveTo>
                    <a:pt x="1701799" y="42290"/>
                  </a:moveTo>
                  <a:lnTo>
                    <a:pt x="1625599" y="42290"/>
                  </a:lnTo>
                  <a:lnTo>
                    <a:pt x="1625599" y="50799"/>
                  </a:lnTo>
                  <a:lnTo>
                    <a:pt x="1701799" y="50799"/>
                  </a:lnTo>
                  <a:lnTo>
                    <a:pt x="1701799" y="42290"/>
                  </a:lnTo>
                  <a:close/>
                </a:path>
                <a:path w="5117465" h="76200">
                  <a:moveTo>
                    <a:pt x="1803399" y="25399"/>
                  </a:moveTo>
                  <a:lnTo>
                    <a:pt x="1727199" y="25399"/>
                  </a:lnTo>
                  <a:lnTo>
                    <a:pt x="1727199" y="33908"/>
                  </a:lnTo>
                  <a:lnTo>
                    <a:pt x="1803399" y="33908"/>
                  </a:lnTo>
                  <a:lnTo>
                    <a:pt x="1803399" y="25399"/>
                  </a:lnTo>
                  <a:close/>
                </a:path>
                <a:path w="5117465" h="76200">
                  <a:moveTo>
                    <a:pt x="1803399" y="42290"/>
                  </a:moveTo>
                  <a:lnTo>
                    <a:pt x="1727199" y="42290"/>
                  </a:lnTo>
                  <a:lnTo>
                    <a:pt x="1727199" y="50799"/>
                  </a:lnTo>
                  <a:lnTo>
                    <a:pt x="1803399" y="50799"/>
                  </a:lnTo>
                  <a:lnTo>
                    <a:pt x="1803399" y="42290"/>
                  </a:lnTo>
                  <a:close/>
                </a:path>
                <a:path w="5117465" h="76200">
                  <a:moveTo>
                    <a:pt x="1904999" y="25399"/>
                  </a:moveTo>
                  <a:lnTo>
                    <a:pt x="1828799" y="25399"/>
                  </a:lnTo>
                  <a:lnTo>
                    <a:pt x="1828799" y="33908"/>
                  </a:lnTo>
                  <a:lnTo>
                    <a:pt x="1904999" y="33908"/>
                  </a:lnTo>
                  <a:lnTo>
                    <a:pt x="1904999" y="25399"/>
                  </a:lnTo>
                  <a:close/>
                </a:path>
                <a:path w="5117465" h="76200">
                  <a:moveTo>
                    <a:pt x="1904999" y="42290"/>
                  </a:moveTo>
                  <a:lnTo>
                    <a:pt x="1828799" y="42290"/>
                  </a:lnTo>
                  <a:lnTo>
                    <a:pt x="1828799" y="50799"/>
                  </a:lnTo>
                  <a:lnTo>
                    <a:pt x="1904999" y="50799"/>
                  </a:lnTo>
                  <a:lnTo>
                    <a:pt x="1904999" y="42290"/>
                  </a:lnTo>
                  <a:close/>
                </a:path>
                <a:path w="5117465" h="76200">
                  <a:moveTo>
                    <a:pt x="2006599" y="25399"/>
                  </a:moveTo>
                  <a:lnTo>
                    <a:pt x="1930399" y="25399"/>
                  </a:lnTo>
                  <a:lnTo>
                    <a:pt x="1930399" y="33908"/>
                  </a:lnTo>
                  <a:lnTo>
                    <a:pt x="2006599" y="33908"/>
                  </a:lnTo>
                  <a:lnTo>
                    <a:pt x="2006599" y="25399"/>
                  </a:lnTo>
                  <a:close/>
                </a:path>
                <a:path w="5117465" h="76200">
                  <a:moveTo>
                    <a:pt x="2006599" y="42290"/>
                  </a:moveTo>
                  <a:lnTo>
                    <a:pt x="1930399" y="42290"/>
                  </a:lnTo>
                  <a:lnTo>
                    <a:pt x="1930399" y="50799"/>
                  </a:lnTo>
                  <a:lnTo>
                    <a:pt x="2006599" y="50799"/>
                  </a:lnTo>
                  <a:lnTo>
                    <a:pt x="2006599" y="42290"/>
                  </a:lnTo>
                  <a:close/>
                </a:path>
                <a:path w="5117465" h="76200">
                  <a:moveTo>
                    <a:pt x="2108199" y="25399"/>
                  </a:moveTo>
                  <a:lnTo>
                    <a:pt x="2031999" y="25399"/>
                  </a:lnTo>
                  <a:lnTo>
                    <a:pt x="2031999" y="33908"/>
                  </a:lnTo>
                  <a:lnTo>
                    <a:pt x="2108199" y="33908"/>
                  </a:lnTo>
                  <a:lnTo>
                    <a:pt x="2108199" y="25399"/>
                  </a:lnTo>
                  <a:close/>
                </a:path>
                <a:path w="5117465" h="76200">
                  <a:moveTo>
                    <a:pt x="2108199" y="42290"/>
                  </a:moveTo>
                  <a:lnTo>
                    <a:pt x="2031999" y="42290"/>
                  </a:lnTo>
                  <a:lnTo>
                    <a:pt x="2031999" y="50799"/>
                  </a:lnTo>
                  <a:lnTo>
                    <a:pt x="2108199" y="50799"/>
                  </a:lnTo>
                  <a:lnTo>
                    <a:pt x="2108199" y="42290"/>
                  </a:lnTo>
                  <a:close/>
                </a:path>
                <a:path w="5117465" h="76200">
                  <a:moveTo>
                    <a:pt x="2209799" y="25399"/>
                  </a:moveTo>
                  <a:lnTo>
                    <a:pt x="2133599" y="25399"/>
                  </a:lnTo>
                  <a:lnTo>
                    <a:pt x="2133599" y="33908"/>
                  </a:lnTo>
                  <a:lnTo>
                    <a:pt x="2209799" y="33908"/>
                  </a:lnTo>
                  <a:lnTo>
                    <a:pt x="2209799" y="25399"/>
                  </a:lnTo>
                  <a:close/>
                </a:path>
                <a:path w="5117465" h="76200">
                  <a:moveTo>
                    <a:pt x="2209799" y="42290"/>
                  </a:moveTo>
                  <a:lnTo>
                    <a:pt x="2133599" y="42290"/>
                  </a:lnTo>
                  <a:lnTo>
                    <a:pt x="2133599" y="50799"/>
                  </a:lnTo>
                  <a:lnTo>
                    <a:pt x="2209799" y="50799"/>
                  </a:lnTo>
                  <a:lnTo>
                    <a:pt x="2209799" y="42290"/>
                  </a:lnTo>
                  <a:close/>
                </a:path>
                <a:path w="5117465" h="76200">
                  <a:moveTo>
                    <a:pt x="2311399" y="25399"/>
                  </a:moveTo>
                  <a:lnTo>
                    <a:pt x="2235199" y="25399"/>
                  </a:lnTo>
                  <a:lnTo>
                    <a:pt x="2235199" y="33908"/>
                  </a:lnTo>
                  <a:lnTo>
                    <a:pt x="2311399" y="33908"/>
                  </a:lnTo>
                  <a:lnTo>
                    <a:pt x="2311399" y="25399"/>
                  </a:lnTo>
                  <a:close/>
                </a:path>
                <a:path w="5117465" h="76200">
                  <a:moveTo>
                    <a:pt x="2311399" y="42290"/>
                  </a:moveTo>
                  <a:lnTo>
                    <a:pt x="2235199" y="42290"/>
                  </a:lnTo>
                  <a:lnTo>
                    <a:pt x="2235199" y="50799"/>
                  </a:lnTo>
                  <a:lnTo>
                    <a:pt x="2311399" y="50799"/>
                  </a:lnTo>
                  <a:lnTo>
                    <a:pt x="2311399" y="42290"/>
                  </a:lnTo>
                  <a:close/>
                </a:path>
                <a:path w="5117465" h="76200">
                  <a:moveTo>
                    <a:pt x="2412999" y="25399"/>
                  </a:moveTo>
                  <a:lnTo>
                    <a:pt x="2336799" y="25399"/>
                  </a:lnTo>
                  <a:lnTo>
                    <a:pt x="2336799" y="33908"/>
                  </a:lnTo>
                  <a:lnTo>
                    <a:pt x="2412999" y="33908"/>
                  </a:lnTo>
                  <a:lnTo>
                    <a:pt x="2412999" y="25399"/>
                  </a:lnTo>
                  <a:close/>
                </a:path>
                <a:path w="5117465" h="76200">
                  <a:moveTo>
                    <a:pt x="2412999" y="42290"/>
                  </a:moveTo>
                  <a:lnTo>
                    <a:pt x="2336799" y="42290"/>
                  </a:lnTo>
                  <a:lnTo>
                    <a:pt x="2336799" y="50799"/>
                  </a:lnTo>
                  <a:lnTo>
                    <a:pt x="2412999" y="50799"/>
                  </a:lnTo>
                  <a:lnTo>
                    <a:pt x="2412999" y="42290"/>
                  </a:lnTo>
                  <a:close/>
                </a:path>
                <a:path w="5117465" h="76200">
                  <a:moveTo>
                    <a:pt x="2514599" y="25399"/>
                  </a:moveTo>
                  <a:lnTo>
                    <a:pt x="2438399" y="25399"/>
                  </a:lnTo>
                  <a:lnTo>
                    <a:pt x="2438399" y="33908"/>
                  </a:lnTo>
                  <a:lnTo>
                    <a:pt x="2514599" y="33908"/>
                  </a:lnTo>
                  <a:lnTo>
                    <a:pt x="2514599" y="25399"/>
                  </a:lnTo>
                  <a:close/>
                </a:path>
                <a:path w="5117465" h="76200">
                  <a:moveTo>
                    <a:pt x="2514599" y="42290"/>
                  </a:moveTo>
                  <a:lnTo>
                    <a:pt x="2438399" y="42290"/>
                  </a:lnTo>
                  <a:lnTo>
                    <a:pt x="2438399" y="50799"/>
                  </a:lnTo>
                  <a:lnTo>
                    <a:pt x="2514599" y="50799"/>
                  </a:lnTo>
                  <a:lnTo>
                    <a:pt x="2514599" y="42290"/>
                  </a:lnTo>
                  <a:close/>
                </a:path>
                <a:path w="5117465" h="76200">
                  <a:moveTo>
                    <a:pt x="2616199" y="25399"/>
                  </a:moveTo>
                  <a:lnTo>
                    <a:pt x="2539999" y="25399"/>
                  </a:lnTo>
                  <a:lnTo>
                    <a:pt x="2539999" y="33908"/>
                  </a:lnTo>
                  <a:lnTo>
                    <a:pt x="2616199" y="33908"/>
                  </a:lnTo>
                  <a:lnTo>
                    <a:pt x="2616199" y="25399"/>
                  </a:lnTo>
                  <a:close/>
                </a:path>
                <a:path w="5117465" h="76200">
                  <a:moveTo>
                    <a:pt x="2616199" y="42290"/>
                  </a:moveTo>
                  <a:lnTo>
                    <a:pt x="2539999" y="42290"/>
                  </a:lnTo>
                  <a:lnTo>
                    <a:pt x="2539999" y="50799"/>
                  </a:lnTo>
                  <a:lnTo>
                    <a:pt x="2616199" y="50799"/>
                  </a:lnTo>
                  <a:lnTo>
                    <a:pt x="2616199" y="42290"/>
                  </a:lnTo>
                  <a:close/>
                </a:path>
                <a:path w="5117465" h="76200">
                  <a:moveTo>
                    <a:pt x="2717799" y="25399"/>
                  </a:moveTo>
                  <a:lnTo>
                    <a:pt x="2641599" y="25399"/>
                  </a:lnTo>
                  <a:lnTo>
                    <a:pt x="2641599" y="33908"/>
                  </a:lnTo>
                  <a:lnTo>
                    <a:pt x="2717799" y="33908"/>
                  </a:lnTo>
                  <a:lnTo>
                    <a:pt x="2717799" y="25399"/>
                  </a:lnTo>
                  <a:close/>
                </a:path>
                <a:path w="5117465" h="76200">
                  <a:moveTo>
                    <a:pt x="2717799" y="42290"/>
                  </a:moveTo>
                  <a:lnTo>
                    <a:pt x="2641599" y="42290"/>
                  </a:lnTo>
                  <a:lnTo>
                    <a:pt x="2641599" y="50799"/>
                  </a:lnTo>
                  <a:lnTo>
                    <a:pt x="2717799" y="50799"/>
                  </a:lnTo>
                  <a:lnTo>
                    <a:pt x="2717799" y="42290"/>
                  </a:lnTo>
                  <a:close/>
                </a:path>
                <a:path w="5117465" h="76200">
                  <a:moveTo>
                    <a:pt x="2819399" y="25399"/>
                  </a:moveTo>
                  <a:lnTo>
                    <a:pt x="2743199" y="25399"/>
                  </a:lnTo>
                  <a:lnTo>
                    <a:pt x="2743199" y="33908"/>
                  </a:lnTo>
                  <a:lnTo>
                    <a:pt x="2819399" y="33908"/>
                  </a:lnTo>
                  <a:lnTo>
                    <a:pt x="2819399" y="25399"/>
                  </a:lnTo>
                  <a:close/>
                </a:path>
                <a:path w="5117465" h="76200">
                  <a:moveTo>
                    <a:pt x="2819399" y="42290"/>
                  </a:moveTo>
                  <a:lnTo>
                    <a:pt x="2743199" y="42290"/>
                  </a:lnTo>
                  <a:lnTo>
                    <a:pt x="2743199" y="50799"/>
                  </a:lnTo>
                  <a:lnTo>
                    <a:pt x="2819399" y="50799"/>
                  </a:lnTo>
                  <a:lnTo>
                    <a:pt x="2819399" y="42290"/>
                  </a:lnTo>
                  <a:close/>
                </a:path>
                <a:path w="5117465" h="76200">
                  <a:moveTo>
                    <a:pt x="2920999" y="25399"/>
                  </a:moveTo>
                  <a:lnTo>
                    <a:pt x="2844799" y="25399"/>
                  </a:lnTo>
                  <a:lnTo>
                    <a:pt x="2844799" y="33908"/>
                  </a:lnTo>
                  <a:lnTo>
                    <a:pt x="2920999" y="33908"/>
                  </a:lnTo>
                  <a:lnTo>
                    <a:pt x="2920999" y="25399"/>
                  </a:lnTo>
                  <a:close/>
                </a:path>
                <a:path w="5117465" h="76200">
                  <a:moveTo>
                    <a:pt x="2920999" y="42290"/>
                  </a:moveTo>
                  <a:lnTo>
                    <a:pt x="2844799" y="42290"/>
                  </a:lnTo>
                  <a:lnTo>
                    <a:pt x="2844799" y="50799"/>
                  </a:lnTo>
                  <a:lnTo>
                    <a:pt x="2920999" y="50799"/>
                  </a:lnTo>
                  <a:lnTo>
                    <a:pt x="2920999" y="42290"/>
                  </a:lnTo>
                  <a:close/>
                </a:path>
                <a:path w="5117465" h="76200">
                  <a:moveTo>
                    <a:pt x="3022599" y="25399"/>
                  </a:moveTo>
                  <a:lnTo>
                    <a:pt x="2946399" y="25399"/>
                  </a:lnTo>
                  <a:lnTo>
                    <a:pt x="2946399" y="33908"/>
                  </a:lnTo>
                  <a:lnTo>
                    <a:pt x="3022599" y="33908"/>
                  </a:lnTo>
                  <a:lnTo>
                    <a:pt x="3022599" y="25399"/>
                  </a:lnTo>
                  <a:close/>
                </a:path>
                <a:path w="5117465" h="76200">
                  <a:moveTo>
                    <a:pt x="3022599" y="42290"/>
                  </a:moveTo>
                  <a:lnTo>
                    <a:pt x="2946399" y="42290"/>
                  </a:lnTo>
                  <a:lnTo>
                    <a:pt x="2946399" y="50799"/>
                  </a:lnTo>
                  <a:lnTo>
                    <a:pt x="3022599" y="50799"/>
                  </a:lnTo>
                  <a:lnTo>
                    <a:pt x="3022599" y="42290"/>
                  </a:lnTo>
                  <a:close/>
                </a:path>
                <a:path w="5117465" h="76200">
                  <a:moveTo>
                    <a:pt x="3124199" y="25399"/>
                  </a:moveTo>
                  <a:lnTo>
                    <a:pt x="3047999" y="25399"/>
                  </a:lnTo>
                  <a:lnTo>
                    <a:pt x="3047999" y="33908"/>
                  </a:lnTo>
                  <a:lnTo>
                    <a:pt x="3124199" y="33908"/>
                  </a:lnTo>
                  <a:lnTo>
                    <a:pt x="3124199" y="25399"/>
                  </a:lnTo>
                  <a:close/>
                </a:path>
                <a:path w="5117465" h="76200">
                  <a:moveTo>
                    <a:pt x="3124199" y="42290"/>
                  </a:moveTo>
                  <a:lnTo>
                    <a:pt x="3047999" y="42290"/>
                  </a:lnTo>
                  <a:lnTo>
                    <a:pt x="3047999" y="50799"/>
                  </a:lnTo>
                  <a:lnTo>
                    <a:pt x="3124199" y="50799"/>
                  </a:lnTo>
                  <a:lnTo>
                    <a:pt x="3124199" y="42290"/>
                  </a:lnTo>
                  <a:close/>
                </a:path>
                <a:path w="5117465" h="76200">
                  <a:moveTo>
                    <a:pt x="3225799" y="25399"/>
                  </a:moveTo>
                  <a:lnTo>
                    <a:pt x="3149599" y="25399"/>
                  </a:lnTo>
                  <a:lnTo>
                    <a:pt x="3149599" y="33908"/>
                  </a:lnTo>
                  <a:lnTo>
                    <a:pt x="3225799" y="33908"/>
                  </a:lnTo>
                  <a:lnTo>
                    <a:pt x="3225799" y="25399"/>
                  </a:lnTo>
                  <a:close/>
                </a:path>
                <a:path w="5117465" h="76200">
                  <a:moveTo>
                    <a:pt x="3225799" y="42290"/>
                  </a:moveTo>
                  <a:lnTo>
                    <a:pt x="3149599" y="42290"/>
                  </a:lnTo>
                  <a:lnTo>
                    <a:pt x="3149599" y="50799"/>
                  </a:lnTo>
                  <a:lnTo>
                    <a:pt x="3225799" y="50799"/>
                  </a:lnTo>
                  <a:lnTo>
                    <a:pt x="3225799" y="42290"/>
                  </a:lnTo>
                  <a:close/>
                </a:path>
                <a:path w="5117465" h="76200">
                  <a:moveTo>
                    <a:pt x="3327399" y="25399"/>
                  </a:moveTo>
                  <a:lnTo>
                    <a:pt x="3251199" y="25399"/>
                  </a:lnTo>
                  <a:lnTo>
                    <a:pt x="3251199" y="33908"/>
                  </a:lnTo>
                  <a:lnTo>
                    <a:pt x="3327399" y="33908"/>
                  </a:lnTo>
                  <a:lnTo>
                    <a:pt x="3327399" y="25399"/>
                  </a:lnTo>
                  <a:close/>
                </a:path>
                <a:path w="5117465" h="76200">
                  <a:moveTo>
                    <a:pt x="3327399" y="42290"/>
                  </a:moveTo>
                  <a:lnTo>
                    <a:pt x="3251199" y="42290"/>
                  </a:lnTo>
                  <a:lnTo>
                    <a:pt x="3251199" y="50799"/>
                  </a:lnTo>
                  <a:lnTo>
                    <a:pt x="3327399" y="50799"/>
                  </a:lnTo>
                  <a:lnTo>
                    <a:pt x="3327399" y="42290"/>
                  </a:lnTo>
                  <a:close/>
                </a:path>
                <a:path w="5117465" h="76200">
                  <a:moveTo>
                    <a:pt x="3428999" y="25399"/>
                  </a:moveTo>
                  <a:lnTo>
                    <a:pt x="3352799" y="25399"/>
                  </a:lnTo>
                  <a:lnTo>
                    <a:pt x="3352799" y="33908"/>
                  </a:lnTo>
                  <a:lnTo>
                    <a:pt x="3428999" y="33908"/>
                  </a:lnTo>
                  <a:lnTo>
                    <a:pt x="3428999" y="25399"/>
                  </a:lnTo>
                  <a:close/>
                </a:path>
                <a:path w="5117465" h="76200">
                  <a:moveTo>
                    <a:pt x="3428999" y="42290"/>
                  </a:moveTo>
                  <a:lnTo>
                    <a:pt x="3352799" y="42290"/>
                  </a:lnTo>
                  <a:lnTo>
                    <a:pt x="3352799" y="50799"/>
                  </a:lnTo>
                  <a:lnTo>
                    <a:pt x="3428999" y="50799"/>
                  </a:lnTo>
                  <a:lnTo>
                    <a:pt x="3428999" y="42290"/>
                  </a:lnTo>
                  <a:close/>
                </a:path>
                <a:path w="5117465" h="76200">
                  <a:moveTo>
                    <a:pt x="3530599" y="25399"/>
                  </a:moveTo>
                  <a:lnTo>
                    <a:pt x="3454399" y="25399"/>
                  </a:lnTo>
                  <a:lnTo>
                    <a:pt x="3454399" y="33908"/>
                  </a:lnTo>
                  <a:lnTo>
                    <a:pt x="3530599" y="33908"/>
                  </a:lnTo>
                  <a:lnTo>
                    <a:pt x="3530599" y="25399"/>
                  </a:lnTo>
                  <a:close/>
                </a:path>
                <a:path w="5117465" h="76200">
                  <a:moveTo>
                    <a:pt x="3530599" y="42290"/>
                  </a:moveTo>
                  <a:lnTo>
                    <a:pt x="3454399" y="42290"/>
                  </a:lnTo>
                  <a:lnTo>
                    <a:pt x="3454399" y="50799"/>
                  </a:lnTo>
                  <a:lnTo>
                    <a:pt x="3530599" y="50799"/>
                  </a:lnTo>
                  <a:lnTo>
                    <a:pt x="3530599" y="42290"/>
                  </a:lnTo>
                  <a:close/>
                </a:path>
                <a:path w="5117465" h="76200">
                  <a:moveTo>
                    <a:pt x="3632199" y="25399"/>
                  </a:moveTo>
                  <a:lnTo>
                    <a:pt x="3555999" y="25399"/>
                  </a:lnTo>
                  <a:lnTo>
                    <a:pt x="3555999" y="33908"/>
                  </a:lnTo>
                  <a:lnTo>
                    <a:pt x="3632199" y="33908"/>
                  </a:lnTo>
                  <a:lnTo>
                    <a:pt x="3632199" y="25399"/>
                  </a:lnTo>
                  <a:close/>
                </a:path>
                <a:path w="5117465" h="76200">
                  <a:moveTo>
                    <a:pt x="3632199" y="42290"/>
                  </a:moveTo>
                  <a:lnTo>
                    <a:pt x="3555999" y="42290"/>
                  </a:lnTo>
                  <a:lnTo>
                    <a:pt x="3555999" y="50799"/>
                  </a:lnTo>
                  <a:lnTo>
                    <a:pt x="3632199" y="50799"/>
                  </a:lnTo>
                  <a:lnTo>
                    <a:pt x="3632199" y="42290"/>
                  </a:lnTo>
                  <a:close/>
                </a:path>
                <a:path w="5117465" h="76200">
                  <a:moveTo>
                    <a:pt x="3733799" y="25399"/>
                  </a:moveTo>
                  <a:lnTo>
                    <a:pt x="3657599" y="25399"/>
                  </a:lnTo>
                  <a:lnTo>
                    <a:pt x="3657599" y="33908"/>
                  </a:lnTo>
                  <a:lnTo>
                    <a:pt x="3733799" y="33908"/>
                  </a:lnTo>
                  <a:lnTo>
                    <a:pt x="3733799" y="25399"/>
                  </a:lnTo>
                  <a:close/>
                </a:path>
                <a:path w="5117465" h="76200">
                  <a:moveTo>
                    <a:pt x="3733799" y="42290"/>
                  </a:moveTo>
                  <a:lnTo>
                    <a:pt x="3657599" y="42290"/>
                  </a:lnTo>
                  <a:lnTo>
                    <a:pt x="3657599" y="50799"/>
                  </a:lnTo>
                  <a:lnTo>
                    <a:pt x="3733799" y="50799"/>
                  </a:lnTo>
                  <a:lnTo>
                    <a:pt x="3733799" y="42290"/>
                  </a:lnTo>
                  <a:close/>
                </a:path>
                <a:path w="5117465" h="76200">
                  <a:moveTo>
                    <a:pt x="3835399" y="25399"/>
                  </a:moveTo>
                  <a:lnTo>
                    <a:pt x="3759199" y="25399"/>
                  </a:lnTo>
                  <a:lnTo>
                    <a:pt x="3759199" y="33908"/>
                  </a:lnTo>
                  <a:lnTo>
                    <a:pt x="3835399" y="33908"/>
                  </a:lnTo>
                  <a:lnTo>
                    <a:pt x="3835399" y="25399"/>
                  </a:lnTo>
                  <a:close/>
                </a:path>
                <a:path w="5117465" h="76200">
                  <a:moveTo>
                    <a:pt x="3835399" y="42290"/>
                  </a:moveTo>
                  <a:lnTo>
                    <a:pt x="3759199" y="42290"/>
                  </a:lnTo>
                  <a:lnTo>
                    <a:pt x="3759199" y="50799"/>
                  </a:lnTo>
                  <a:lnTo>
                    <a:pt x="3835399" y="50799"/>
                  </a:lnTo>
                  <a:lnTo>
                    <a:pt x="3835399" y="42290"/>
                  </a:lnTo>
                  <a:close/>
                </a:path>
                <a:path w="5117465" h="76200">
                  <a:moveTo>
                    <a:pt x="3936999" y="25399"/>
                  </a:moveTo>
                  <a:lnTo>
                    <a:pt x="3860799" y="25399"/>
                  </a:lnTo>
                  <a:lnTo>
                    <a:pt x="3860799" y="33908"/>
                  </a:lnTo>
                  <a:lnTo>
                    <a:pt x="3936999" y="33908"/>
                  </a:lnTo>
                  <a:lnTo>
                    <a:pt x="3936999" y="25399"/>
                  </a:lnTo>
                  <a:close/>
                </a:path>
                <a:path w="5117465" h="76200">
                  <a:moveTo>
                    <a:pt x="3936999" y="42290"/>
                  </a:moveTo>
                  <a:lnTo>
                    <a:pt x="3860799" y="42290"/>
                  </a:lnTo>
                  <a:lnTo>
                    <a:pt x="3860799" y="50799"/>
                  </a:lnTo>
                  <a:lnTo>
                    <a:pt x="3936999" y="50799"/>
                  </a:lnTo>
                  <a:lnTo>
                    <a:pt x="3936999" y="42290"/>
                  </a:lnTo>
                  <a:close/>
                </a:path>
                <a:path w="5117465" h="76200">
                  <a:moveTo>
                    <a:pt x="4038599" y="25399"/>
                  </a:moveTo>
                  <a:lnTo>
                    <a:pt x="3962399" y="25399"/>
                  </a:lnTo>
                  <a:lnTo>
                    <a:pt x="3962399" y="33908"/>
                  </a:lnTo>
                  <a:lnTo>
                    <a:pt x="4038599" y="33908"/>
                  </a:lnTo>
                  <a:lnTo>
                    <a:pt x="4038599" y="25399"/>
                  </a:lnTo>
                  <a:close/>
                </a:path>
                <a:path w="5117465" h="76200">
                  <a:moveTo>
                    <a:pt x="4038599" y="42290"/>
                  </a:moveTo>
                  <a:lnTo>
                    <a:pt x="3962399" y="42290"/>
                  </a:lnTo>
                  <a:lnTo>
                    <a:pt x="3962399" y="50799"/>
                  </a:lnTo>
                  <a:lnTo>
                    <a:pt x="4038599" y="50799"/>
                  </a:lnTo>
                  <a:lnTo>
                    <a:pt x="4038599" y="42290"/>
                  </a:lnTo>
                  <a:close/>
                </a:path>
                <a:path w="5117465" h="76200">
                  <a:moveTo>
                    <a:pt x="4140199" y="25399"/>
                  </a:moveTo>
                  <a:lnTo>
                    <a:pt x="4063999" y="25399"/>
                  </a:lnTo>
                  <a:lnTo>
                    <a:pt x="4063999" y="33908"/>
                  </a:lnTo>
                  <a:lnTo>
                    <a:pt x="4140199" y="33908"/>
                  </a:lnTo>
                  <a:lnTo>
                    <a:pt x="4140199" y="25399"/>
                  </a:lnTo>
                  <a:close/>
                </a:path>
                <a:path w="5117465" h="76200">
                  <a:moveTo>
                    <a:pt x="4140199" y="42290"/>
                  </a:moveTo>
                  <a:lnTo>
                    <a:pt x="4063999" y="42290"/>
                  </a:lnTo>
                  <a:lnTo>
                    <a:pt x="4063999" y="50799"/>
                  </a:lnTo>
                  <a:lnTo>
                    <a:pt x="4140199" y="50799"/>
                  </a:lnTo>
                  <a:lnTo>
                    <a:pt x="4140199" y="42290"/>
                  </a:lnTo>
                  <a:close/>
                </a:path>
                <a:path w="5117465" h="76200">
                  <a:moveTo>
                    <a:pt x="4241799" y="25399"/>
                  </a:moveTo>
                  <a:lnTo>
                    <a:pt x="4165599" y="25399"/>
                  </a:lnTo>
                  <a:lnTo>
                    <a:pt x="4165599" y="33908"/>
                  </a:lnTo>
                  <a:lnTo>
                    <a:pt x="4241799" y="33908"/>
                  </a:lnTo>
                  <a:lnTo>
                    <a:pt x="4241799" y="25399"/>
                  </a:lnTo>
                  <a:close/>
                </a:path>
                <a:path w="5117465" h="76200">
                  <a:moveTo>
                    <a:pt x="4241799" y="42290"/>
                  </a:moveTo>
                  <a:lnTo>
                    <a:pt x="4165599" y="42290"/>
                  </a:lnTo>
                  <a:lnTo>
                    <a:pt x="4165599" y="50799"/>
                  </a:lnTo>
                  <a:lnTo>
                    <a:pt x="4241799" y="50799"/>
                  </a:lnTo>
                  <a:lnTo>
                    <a:pt x="4241799" y="42290"/>
                  </a:lnTo>
                  <a:close/>
                </a:path>
                <a:path w="5117465" h="76200">
                  <a:moveTo>
                    <a:pt x="4343399" y="25399"/>
                  </a:moveTo>
                  <a:lnTo>
                    <a:pt x="4267199" y="25399"/>
                  </a:lnTo>
                  <a:lnTo>
                    <a:pt x="4267199" y="33908"/>
                  </a:lnTo>
                  <a:lnTo>
                    <a:pt x="4343399" y="33908"/>
                  </a:lnTo>
                  <a:lnTo>
                    <a:pt x="4343399" y="25399"/>
                  </a:lnTo>
                  <a:close/>
                </a:path>
                <a:path w="5117465" h="76200">
                  <a:moveTo>
                    <a:pt x="4343399" y="42290"/>
                  </a:moveTo>
                  <a:lnTo>
                    <a:pt x="4267199" y="42290"/>
                  </a:lnTo>
                  <a:lnTo>
                    <a:pt x="4267199" y="50799"/>
                  </a:lnTo>
                  <a:lnTo>
                    <a:pt x="4343399" y="50799"/>
                  </a:lnTo>
                  <a:lnTo>
                    <a:pt x="4343399" y="42290"/>
                  </a:lnTo>
                  <a:close/>
                </a:path>
                <a:path w="5117465" h="76200">
                  <a:moveTo>
                    <a:pt x="4444999" y="25399"/>
                  </a:moveTo>
                  <a:lnTo>
                    <a:pt x="4368799" y="25399"/>
                  </a:lnTo>
                  <a:lnTo>
                    <a:pt x="4368799" y="33908"/>
                  </a:lnTo>
                  <a:lnTo>
                    <a:pt x="4444999" y="33908"/>
                  </a:lnTo>
                  <a:lnTo>
                    <a:pt x="4444999" y="25399"/>
                  </a:lnTo>
                  <a:close/>
                </a:path>
                <a:path w="5117465" h="76200">
                  <a:moveTo>
                    <a:pt x="4444999" y="42290"/>
                  </a:moveTo>
                  <a:lnTo>
                    <a:pt x="4368799" y="42290"/>
                  </a:lnTo>
                  <a:lnTo>
                    <a:pt x="4368799" y="50799"/>
                  </a:lnTo>
                  <a:lnTo>
                    <a:pt x="4444999" y="50799"/>
                  </a:lnTo>
                  <a:lnTo>
                    <a:pt x="4444999" y="42290"/>
                  </a:lnTo>
                  <a:close/>
                </a:path>
                <a:path w="5117465" h="76200">
                  <a:moveTo>
                    <a:pt x="4546599" y="25399"/>
                  </a:moveTo>
                  <a:lnTo>
                    <a:pt x="4470399" y="25399"/>
                  </a:lnTo>
                  <a:lnTo>
                    <a:pt x="4470399" y="33908"/>
                  </a:lnTo>
                  <a:lnTo>
                    <a:pt x="4546599" y="33908"/>
                  </a:lnTo>
                  <a:lnTo>
                    <a:pt x="4546599" y="25399"/>
                  </a:lnTo>
                  <a:close/>
                </a:path>
                <a:path w="5117465" h="76200">
                  <a:moveTo>
                    <a:pt x="4546599" y="42290"/>
                  </a:moveTo>
                  <a:lnTo>
                    <a:pt x="4470399" y="42290"/>
                  </a:lnTo>
                  <a:lnTo>
                    <a:pt x="4470399" y="50799"/>
                  </a:lnTo>
                  <a:lnTo>
                    <a:pt x="4546599" y="50799"/>
                  </a:lnTo>
                  <a:lnTo>
                    <a:pt x="4546599" y="42290"/>
                  </a:lnTo>
                  <a:close/>
                </a:path>
                <a:path w="5117465" h="76200">
                  <a:moveTo>
                    <a:pt x="4648199" y="25399"/>
                  </a:moveTo>
                  <a:lnTo>
                    <a:pt x="4571999" y="25399"/>
                  </a:lnTo>
                  <a:lnTo>
                    <a:pt x="4571999" y="33908"/>
                  </a:lnTo>
                  <a:lnTo>
                    <a:pt x="4648199" y="33908"/>
                  </a:lnTo>
                  <a:lnTo>
                    <a:pt x="4648199" y="25399"/>
                  </a:lnTo>
                  <a:close/>
                </a:path>
                <a:path w="5117465" h="76200">
                  <a:moveTo>
                    <a:pt x="4648199" y="42290"/>
                  </a:moveTo>
                  <a:lnTo>
                    <a:pt x="4571999" y="42290"/>
                  </a:lnTo>
                  <a:lnTo>
                    <a:pt x="4571999" y="50799"/>
                  </a:lnTo>
                  <a:lnTo>
                    <a:pt x="4648199" y="50799"/>
                  </a:lnTo>
                  <a:lnTo>
                    <a:pt x="4648199" y="42290"/>
                  </a:lnTo>
                  <a:close/>
                </a:path>
                <a:path w="5117465" h="76200">
                  <a:moveTo>
                    <a:pt x="4749799" y="25399"/>
                  </a:moveTo>
                  <a:lnTo>
                    <a:pt x="4673599" y="25399"/>
                  </a:lnTo>
                  <a:lnTo>
                    <a:pt x="4673599" y="33908"/>
                  </a:lnTo>
                  <a:lnTo>
                    <a:pt x="4749799" y="33908"/>
                  </a:lnTo>
                  <a:lnTo>
                    <a:pt x="4749799" y="25399"/>
                  </a:lnTo>
                  <a:close/>
                </a:path>
                <a:path w="5117465" h="76200">
                  <a:moveTo>
                    <a:pt x="4749799" y="42290"/>
                  </a:moveTo>
                  <a:lnTo>
                    <a:pt x="4673599" y="42290"/>
                  </a:lnTo>
                  <a:lnTo>
                    <a:pt x="4673599" y="50799"/>
                  </a:lnTo>
                  <a:lnTo>
                    <a:pt x="4749799" y="50799"/>
                  </a:lnTo>
                  <a:lnTo>
                    <a:pt x="4749799" y="42290"/>
                  </a:lnTo>
                  <a:close/>
                </a:path>
                <a:path w="5117465" h="76200">
                  <a:moveTo>
                    <a:pt x="4851399" y="25399"/>
                  </a:moveTo>
                  <a:lnTo>
                    <a:pt x="4775199" y="25399"/>
                  </a:lnTo>
                  <a:lnTo>
                    <a:pt x="4775199" y="33908"/>
                  </a:lnTo>
                  <a:lnTo>
                    <a:pt x="4851399" y="33908"/>
                  </a:lnTo>
                  <a:lnTo>
                    <a:pt x="4851399" y="25399"/>
                  </a:lnTo>
                  <a:close/>
                </a:path>
                <a:path w="5117465" h="76200">
                  <a:moveTo>
                    <a:pt x="4851399" y="42290"/>
                  </a:moveTo>
                  <a:lnTo>
                    <a:pt x="4775199" y="42290"/>
                  </a:lnTo>
                  <a:lnTo>
                    <a:pt x="4775199" y="50799"/>
                  </a:lnTo>
                  <a:lnTo>
                    <a:pt x="4851399" y="50799"/>
                  </a:lnTo>
                  <a:lnTo>
                    <a:pt x="4851399" y="42290"/>
                  </a:lnTo>
                  <a:close/>
                </a:path>
                <a:path w="5117465" h="76200">
                  <a:moveTo>
                    <a:pt x="4952999" y="25399"/>
                  </a:moveTo>
                  <a:lnTo>
                    <a:pt x="4876799" y="25399"/>
                  </a:lnTo>
                  <a:lnTo>
                    <a:pt x="4876799" y="33908"/>
                  </a:lnTo>
                  <a:lnTo>
                    <a:pt x="4952999" y="33908"/>
                  </a:lnTo>
                  <a:lnTo>
                    <a:pt x="4952999" y="25399"/>
                  </a:lnTo>
                  <a:close/>
                </a:path>
                <a:path w="5117465" h="76200">
                  <a:moveTo>
                    <a:pt x="4952999" y="42290"/>
                  </a:moveTo>
                  <a:lnTo>
                    <a:pt x="4876799" y="42290"/>
                  </a:lnTo>
                  <a:lnTo>
                    <a:pt x="4876799" y="50799"/>
                  </a:lnTo>
                  <a:lnTo>
                    <a:pt x="4952999" y="50799"/>
                  </a:lnTo>
                  <a:lnTo>
                    <a:pt x="4952999" y="42290"/>
                  </a:lnTo>
                  <a:close/>
                </a:path>
                <a:path w="5117465" h="76200">
                  <a:moveTo>
                    <a:pt x="5041011" y="0"/>
                  </a:moveTo>
                  <a:lnTo>
                    <a:pt x="5041011" y="76199"/>
                  </a:lnTo>
                  <a:lnTo>
                    <a:pt x="5091811" y="50799"/>
                  </a:lnTo>
                  <a:lnTo>
                    <a:pt x="5053711" y="50799"/>
                  </a:lnTo>
                  <a:lnTo>
                    <a:pt x="5053711" y="42290"/>
                  </a:lnTo>
                  <a:lnTo>
                    <a:pt x="5108829" y="42290"/>
                  </a:lnTo>
                  <a:lnTo>
                    <a:pt x="5117211" y="38099"/>
                  </a:lnTo>
                  <a:lnTo>
                    <a:pt x="5108829" y="33908"/>
                  </a:lnTo>
                  <a:lnTo>
                    <a:pt x="5053711" y="33908"/>
                  </a:lnTo>
                  <a:lnTo>
                    <a:pt x="5053711" y="25399"/>
                  </a:lnTo>
                  <a:lnTo>
                    <a:pt x="5091811" y="25399"/>
                  </a:lnTo>
                  <a:lnTo>
                    <a:pt x="5041011" y="0"/>
                  </a:lnTo>
                  <a:close/>
                </a:path>
                <a:path w="5117465" h="76200">
                  <a:moveTo>
                    <a:pt x="5041011" y="42290"/>
                  </a:moveTo>
                  <a:lnTo>
                    <a:pt x="4978399" y="42290"/>
                  </a:lnTo>
                  <a:lnTo>
                    <a:pt x="4978399" y="50799"/>
                  </a:lnTo>
                  <a:lnTo>
                    <a:pt x="5041011" y="50799"/>
                  </a:lnTo>
                  <a:lnTo>
                    <a:pt x="5041011" y="42290"/>
                  </a:lnTo>
                  <a:close/>
                </a:path>
                <a:path w="5117465" h="76200">
                  <a:moveTo>
                    <a:pt x="5108829" y="42290"/>
                  </a:moveTo>
                  <a:lnTo>
                    <a:pt x="5053711" y="42290"/>
                  </a:lnTo>
                  <a:lnTo>
                    <a:pt x="5053711" y="50799"/>
                  </a:lnTo>
                  <a:lnTo>
                    <a:pt x="5091811" y="50799"/>
                  </a:lnTo>
                  <a:lnTo>
                    <a:pt x="5108829" y="42290"/>
                  </a:lnTo>
                  <a:close/>
                </a:path>
                <a:path w="5117465" h="76200">
                  <a:moveTo>
                    <a:pt x="5041011" y="25399"/>
                  </a:moveTo>
                  <a:lnTo>
                    <a:pt x="4978399" y="25399"/>
                  </a:lnTo>
                  <a:lnTo>
                    <a:pt x="4978399" y="33908"/>
                  </a:lnTo>
                  <a:lnTo>
                    <a:pt x="5041011" y="33908"/>
                  </a:lnTo>
                  <a:lnTo>
                    <a:pt x="5041011" y="25399"/>
                  </a:lnTo>
                  <a:close/>
                </a:path>
                <a:path w="5117465" h="76200">
                  <a:moveTo>
                    <a:pt x="5091811" y="25399"/>
                  </a:moveTo>
                  <a:lnTo>
                    <a:pt x="5053711" y="25399"/>
                  </a:lnTo>
                  <a:lnTo>
                    <a:pt x="5053711" y="33908"/>
                  </a:lnTo>
                  <a:lnTo>
                    <a:pt x="5108829" y="33908"/>
                  </a:lnTo>
                  <a:lnTo>
                    <a:pt x="5091811" y="25399"/>
                  </a:lnTo>
                  <a:close/>
                </a:path>
              </a:pathLst>
            </a:custGeom>
            <a:solidFill>
              <a:srgbClr val="E36C09"/>
            </a:solidFill>
          </p:spPr>
          <p:txBody>
            <a:bodyPr wrap="square" lIns="0" tIns="0" rIns="0" bIns="0" rtlCol="0"/>
            <a:lstStyle/>
            <a:p>
              <a:endParaRPr/>
            </a:p>
          </p:txBody>
        </p:sp>
        <p:pic>
          <p:nvPicPr>
            <p:cNvPr id="73" name="object 73"/>
            <p:cNvPicPr/>
            <p:nvPr/>
          </p:nvPicPr>
          <p:blipFill>
            <a:blip r:embed="rId29" cstate="print"/>
            <a:stretch>
              <a:fillRect/>
            </a:stretch>
          </p:blipFill>
          <p:spPr>
            <a:xfrm>
              <a:off x="2314955" y="3610355"/>
              <a:ext cx="203454" cy="401574"/>
            </a:xfrm>
            <a:prstGeom prst="rect">
              <a:avLst/>
            </a:prstGeom>
          </p:spPr>
        </p:pic>
        <p:pic>
          <p:nvPicPr>
            <p:cNvPr id="74" name="object 74"/>
            <p:cNvPicPr/>
            <p:nvPr/>
          </p:nvPicPr>
          <p:blipFill>
            <a:blip r:embed="rId30" cstate="print"/>
            <a:stretch>
              <a:fillRect/>
            </a:stretch>
          </p:blipFill>
          <p:spPr>
            <a:xfrm>
              <a:off x="1027175" y="3625596"/>
              <a:ext cx="204978" cy="400050"/>
            </a:xfrm>
            <a:prstGeom prst="rect">
              <a:avLst/>
            </a:prstGeom>
          </p:spPr>
        </p:pic>
        <p:pic>
          <p:nvPicPr>
            <p:cNvPr id="75" name="object 75"/>
            <p:cNvPicPr/>
            <p:nvPr/>
          </p:nvPicPr>
          <p:blipFill>
            <a:blip r:embed="rId31" cstate="print"/>
            <a:stretch>
              <a:fillRect/>
            </a:stretch>
          </p:blipFill>
          <p:spPr>
            <a:xfrm>
              <a:off x="1629155" y="3610355"/>
              <a:ext cx="204978" cy="401574"/>
            </a:xfrm>
            <a:prstGeom prst="rect">
              <a:avLst/>
            </a:prstGeom>
          </p:spPr>
        </p:pic>
        <p:pic>
          <p:nvPicPr>
            <p:cNvPr id="76" name="object 76"/>
            <p:cNvPicPr/>
            <p:nvPr/>
          </p:nvPicPr>
          <p:blipFill>
            <a:blip r:embed="rId32" cstate="print"/>
            <a:stretch>
              <a:fillRect/>
            </a:stretch>
          </p:blipFill>
          <p:spPr>
            <a:xfrm>
              <a:off x="2965703" y="3621024"/>
              <a:ext cx="204978" cy="400050"/>
            </a:xfrm>
            <a:prstGeom prst="rect">
              <a:avLst/>
            </a:prstGeom>
          </p:spPr>
        </p:pic>
      </p:grpSp>
      <p:sp>
        <p:nvSpPr>
          <p:cNvPr id="77" name="object 77"/>
          <p:cNvSpPr txBox="1"/>
          <p:nvPr/>
        </p:nvSpPr>
        <p:spPr>
          <a:xfrm>
            <a:off x="1615821" y="3927475"/>
            <a:ext cx="20447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Q1</a:t>
            </a:r>
            <a:endParaRPr sz="1200">
              <a:latin typeface="Calibri"/>
              <a:cs typeface="Calibri"/>
            </a:endParaRPr>
          </a:p>
        </p:txBody>
      </p:sp>
      <p:sp>
        <p:nvSpPr>
          <p:cNvPr id="78" name="object 78"/>
          <p:cNvSpPr txBox="1"/>
          <p:nvPr/>
        </p:nvSpPr>
        <p:spPr>
          <a:xfrm>
            <a:off x="2300732" y="3927475"/>
            <a:ext cx="20447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Q2</a:t>
            </a:r>
            <a:endParaRPr sz="1200">
              <a:latin typeface="Calibri"/>
              <a:cs typeface="Calibri"/>
            </a:endParaRPr>
          </a:p>
        </p:txBody>
      </p:sp>
      <p:sp>
        <p:nvSpPr>
          <p:cNvPr id="79" name="object 79"/>
          <p:cNvSpPr txBox="1"/>
          <p:nvPr/>
        </p:nvSpPr>
        <p:spPr>
          <a:xfrm>
            <a:off x="2952114" y="3927475"/>
            <a:ext cx="20447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Q3</a:t>
            </a:r>
            <a:endParaRPr sz="1200">
              <a:latin typeface="Calibri"/>
              <a:cs typeface="Calibri"/>
            </a:endParaRPr>
          </a:p>
        </p:txBody>
      </p:sp>
      <p:grpSp>
        <p:nvGrpSpPr>
          <p:cNvPr id="80" name="object 80"/>
          <p:cNvGrpSpPr/>
          <p:nvPr/>
        </p:nvGrpSpPr>
        <p:grpSpPr>
          <a:xfrm>
            <a:off x="3581400" y="3621023"/>
            <a:ext cx="2142490" cy="414020"/>
            <a:chOff x="3581400" y="3621023"/>
            <a:chExt cx="2142490" cy="414020"/>
          </a:xfrm>
        </p:grpSpPr>
        <p:pic>
          <p:nvPicPr>
            <p:cNvPr id="81" name="object 81"/>
            <p:cNvPicPr/>
            <p:nvPr/>
          </p:nvPicPr>
          <p:blipFill>
            <a:blip r:embed="rId32" cstate="print"/>
            <a:stretch>
              <a:fillRect/>
            </a:stretch>
          </p:blipFill>
          <p:spPr>
            <a:xfrm>
              <a:off x="4867655" y="3621023"/>
              <a:ext cx="204977" cy="400050"/>
            </a:xfrm>
            <a:prstGeom prst="rect">
              <a:avLst/>
            </a:prstGeom>
          </p:spPr>
        </p:pic>
        <p:pic>
          <p:nvPicPr>
            <p:cNvPr id="82" name="object 82"/>
            <p:cNvPicPr/>
            <p:nvPr/>
          </p:nvPicPr>
          <p:blipFill>
            <a:blip r:embed="rId33" cstate="print"/>
            <a:stretch>
              <a:fillRect/>
            </a:stretch>
          </p:blipFill>
          <p:spPr>
            <a:xfrm>
              <a:off x="3581400" y="3634739"/>
              <a:ext cx="203453" cy="400050"/>
            </a:xfrm>
            <a:prstGeom prst="rect">
              <a:avLst/>
            </a:prstGeom>
          </p:spPr>
        </p:pic>
        <p:pic>
          <p:nvPicPr>
            <p:cNvPr id="83" name="object 83"/>
            <p:cNvPicPr/>
            <p:nvPr/>
          </p:nvPicPr>
          <p:blipFill>
            <a:blip r:embed="rId32" cstate="print"/>
            <a:stretch>
              <a:fillRect/>
            </a:stretch>
          </p:blipFill>
          <p:spPr>
            <a:xfrm>
              <a:off x="4224527" y="3621023"/>
              <a:ext cx="204977" cy="400050"/>
            </a:xfrm>
            <a:prstGeom prst="rect">
              <a:avLst/>
            </a:prstGeom>
          </p:spPr>
        </p:pic>
        <p:pic>
          <p:nvPicPr>
            <p:cNvPr id="84" name="object 84"/>
            <p:cNvPicPr/>
            <p:nvPr/>
          </p:nvPicPr>
          <p:blipFill>
            <a:blip r:embed="rId34" cstate="print"/>
            <a:stretch>
              <a:fillRect/>
            </a:stretch>
          </p:blipFill>
          <p:spPr>
            <a:xfrm>
              <a:off x="5519927" y="3630167"/>
              <a:ext cx="203453" cy="400050"/>
            </a:xfrm>
            <a:prstGeom prst="rect">
              <a:avLst/>
            </a:prstGeom>
          </p:spPr>
        </p:pic>
      </p:grpSp>
      <p:sp>
        <p:nvSpPr>
          <p:cNvPr id="85" name="object 85"/>
          <p:cNvSpPr txBox="1"/>
          <p:nvPr/>
        </p:nvSpPr>
        <p:spPr>
          <a:xfrm>
            <a:off x="4211192" y="3936872"/>
            <a:ext cx="20447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Q1</a:t>
            </a:r>
            <a:endParaRPr sz="1200">
              <a:latin typeface="Calibri"/>
              <a:cs typeface="Calibri"/>
            </a:endParaRPr>
          </a:p>
        </p:txBody>
      </p:sp>
      <p:sp>
        <p:nvSpPr>
          <p:cNvPr id="86" name="object 86"/>
          <p:cNvSpPr txBox="1"/>
          <p:nvPr/>
        </p:nvSpPr>
        <p:spPr>
          <a:xfrm>
            <a:off x="4854321" y="3936872"/>
            <a:ext cx="204470"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Q2</a:t>
            </a:r>
            <a:endParaRPr sz="1200">
              <a:latin typeface="Calibri"/>
              <a:cs typeface="Calibri"/>
            </a:endParaRPr>
          </a:p>
        </p:txBody>
      </p:sp>
      <p:sp>
        <p:nvSpPr>
          <p:cNvPr id="87" name="object 87"/>
          <p:cNvSpPr txBox="1"/>
          <p:nvPr/>
        </p:nvSpPr>
        <p:spPr>
          <a:xfrm>
            <a:off x="5505703" y="3936872"/>
            <a:ext cx="205104"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0F243E"/>
                </a:solidFill>
                <a:latin typeface="Calibri"/>
                <a:cs typeface="Calibri"/>
              </a:rPr>
              <a:t>Q3</a:t>
            </a:r>
            <a:endParaRPr sz="1200">
              <a:latin typeface="Calibri"/>
              <a:cs typeface="Calibri"/>
            </a:endParaRPr>
          </a:p>
        </p:txBody>
      </p:sp>
      <p:pic>
        <p:nvPicPr>
          <p:cNvPr id="88" name="object 88"/>
          <p:cNvPicPr/>
          <p:nvPr/>
        </p:nvPicPr>
        <p:blipFill>
          <a:blip r:embed="rId35" cstate="print"/>
          <a:stretch>
            <a:fillRect/>
          </a:stretch>
        </p:blipFill>
        <p:spPr>
          <a:xfrm>
            <a:off x="6138671" y="3633215"/>
            <a:ext cx="204977" cy="400050"/>
          </a:xfrm>
          <a:prstGeom prst="rect">
            <a:avLst/>
          </a:prstGeom>
        </p:spPr>
      </p:pic>
      <p:sp>
        <p:nvSpPr>
          <p:cNvPr id="89" name="object 89"/>
          <p:cNvSpPr txBox="1"/>
          <p:nvPr/>
        </p:nvSpPr>
        <p:spPr>
          <a:xfrm>
            <a:off x="8354720" y="1240918"/>
            <a:ext cx="330835" cy="641350"/>
          </a:xfrm>
          <a:prstGeom prst="rect">
            <a:avLst/>
          </a:prstGeom>
        </p:spPr>
        <p:txBody>
          <a:bodyPr vert="vert270" wrap="square" lIns="0" tIns="0" rIns="0" bIns="0" rtlCol="0">
            <a:spAutoFit/>
          </a:bodyPr>
          <a:lstStyle/>
          <a:p>
            <a:pPr marL="12700">
              <a:lnSpc>
                <a:spcPts val="2380"/>
              </a:lnSpc>
            </a:pPr>
            <a:r>
              <a:rPr sz="2400" spc="-20" dirty="0">
                <a:solidFill>
                  <a:srgbClr val="943735"/>
                </a:solidFill>
                <a:latin typeface="Calibri"/>
                <a:cs typeface="Calibri"/>
              </a:rPr>
              <a:t>2030</a:t>
            </a:r>
            <a:endParaRPr sz="2400">
              <a:latin typeface="Calibri"/>
              <a:cs typeface="Calibri"/>
            </a:endParaRPr>
          </a:p>
        </p:txBody>
      </p:sp>
      <p:sp>
        <p:nvSpPr>
          <p:cNvPr id="90" name="object 90"/>
          <p:cNvSpPr txBox="1"/>
          <p:nvPr/>
        </p:nvSpPr>
        <p:spPr>
          <a:xfrm>
            <a:off x="3761613" y="5789472"/>
            <a:ext cx="2096770" cy="361315"/>
          </a:xfrm>
          <a:prstGeom prst="rect">
            <a:avLst/>
          </a:prstGeom>
        </p:spPr>
        <p:txBody>
          <a:bodyPr vert="horz" wrap="square" lIns="0" tIns="12700" rIns="0" bIns="0" rtlCol="0">
            <a:spAutoFit/>
          </a:bodyPr>
          <a:lstStyle/>
          <a:p>
            <a:pPr marL="96520" indent="-83820">
              <a:lnSpc>
                <a:spcPct val="100000"/>
              </a:lnSpc>
              <a:spcBef>
                <a:spcPts val="100"/>
              </a:spcBef>
              <a:buFont typeface="Arial MT"/>
              <a:buChar char="•"/>
              <a:tabLst>
                <a:tab pos="96520" algn="l"/>
              </a:tabLst>
            </a:pPr>
            <a:r>
              <a:rPr sz="1100" dirty="0">
                <a:solidFill>
                  <a:srgbClr val="17375E"/>
                </a:solidFill>
                <a:latin typeface="Calibri"/>
                <a:cs typeface="Calibri"/>
              </a:rPr>
              <a:t>Technical</a:t>
            </a:r>
            <a:r>
              <a:rPr sz="1100" spc="-35" dirty="0">
                <a:solidFill>
                  <a:srgbClr val="17375E"/>
                </a:solidFill>
                <a:latin typeface="Calibri"/>
                <a:cs typeface="Calibri"/>
              </a:rPr>
              <a:t> </a:t>
            </a:r>
            <a:r>
              <a:rPr sz="1100" dirty="0">
                <a:solidFill>
                  <a:srgbClr val="17375E"/>
                </a:solidFill>
                <a:latin typeface="Calibri"/>
                <a:cs typeface="Calibri"/>
              </a:rPr>
              <a:t>guidance</a:t>
            </a:r>
            <a:r>
              <a:rPr sz="1100" spc="-30" dirty="0">
                <a:solidFill>
                  <a:srgbClr val="17375E"/>
                </a:solidFill>
                <a:latin typeface="Calibri"/>
                <a:cs typeface="Calibri"/>
              </a:rPr>
              <a:t> </a:t>
            </a:r>
            <a:r>
              <a:rPr sz="1100" dirty="0">
                <a:solidFill>
                  <a:srgbClr val="17375E"/>
                </a:solidFill>
                <a:latin typeface="Calibri"/>
                <a:cs typeface="Calibri"/>
              </a:rPr>
              <a:t>in</a:t>
            </a:r>
            <a:r>
              <a:rPr sz="1100" spc="-20" dirty="0">
                <a:solidFill>
                  <a:srgbClr val="17375E"/>
                </a:solidFill>
                <a:latin typeface="Calibri"/>
                <a:cs typeface="Calibri"/>
              </a:rPr>
              <a:t> </a:t>
            </a:r>
            <a:r>
              <a:rPr sz="1100" dirty="0">
                <a:solidFill>
                  <a:srgbClr val="17375E"/>
                </a:solidFill>
                <a:latin typeface="Calibri"/>
                <a:cs typeface="Calibri"/>
              </a:rPr>
              <a:t>Guide</a:t>
            </a:r>
            <a:r>
              <a:rPr sz="1100" spc="-20" dirty="0">
                <a:solidFill>
                  <a:srgbClr val="17375E"/>
                </a:solidFill>
                <a:latin typeface="Calibri"/>
                <a:cs typeface="Calibri"/>
              </a:rPr>
              <a:t> </a:t>
            </a:r>
            <a:r>
              <a:rPr sz="1100" dirty="0">
                <a:solidFill>
                  <a:srgbClr val="17375E"/>
                </a:solidFill>
                <a:latin typeface="Calibri"/>
                <a:cs typeface="Calibri"/>
              </a:rPr>
              <a:t>to</a:t>
            </a:r>
            <a:r>
              <a:rPr sz="1100" spc="-25" dirty="0">
                <a:solidFill>
                  <a:srgbClr val="17375E"/>
                </a:solidFill>
                <a:latin typeface="Calibri"/>
                <a:cs typeface="Calibri"/>
              </a:rPr>
              <a:t> WIS</a:t>
            </a:r>
            <a:endParaRPr sz="1100">
              <a:latin typeface="Calibri"/>
              <a:cs typeface="Calibri"/>
            </a:endParaRPr>
          </a:p>
          <a:p>
            <a:pPr marL="96520" indent="-83820">
              <a:lnSpc>
                <a:spcPct val="100000"/>
              </a:lnSpc>
              <a:spcBef>
                <a:spcPts val="5"/>
              </a:spcBef>
              <a:buFont typeface="Arial MT"/>
              <a:buChar char="•"/>
              <a:tabLst>
                <a:tab pos="96520" algn="l"/>
              </a:tabLst>
            </a:pPr>
            <a:r>
              <a:rPr sz="1100" dirty="0">
                <a:solidFill>
                  <a:srgbClr val="17375E"/>
                </a:solidFill>
                <a:latin typeface="Calibri"/>
                <a:cs typeface="Calibri"/>
              </a:rPr>
              <a:t>Report</a:t>
            </a:r>
            <a:r>
              <a:rPr sz="1100" spc="-30" dirty="0">
                <a:solidFill>
                  <a:srgbClr val="17375E"/>
                </a:solidFill>
                <a:latin typeface="Calibri"/>
                <a:cs typeface="Calibri"/>
              </a:rPr>
              <a:t> </a:t>
            </a:r>
            <a:r>
              <a:rPr sz="1100" dirty="0">
                <a:solidFill>
                  <a:srgbClr val="17375E"/>
                </a:solidFill>
                <a:latin typeface="Calibri"/>
                <a:cs typeface="Calibri"/>
              </a:rPr>
              <a:t>on</a:t>
            </a:r>
            <a:r>
              <a:rPr sz="1100" spc="-15" dirty="0">
                <a:solidFill>
                  <a:srgbClr val="17375E"/>
                </a:solidFill>
                <a:latin typeface="Calibri"/>
                <a:cs typeface="Calibri"/>
              </a:rPr>
              <a:t> </a:t>
            </a:r>
            <a:r>
              <a:rPr sz="1100" dirty="0">
                <a:solidFill>
                  <a:srgbClr val="17375E"/>
                </a:solidFill>
                <a:latin typeface="Calibri"/>
                <a:cs typeface="Calibri"/>
              </a:rPr>
              <a:t>WIS2</a:t>
            </a:r>
            <a:r>
              <a:rPr sz="1100" spc="-25" dirty="0">
                <a:solidFill>
                  <a:srgbClr val="17375E"/>
                </a:solidFill>
                <a:latin typeface="Calibri"/>
                <a:cs typeface="Calibri"/>
              </a:rPr>
              <a:t> </a:t>
            </a:r>
            <a:r>
              <a:rPr sz="1100" spc="-10" dirty="0">
                <a:solidFill>
                  <a:srgbClr val="17375E"/>
                </a:solidFill>
                <a:latin typeface="Calibri"/>
                <a:cs typeface="Calibri"/>
              </a:rPr>
              <a:t>progress</a:t>
            </a:r>
            <a:endParaRPr sz="1100">
              <a:latin typeface="Calibri"/>
              <a:cs typeface="Calibri"/>
            </a:endParaRPr>
          </a:p>
        </p:txBody>
      </p:sp>
      <p:sp>
        <p:nvSpPr>
          <p:cNvPr id="91" name="object 91"/>
          <p:cNvSpPr txBox="1"/>
          <p:nvPr/>
        </p:nvSpPr>
        <p:spPr>
          <a:xfrm>
            <a:off x="1164132" y="5780328"/>
            <a:ext cx="2312035" cy="528955"/>
          </a:xfrm>
          <a:prstGeom prst="rect">
            <a:avLst/>
          </a:prstGeom>
        </p:spPr>
        <p:txBody>
          <a:bodyPr vert="horz" wrap="square" lIns="0" tIns="12700" rIns="0" bIns="0" rtlCol="0">
            <a:spAutoFit/>
          </a:bodyPr>
          <a:lstStyle/>
          <a:p>
            <a:pPr marL="96520" indent="-83820">
              <a:lnSpc>
                <a:spcPct val="100000"/>
              </a:lnSpc>
              <a:spcBef>
                <a:spcPts val="100"/>
              </a:spcBef>
              <a:buFont typeface="Arial MT"/>
              <a:buChar char="•"/>
              <a:tabLst>
                <a:tab pos="96520" algn="l"/>
              </a:tabLst>
            </a:pPr>
            <a:r>
              <a:rPr sz="1100" dirty="0">
                <a:solidFill>
                  <a:srgbClr val="17375E"/>
                </a:solidFill>
                <a:latin typeface="Calibri"/>
                <a:cs typeface="Calibri"/>
              </a:rPr>
              <a:t>WIS</a:t>
            </a:r>
            <a:r>
              <a:rPr sz="1100" spc="-20" dirty="0">
                <a:solidFill>
                  <a:srgbClr val="17375E"/>
                </a:solidFill>
                <a:latin typeface="Calibri"/>
                <a:cs typeface="Calibri"/>
              </a:rPr>
              <a:t> </a:t>
            </a:r>
            <a:r>
              <a:rPr sz="1100" dirty="0">
                <a:solidFill>
                  <a:srgbClr val="17375E"/>
                </a:solidFill>
                <a:latin typeface="Calibri"/>
                <a:cs typeface="Calibri"/>
              </a:rPr>
              <a:t>2.0</a:t>
            </a:r>
            <a:r>
              <a:rPr sz="1100" spc="-15" dirty="0">
                <a:solidFill>
                  <a:srgbClr val="17375E"/>
                </a:solidFill>
                <a:latin typeface="Calibri"/>
                <a:cs typeface="Calibri"/>
              </a:rPr>
              <a:t> </a:t>
            </a:r>
            <a:r>
              <a:rPr sz="1100" dirty="0">
                <a:solidFill>
                  <a:srgbClr val="17375E"/>
                </a:solidFill>
                <a:latin typeface="Calibri"/>
                <a:cs typeface="Calibri"/>
              </a:rPr>
              <a:t>Tech-</a:t>
            </a:r>
            <a:r>
              <a:rPr sz="1100" spc="-20" dirty="0">
                <a:solidFill>
                  <a:srgbClr val="17375E"/>
                </a:solidFill>
                <a:latin typeface="Calibri"/>
                <a:cs typeface="Calibri"/>
              </a:rPr>
              <a:t> </a:t>
            </a:r>
            <a:r>
              <a:rPr sz="1100" dirty="0">
                <a:solidFill>
                  <a:srgbClr val="17375E"/>
                </a:solidFill>
                <a:latin typeface="Calibri"/>
                <a:cs typeface="Calibri"/>
              </a:rPr>
              <a:t>Reg</a:t>
            </a:r>
            <a:r>
              <a:rPr sz="1100" spc="-5" dirty="0">
                <a:solidFill>
                  <a:srgbClr val="17375E"/>
                </a:solidFill>
                <a:latin typeface="Calibri"/>
                <a:cs typeface="Calibri"/>
              </a:rPr>
              <a:t> </a:t>
            </a:r>
            <a:r>
              <a:rPr sz="1100" spc="-10" dirty="0">
                <a:solidFill>
                  <a:srgbClr val="17375E"/>
                </a:solidFill>
                <a:latin typeface="Calibri"/>
                <a:cs typeface="Calibri"/>
              </a:rPr>
              <a:t>approved</a:t>
            </a:r>
            <a:endParaRPr sz="1100">
              <a:latin typeface="Calibri"/>
              <a:cs typeface="Calibri"/>
            </a:endParaRPr>
          </a:p>
          <a:p>
            <a:pPr marL="95885" marR="5080" indent="-83820">
              <a:lnSpc>
                <a:spcPct val="100000"/>
              </a:lnSpc>
              <a:spcBef>
                <a:spcPts val="5"/>
              </a:spcBef>
              <a:buFont typeface="Arial MT"/>
              <a:buChar char="•"/>
              <a:tabLst>
                <a:tab pos="97790" algn="l"/>
              </a:tabLst>
            </a:pPr>
            <a:r>
              <a:rPr sz="1100" spc="-10" dirty="0">
                <a:solidFill>
                  <a:srgbClr val="17375E"/>
                </a:solidFill>
                <a:latin typeface="Calibri"/>
                <a:cs typeface="Calibri"/>
              </a:rPr>
              <a:t>Guidelines </a:t>
            </a:r>
            <a:r>
              <a:rPr sz="1100" dirty="0">
                <a:solidFill>
                  <a:srgbClr val="17375E"/>
                </a:solidFill>
                <a:latin typeface="Calibri"/>
                <a:cs typeface="Calibri"/>
              </a:rPr>
              <a:t>for</a:t>
            </a:r>
            <a:r>
              <a:rPr sz="1100" spc="10" dirty="0">
                <a:solidFill>
                  <a:srgbClr val="17375E"/>
                </a:solidFill>
                <a:latin typeface="Calibri"/>
                <a:cs typeface="Calibri"/>
              </a:rPr>
              <a:t> </a:t>
            </a:r>
            <a:r>
              <a:rPr sz="1100" dirty="0">
                <a:solidFill>
                  <a:srgbClr val="17375E"/>
                </a:solidFill>
                <a:latin typeface="Calibri"/>
                <a:cs typeface="Calibri"/>
              </a:rPr>
              <a:t>WIS</a:t>
            </a:r>
            <a:r>
              <a:rPr sz="1100" spc="-15" dirty="0">
                <a:solidFill>
                  <a:srgbClr val="17375E"/>
                </a:solidFill>
                <a:latin typeface="Calibri"/>
                <a:cs typeface="Calibri"/>
              </a:rPr>
              <a:t> </a:t>
            </a:r>
            <a:r>
              <a:rPr sz="1100" dirty="0">
                <a:solidFill>
                  <a:srgbClr val="17375E"/>
                </a:solidFill>
                <a:latin typeface="Calibri"/>
                <a:cs typeface="Calibri"/>
              </a:rPr>
              <a:t>2.0</a:t>
            </a:r>
            <a:r>
              <a:rPr sz="1100" spc="15" dirty="0">
                <a:solidFill>
                  <a:srgbClr val="17375E"/>
                </a:solidFill>
                <a:latin typeface="Calibri"/>
                <a:cs typeface="Calibri"/>
              </a:rPr>
              <a:t> </a:t>
            </a:r>
            <a:r>
              <a:rPr sz="1100" spc="-10" dirty="0">
                <a:solidFill>
                  <a:srgbClr val="17375E"/>
                </a:solidFill>
                <a:latin typeface="Calibri"/>
                <a:cs typeface="Calibri"/>
              </a:rPr>
              <a:t>implementation 	published</a:t>
            </a:r>
            <a:endParaRPr sz="1100">
              <a:latin typeface="Calibri"/>
              <a:cs typeface="Calibri"/>
            </a:endParaRPr>
          </a:p>
        </p:txBody>
      </p:sp>
      <p:sp>
        <p:nvSpPr>
          <p:cNvPr id="92" name="object 92"/>
          <p:cNvSpPr txBox="1"/>
          <p:nvPr/>
        </p:nvSpPr>
        <p:spPr>
          <a:xfrm>
            <a:off x="6358509" y="5781243"/>
            <a:ext cx="3319145" cy="361315"/>
          </a:xfrm>
          <a:prstGeom prst="rect">
            <a:avLst/>
          </a:prstGeom>
        </p:spPr>
        <p:txBody>
          <a:bodyPr vert="horz" wrap="square" lIns="0" tIns="12700" rIns="0" bIns="0" rtlCol="0">
            <a:spAutoFit/>
          </a:bodyPr>
          <a:lstStyle/>
          <a:p>
            <a:pPr marL="182245" indent="-169545">
              <a:lnSpc>
                <a:spcPct val="100000"/>
              </a:lnSpc>
              <a:spcBef>
                <a:spcPts val="100"/>
              </a:spcBef>
              <a:buFont typeface="Arial MT"/>
              <a:buChar char="•"/>
              <a:tabLst>
                <a:tab pos="182245" algn="l"/>
              </a:tabLst>
            </a:pPr>
            <a:r>
              <a:rPr sz="1100" spc="-10" dirty="0">
                <a:solidFill>
                  <a:srgbClr val="17375E"/>
                </a:solidFill>
                <a:latin typeface="Calibri"/>
                <a:cs typeface="Calibri"/>
              </a:rPr>
              <a:t>NCs/DCPCs</a:t>
            </a:r>
            <a:r>
              <a:rPr sz="1100" spc="-45" dirty="0">
                <a:solidFill>
                  <a:srgbClr val="17375E"/>
                </a:solidFill>
                <a:latin typeface="Calibri"/>
                <a:cs typeface="Calibri"/>
              </a:rPr>
              <a:t> </a:t>
            </a:r>
            <a:r>
              <a:rPr sz="1100" dirty="0">
                <a:solidFill>
                  <a:srgbClr val="17375E"/>
                </a:solidFill>
                <a:latin typeface="Calibri"/>
                <a:cs typeface="Calibri"/>
              </a:rPr>
              <a:t>may</a:t>
            </a:r>
            <a:r>
              <a:rPr sz="1100" spc="-5" dirty="0">
                <a:solidFill>
                  <a:srgbClr val="17375E"/>
                </a:solidFill>
                <a:latin typeface="Calibri"/>
                <a:cs typeface="Calibri"/>
              </a:rPr>
              <a:t> </a:t>
            </a:r>
            <a:r>
              <a:rPr sz="1100" dirty="0">
                <a:solidFill>
                  <a:srgbClr val="17375E"/>
                </a:solidFill>
                <a:latin typeface="Calibri"/>
                <a:cs typeface="Calibri"/>
              </a:rPr>
              <a:t>stop</a:t>
            </a:r>
            <a:r>
              <a:rPr sz="1100" spc="-30" dirty="0">
                <a:solidFill>
                  <a:srgbClr val="17375E"/>
                </a:solidFill>
                <a:latin typeface="Calibri"/>
                <a:cs typeface="Calibri"/>
              </a:rPr>
              <a:t> </a:t>
            </a:r>
            <a:r>
              <a:rPr sz="1100" dirty="0">
                <a:solidFill>
                  <a:srgbClr val="17375E"/>
                </a:solidFill>
                <a:latin typeface="Calibri"/>
                <a:cs typeface="Calibri"/>
              </a:rPr>
              <a:t>GTS</a:t>
            </a:r>
            <a:r>
              <a:rPr sz="1100" spc="5" dirty="0">
                <a:solidFill>
                  <a:srgbClr val="17375E"/>
                </a:solidFill>
                <a:latin typeface="Calibri"/>
                <a:cs typeface="Calibri"/>
              </a:rPr>
              <a:t> </a:t>
            </a:r>
            <a:r>
              <a:rPr sz="1100" dirty="0">
                <a:solidFill>
                  <a:srgbClr val="17375E"/>
                </a:solidFill>
                <a:latin typeface="Calibri"/>
                <a:cs typeface="Calibri"/>
              </a:rPr>
              <a:t>functions</a:t>
            </a:r>
            <a:r>
              <a:rPr sz="1100" spc="-40" dirty="0">
                <a:solidFill>
                  <a:srgbClr val="17375E"/>
                </a:solidFill>
                <a:latin typeface="Calibri"/>
                <a:cs typeface="Calibri"/>
              </a:rPr>
              <a:t> </a:t>
            </a:r>
            <a:r>
              <a:rPr sz="1100" dirty="0">
                <a:solidFill>
                  <a:srgbClr val="17375E"/>
                </a:solidFill>
                <a:latin typeface="Calibri"/>
                <a:cs typeface="Calibri"/>
              </a:rPr>
              <a:t>if</a:t>
            </a:r>
            <a:r>
              <a:rPr sz="1100" spc="5" dirty="0">
                <a:solidFill>
                  <a:srgbClr val="17375E"/>
                </a:solidFill>
                <a:latin typeface="Calibri"/>
                <a:cs typeface="Calibri"/>
              </a:rPr>
              <a:t> </a:t>
            </a:r>
            <a:r>
              <a:rPr sz="1100" dirty="0">
                <a:solidFill>
                  <a:srgbClr val="17375E"/>
                </a:solidFill>
                <a:latin typeface="Calibri"/>
                <a:cs typeface="Calibri"/>
              </a:rPr>
              <a:t>migrated</a:t>
            </a:r>
            <a:r>
              <a:rPr sz="1100" spc="-30" dirty="0">
                <a:solidFill>
                  <a:srgbClr val="17375E"/>
                </a:solidFill>
                <a:latin typeface="Calibri"/>
                <a:cs typeface="Calibri"/>
              </a:rPr>
              <a:t> </a:t>
            </a:r>
            <a:r>
              <a:rPr sz="1100" dirty="0">
                <a:solidFill>
                  <a:srgbClr val="17375E"/>
                </a:solidFill>
                <a:latin typeface="Calibri"/>
                <a:cs typeface="Calibri"/>
              </a:rPr>
              <a:t>to</a:t>
            </a:r>
            <a:r>
              <a:rPr sz="1100" spc="-10" dirty="0">
                <a:solidFill>
                  <a:srgbClr val="17375E"/>
                </a:solidFill>
                <a:latin typeface="Calibri"/>
                <a:cs typeface="Calibri"/>
              </a:rPr>
              <a:t> </a:t>
            </a:r>
            <a:r>
              <a:rPr sz="1100" spc="-20" dirty="0">
                <a:solidFill>
                  <a:srgbClr val="17375E"/>
                </a:solidFill>
                <a:latin typeface="Calibri"/>
                <a:cs typeface="Calibri"/>
              </a:rPr>
              <a:t>WIS2</a:t>
            </a:r>
            <a:endParaRPr sz="1100">
              <a:latin typeface="Calibri"/>
              <a:cs typeface="Calibri"/>
            </a:endParaRPr>
          </a:p>
          <a:p>
            <a:pPr marL="216535" indent="-203835">
              <a:lnSpc>
                <a:spcPct val="100000"/>
              </a:lnSpc>
              <a:spcBef>
                <a:spcPts val="5"/>
              </a:spcBef>
              <a:buFont typeface="Arial MT"/>
              <a:buChar char="•"/>
              <a:tabLst>
                <a:tab pos="216535" algn="l"/>
              </a:tabLst>
            </a:pPr>
            <a:r>
              <a:rPr sz="1100" dirty="0">
                <a:solidFill>
                  <a:srgbClr val="17375E"/>
                </a:solidFill>
                <a:latin typeface="Calibri"/>
                <a:cs typeface="Calibri"/>
              </a:rPr>
              <a:t>GISCs</a:t>
            </a:r>
            <a:r>
              <a:rPr sz="1100" spc="-5" dirty="0">
                <a:solidFill>
                  <a:srgbClr val="17375E"/>
                </a:solidFill>
                <a:latin typeface="Calibri"/>
                <a:cs typeface="Calibri"/>
              </a:rPr>
              <a:t> </a:t>
            </a:r>
            <a:r>
              <a:rPr sz="1100" spc="-10" dirty="0">
                <a:solidFill>
                  <a:srgbClr val="17375E"/>
                </a:solidFill>
                <a:latin typeface="Calibri"/>
                <a:cs typeface="Calibri"/>
              </a:rPr>
              <a:t>contributing</a:t>
            </a:r>
            <a:r>
              <a:rPr sz="1100" spc="-30" dirty="0">
                <a:solidFill>
                  <a:srgbClr val="17375E"/>
                </a:solidFill>
                <a:latin typeface="Calibri"/>
                <a:cs typeface="Calibri"/>
              </a:rPr>
              <a:t> </a:t>
            </a:r>
            <a:r>
              <a:rPr sz="1100" dirty="0">
                <a:solidFill>
                  <a:srgbClr val="17375E"/>
                </a:solidFill>
                <a:latin typeface="Calibri"/>
                <a:cs typeface="Calibri"/>
              </a:rPr>
              <a:t>to</a:t>
            </a:r>
            <a:r>
              <a:rPr sz="1100" spc="-5" dirty="0">
                <a:solidFill>
                  <a:srgbClr val="17375E"/>
                </a:solidFill>
                <a:latin typeface="Calibri"/>
                <a:cs typeface="Calibri"/>
              </a:rPr>
              <a:t> </a:t>
            </a:r>
            <a:r>
              <a:rPr sz="1100" dirty="0">
                <a:solidFill>
                  <a:srgbClr val="17375E"/>
                </a:solidFill>
                <a:latin typeface="Calibri"/>
                <a:cs typeface="Calibri"/>
              </a:rPr>
              <a:t>Global</a:t>
            </a:r>
            <a:r>
              <a:rPr sz="1100" spc="-15" dirty="0">
                <a:solidFill>
                  <a:srgbClr val="17375E"/>
                </a:solidFill>
                <a:latin typeface="Calibri"/>
                <a:cs typeface="Calibri"/>
              </a:rPr>
              <a:t> </a:t>
            </a:r>
            <a:r>
              <a:rPr sz="1100" dirty="0">
                <a:solidFill>
                  <a:srgbClr val="17375E"/>
                </a:solidFill>
                <a:latin typeface="Calibri"/>
                <a:cs typeface="Calibri"/>
              </a:rPr>
              <a:t>Services</a:t>
            </a:r>
            <a:r>
              <a:rPr sz="1100" spc="-15" dirty="0">
                <a:solidFill>
                  <a:srgbClr val="17375E"/>
                </a:solidFill>
                <a:latin typeface="Calibri"/>
                <a:cs typeface="Calibri"/>
              </a:rPr>
              <a:t> </a:t>
            </a:r>
            <a:r>
              <a:rPr sz="1100" dirty="0">
                <a:solidFill>
                  <a:srgbClr val="17375E"/>
                </a:solidFill>
                <a:latin typeface="Calibri"/>
                <a:cs typeface="Calibri"/>
              </a:rPr>
              <a:t>may</a:t>
            </a:r>
            <a:r>
              <a:rPr sz="1100" spc="-10" dirty="0">
                <a:solidFill>
                  <a:srgbClr val="17375E"/>
                </a:solidFill>
                <a:latin typeface="Calibri"/>
                <a:cs typeface="Calibri"/>
              </a:rPr>
              <a:t> </a:t>
            </a:r>
            <a:r>
              <a:rPr sz="1100" dirty="0">
                <a:solidFill>
                  <a:srgbClr val="17375E"/>
                </a:solidFill>
                <a:latin typeface="Calibri"/>
                <a:cs typeface="Calibri"/>
              </a:rPr>
              <a:t>stop</a:t>
            </a:r>
            <a:r>
              <a:rPr sz="1100" spc="-20" dirty="0">
                <a:solidFill>
                  <a:srgbClr val="17375E"/>
                </a:solidFill>
                <a:latin typeface="Calibri"/>
                <a:cs typeface="Calibri"/>
              </a:rPr>
              <a:t> WIS1</a:t>
            </a:r>
            <a:endParaRPr sz="1100">
              <a:latin typeface="Calibri"/>
              <a:cs typeface="Calibri"/>
            </a:endParaRPr>
          </a:p>
        </p:txBody>
      </p:sp>
      <p:grpSp>
        <p:nvGrpSpPr>
          <p:cNvPr id="93" name="object 93"/>
          <p:cNvGrpSpPr/>
          <p:nvPr/>
        </p:nvGrpSpPr>
        <p:grpSpPr>
          <a:xfrm>
            <a:off x="1054608" y="1911108"/>
            <a:ext cx="10081260" cy="3939540"/>
            <a:chOff x="1054608" y="1911108"/>
            <a:chExt cx="10081260" cy="3939540"/>
          </a:xfrm>
        </p:grpSpPr>
        <p:pic>
          <p:nvPicPr>
            <p:cNvPr id="94" name="object 94"/>
            <p:cNvPicPr/>
            <p:nvPr/>
          </p:nvPicPr>
          <p:blipFill>
            <a:blip r:embed="rId36" cstate="print"/>
            <a:stretch>
              <a:fillRect/>
            </a:stretch>
          </p:blipFill>
          <p:spPr>
            <a:xfrm>
              <a:off x="1054608" y="5239512"/>
              <a:ext cx="760488" cy="609587"/>
            </a:xfrm>
            <a:prstGeom prst="rect">
              <a:avLst/>
            </a:prstGeom>
          </p:spPr>
        </p:pic>
        <p:pic>
          <p:nvPicPr>
            <p:cNvPr id="95" name="object 95"/>
            <p:cNvPicPr/>
            <p:nvPr/>
          </p:nvPicPr>
          <p:blipFill>
            <a:blip r:embed="rId37" cstate="print"/>
            <a:stretch>
              <a:fillRect/>
            </a:stretch>
          </p:blipFill>
          <p:spPr>
            <a:xfrm>
              <a:off x="1107948" y="5255132"/>
              <a:ext cx="658114" cy="507784"/>
            </a:xfrm>
            <a:prstGeom prst="rect">
              <a:avLst/>
            </a:prstGeom>
          </p:spPr>
        </p:pic>
        <p:pic>
          <p:nvPicPr>
            <p:cNvPr id="96" name="object 96"/>
            <p:cNvPicPr/>
            <p:nvPr/>
          </p:nvPicPr>
          <p:blipFill>
            <a:blip r:embed="rId38" cstate="print"/>
            <a:stretch>
              <a:fillRect/>
            </a:stretch>
          </p:blipFill>
          <p:spPr>
            <a:xfrm>
              <a:off x="3557015" y="5237988"/>
              <a:ext cx="760488" cy="609587"/>
            </a:xfrm>
            <a:prstGeom prst="rect">
              <a:avLst/>
            </a:prstGeom>
          </p:spPr>
        </p:pic>
        <p:pic>
          <p:nvPicPr>
            <p:cNvPr id="97" name="object 97"/>
            <p:cNvPicPr/>
            <p:nvPr/>
          </p:nvPicPr>
          <p:blipFill>
            <a:blip r:embed="rId39" cstate="print"/>
            <a:stretch>
              <a:fillRect/>
            </a:stretch>
          </p:blipFill>
          <p:spPr>
            <a:xfrm>
              <a:off x="3610102" y="5253355"/>
              <a:ext cx="658113" cy="507822"/>
            </a:xfrm>
            <a:prstGeom prst="rect">
              <a:avLst/>
            </a:prstGeom>
          </p:spPr>
        </p:pic>
        <p:pic>
          <p:nvPicPr>
            <p:cNvPr id="98" name="object 98"/>
            <p:cNvPicPr/>
            <p:nvPr/>
          </p:nvPicPr>
          <p:blipFill>
            <a:blip r:embed="rId38" cstate="print"/>
            <a:stretch>
              <a:fillRect/>
            </a:stretch>
          </p:blipFill>
          <p:spPr>
            <a:xfrm>
              <a:off x="6071616" y="5241036"/>
              <a:ext cx="760488" cy="609587"/>
            </a:xfrm>
            <a:prstGeom prst="rect">
              <a:avLst/>
            </a:prstGeom>
          </p:spPr>
        </p:pic>
        <p:pic>
          <p:nvPicPr>
            <p:cNvPr id="99" name="object 99"/>
            <p:cNvPicPr/>
            <p:nvPr/>
          </p:nvPicPr>
          <p:blipFill>
            <a:blip r:embed="rId40" cstate="print"/>
            <a:stretch>
              <a:fillRect/>
            </a:stretch>
          </p:blipFill>
          <p:spPr>
            <a:xfrm>
              <a:off x="6124955" y="5256530"/>
              <a:ext cx="658114" cy="507872"/>
            </a:xfrm>
            <a:prstGeom prst="rect">
              <a:avLst/>
            </a:prstGeom>
          </p:spPr>
        </p:pic>
        <p:pic>
          <p:nvPicPr>
            <p:cNvPr id="100" name="object 100"/>
            <p:cNvPicPr/>
            <p:nvPr/>
          </p:nvPicPr>
          <p:blipFill>
            <a:blip r:embed="rId41" cstate="print"/>
            <a:stretch>
              <a:fillRect/>
            </a:stretch>
          </p:blipFill>
          <p:spPr>
            <a:xfrm>
              <a:off x="9947148" y="1911108"/>
              <a:ext cx="1121663" cy="929627"/>
            </a:xfrm>
            <a:prstGeom prst="rect">
              <a:avLst/>
            </a:prstGeom>
          </p:spPr>
        </p:pic>
        <p:pic>
          <p:nvPicPr>
            <p:cNvPr id="101" name="object 101"/>
            <p:cNvPicPr/>
            <p:nvPr/>
          </p:nvPicPr>
          <p:blipFill>
            <a:blip r:embed="rId42" cstate="print"/>
            <a:stretch>
              <a:fillRect/>
            </a:stretch>
          </p:blipFill>
          <p:spPr>
            <a:xfrm>
              <a:off x="9895331" y="2005571"/>
              <a:ext cx="1240535" cy="787920"/>
            </a:xfrm>
            <a:prstGeom prst="rect">
              <a:avLst/>
            </a:prstGeom>
          </p:spPr>
        </p:pic>
        <p:sp>
          <p:nvSpPr>
            <p:cNvPr id="102" name="object 102"/>
            <p:cNvSpPr/>
            <p:nvPr/>
          </p:nvSpPr>
          <p:spPr>
            <a:xfrm>
              <a:off x="9973310" y="1936877"/>
              <a:ext cx="1019810" cy="828040"/>
            </a:xfrm>
            <a:custGeom>
              <a:avLst/>
              <a:gdLst/>
              <a:ahLst/>
              <a:cxnLst/>
              <a:rect l="l" t="t" r="r" b="b"/>
              <a:pathLst>
                <a:path w="1019809" h="828039">
                  <a:moveTo>
                    <a:pt x="881761" y="0"/>
                  </a:moveTo>
                  <a:lnTo>
                    <a:pt x="137922" y="0"/>
                  </a:lnTo>
                  <a:lnTo>
                    <a:pt x="94317" y="7041"/>
                  </a:lnTo>
                  <a:lnTo>
                    <a:pt x="56455" y="26647"/>
                  </a:lnTo>
                  <a:lnTo>
                    <a:pt x="26602" y="56537"/>
                  </a:lnTo>
                  <a:lnTo>
                    <a:pt x="7028" y="94431"/>
                  </a:lnTo>
                  <a:lnTo>
                    <a:pt x="0" y="138049"/>
                  </a:lnTo>
                  <a:lnTo>
                    <a:pt x="0" y="689863"/>
                  </a:lnTo>
                  <a:lnTo>
                    <a:pt x="7028" y="733481"/>
                  </a:lnTo>
                  <a:lnTo>
                    <a:pt x="26602" y="771375"/>
                  </a:lnTo>
                  <a:lnTo>
                    <a:pt x="56455" y="801265"/>
                  </a:lnTo>
                  <a:lnTo>
                    <a:pt x="94317" y="820871"/>
                  </a:lnTo>
                  <a:lnTo>
                    <a:pt x="137922" y="827913"/>
                  </a:lnTo>
                  <a:lnTo>
                    <a:pt x="881761" y="827913"/>
                  </a:lnTo>
                  <a:lnTo>
                    <a:pt x="925378" y="820871"/>
                  </a:lnTo>
                  <a:lnTo>
                    <a:pt x="963272" y="801265"/>
                  </a:lnTo>
                  <a:lnTo>
                    <a:pt x="993162" y="771375"/>
                  </a:lnTo>
                  <a:lnTo>
                    <a:pt x="1012768" y="733481"/>
                  </a:lnTo>
                  <a:lnTo>
                    <a:pt x="1019810" y="689863"/>
                  </a:lnTo>
                  <a:lnTo>
                    <a:pt x="1019810" y="138049"/>
                  </a:lnTo>
                  <a:lnTo>
                    <a:pt x="1012768" y="94431"/>
                  </a:lnTo>
                  <a:lnTo>
                    <a:pt x="993162" y="56537"/>
                  </a:lnTo>
                  <a:lnTo>
                    <a:pt x="963272" y="26647"/>
                  </a:lnTo>
                  <a:lnTo>
                    <a:pt x="925378" y="7041"/>
                  </a:lnTo>
                  <a:lnTo>
                    <a:pt x="881761" y="0"/>
                  </a:lnTo>
                  <a:close/>
                </a:path>
              </a:pathLst>
            </a:custGeom>
            <a:solidFill>
              <a:srgbClr val="E6B8B8"/>
            </a:solidFill>
          </p:spPr>
          <p:txBody>
            <a:bodyPr wrap="square" lIns="0" tIns="0" rIns="0" bIns="0" rtlCol="0"/>
            <a:lstStyle/>
            <a:p>
              <a:endParaRPr/>
            </a:p>
          </p:txBody>
        </p:sp>
      </p:grpSp>
      <p:sp>
        <p:nvSpPr>
          <p:cNvPr id="103" name="object 103"/>
          <p:cNvSpPr txBox="1"/>
          <p:nvPr/>
        </p:nvSpPr>
        <p:spPr>
          <a:xfrm>
            <a:off x="10002393" y="2055114"/>
            <a:ext cx="945515" cy="574675"/>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0F243E"/>
                </a:solidFill>
                <a:latin typeface="Calibri"/>
                <a:cs typeface="Calibri"/>
              </a:rPr>
              <a:t>Stop</a:t>
            </a:r>
            <a:r>
              <a:rPr sz="1200" b="1" spc="-30" dirty="0">
                <a:solidFill>
                  <a:srgbClr val="0F243E"/>
                </a:solidFill>
                <a:latin typeface="Calibri"/>
                <a:cs typeface="Calibri"/>
              </a:rPr>
              <a:t> </a:t>
            </a:r>
            <a:r>
              <a:rPr sz="1200" b="1" spc="-10" dirty="0">
                <a:solidFill>
                  <a:srgbClr val="0F243E"/>
                </a:solidFill>
                <a:latin typeface="Calibri"/>
                <a:cs typeface="Calibri"/>
              </a:rPr>
              <a:t>gateways </a:t>
            </a:r>
            <a:r>
              <a:rPr sz="1200" b="1" dirty="0">
                <a:solidFill>
                  <a:srgbClr val="0F243E"/>
                </a:solidFill>
                <a:latin typeface="Calibri"/>
                <a:cs typeface="Calibri"/>
              </a:rPr>
              <a:t>and</a:t>
            </a:r>
            <a:r>
              <a:rPr sz="1200" b="1" spc="-15" dirty="0">
                <a:solidFill>
                  <a:srgbClr val="0F243E"/>
                </a:solidFill>
                <a:latin typeface="Calibri"/>
                <a:cs typeface="Calibri"/>
              </a:rPr>
              <a:t> </a:t>
            </a:r>
            <a:r>
              <a:rPr sz="1200" b="1" spc="-25" dirty="0">
                <a:solidFill>
                  <a:srgbClr val="0F243E"/>
                </a:solidFill>
                <a:latin typeface="Calibri"/>
                <a:cs typeface="Calibri"/>
              </a:rPr>
              <a:t>GTS </a:t>
            </a:r>
            <a:r>
              <a:rPr sz="1200" b="1" spc="-10" dirty="0">
                <a:solidFill>
                  <a:srgbClr val="0F243E"/>
                </a:solidFill>
                <a:latin typeface="Calibri"/>
                <a:cs typeface="Calibri"/>
              </a:rPr>
              <a:t>transmission</a:t>
            </a:r>
            <a:endParaRPr sz="1200">
              <a:latin typeface="Calibri"/>
              <a:cs typeface="Calibri"/>
            </a:endParaRPr>
          </a:p>
        </p:txBody>
      </p:sp>
      <p:grpSp>
        <p:nvGrpSpPr>
          <p:cNvPr id="104" name="object 104"/>
          <p:cNvGrpSpPr/>
          <p:nvPr/>
        </p:nvGrpSpPr>
        <p:grpSpPr>
          <a:xfrm>
            <a:off x="8345423" y="1904987"/>
            <a:ext cx="1064260" cy="978535"/>
            <a:chOff x="8345423" y="1904987"/>
            <a:chExt cx="1064260" cy="978535"/>
          </a:xfrm>
        </p:grpSpPr>
        <p:pic>
          <p:nvPicPr>
            <p:cNvPr id="105" name="object 105"/>
            <p:cNvPicPr/>
            <p:nvPr/>
          </p:nvPicPr>
          <p:blipFill>
            <a:blip r:embed="rId43" cstate="print"/>
            <a:stretch>
              <a:fillRect/>
            </a:stretch>
          </p:blipFill>
          <p:spPr>
            <a:xfrm>
              <a:off x="8359139" y="1904987"/>
              <a:ext cx="1042428" cy="935748"/>
            </a:xfrm>
            <a:prstGeom prst="rect">
              <a:avLst/>
            </a:prstGeom>
          </p:spPr>
        </p:pic>
        <p:pic>
          <p:nvPicPr>
            <p:cNvPr id="106" name="object 106"/>
            <p:cNvPicPr/>
            <p:nvPr/>
          </p:nvPicPr>
          <p:blipFill>
            <a:blip r:embed="rId44" cstate="print"/>
            <a:stretch>
              <a:fillRect/>
            </a:stretch>
          </p:blipFill>
          <p:spPr>
            <a:xfrm>
              <a:off x="8345423" y="1912607"/>
              <a:ext cx="1063764" cy="970800"/>
            </a:xfrm>
            <a:prstGeom prst="rect">
              <a:avLst/>
            </a:prstGeom>
          </p:spPr>
        </p:pic>
        <p:sp>
          <p:nvSpPr>
            <p:cNvPr id="107" name="object 107"/>
            <p:cNvSpPr/>
            <p:nvPr/>
          </p:nvSpPr>
          <p:spPr>
            <a:xfrm>
              <a:off x="8386317" y="1931796"/>
              <a:ext cx="939165" cy="833119"/>
            </a:xfrm>
            <a:custGeom>
              <a:avLst/>
              <a:gdLst/>
              <a:ahLst/>
              <a:cxnLst/>
              <a:rect l="l" t="t" r="r" b="b"/>
              <a:pathLst>
                <a:path w="939165" h="833119">
                  <a:moveTo>
                    <a:pt x="800100" y="0"/>
                  </a:moveTo>
                  <a:lnTo>
                    <a:pt x="138810" y="0"/>
                  </a:lnTo>
                  <a:lnTo>
                    <a:pt x="94918" y="7072"/>
                  </a:lnTo>
                  <a:lnTo>
                    <a:pt x="56811" y="26769"/>
                  </a:lnTo>
                  <a:lnTo>
                    <a:pt x="26769" y="56811"/>
                  </a:lnTo>
                  <a:lnTo>
                    <a:pt x="7072" y="94918"/>
                  </a:lnTo>
                  <a:lnTo>
                    <a:pt x="0" y="138811"/>
                  </a:lnTo>
                  <a:lnTo>
                    <a:pt x="0" y="694054"/>
                  </a:lnTo>
                  <a:lnTo>
                    <a:pt x="7072" y="737960"/>
                  </a:lnTo>
                  <a:lnTo>
                    <a:pt x="26769" y="776099"/>
                  </a:lnTo>
                  <a:lnTo>
                    <a:pt x="56811" y="806178"/>
                  </a:lnTo>
                  <a:lnTo>
                    <a:pt x="94918" y="825907"/>
                  </a:lnTo>
                  <a:lnTo>
                    <a:pt x="138810" y="832992"/>
                  </a:lnTo>
                  <a:lnTo>
                    <a:pt x="800100" y="832992"/>
                  </a:lnTo>
                  <a:lnTo>
                    <a:pt x="843943" y="825907"/>
                  </a:lnTo>
                  <a:lnTo>
                    <a:pt x="882044" y="806178"/>
                  </a:lnTo>
                  <a:lnTo>
                    <a:pt x="912104" y="776099"/>
                  </a:lnTo>
                  <a:lnTo>
                    <a:pt x="931826" y="737960"/>
                  </a:lnTo>
                  <a:lnTo>
                    <a:pt x="938910" y="694054"/>
                  </a:lnTo>
                  <a:lnTo>
                    <a:pt x="938910" y="138811"/>
                  </a:lnTo>
                  <a:lnTo>
                    <a:pt x="931826" y="94918"/>
                  </a:lnTo>
                  <a:lnTo>
                    <a:pt x="912104" y="56811"/>
                  </a:lnTo>
                  <a:lnTo>
                    <a:pt x="882044" y="26769"/>
                  </a:lnTo>
                  <a:lnTo>
                    <a:pt x="843943" y="7072"/>
                  </a:lnTo>
                  <a:lnTo>
                    <a:pt x="800100" y="0"/>
                  </a:lnTo>
                  <a:close/>
                </a:path>
              </a:pathLst>
            </a:custGeom>
            <a:solidFill>
              <a:srgbClr val="FBD4B5"/>
            </a:solidFill>
          </p:spPr>
          <p:txBody>
            <a:bodyPr wrap="square" lIns="0" tIns="0" rIns="0" bIns="0" rtlCol="0"/>
            <a:lstStyle/>
            <a:p>
              <a:endParaRPr/>
            </a:p>
          </p:txBody>
        </p:sp>
      </p:grpSp>
      <p:sp>
        <p:nvSpPr>
          <p:cNvPr id="108" name="object 108"/>
          <p:cNvSpPr txBox="1"/>
          <p:nvPr/>
        </p:nvSpPr>
        <p:spPr>
          <a:xfrm>
            <a:off x="8451342" y="1961134"/>
            <a:ext cx="769620" cy="756920"/>
          </a:xfrm>
          <a:prstGeom prst="rect">
            <a:avLst/>
          </a:prstGeom>
        </p:spPr>
        <p:txBody>
          <a:bodyPr vert="horz" wrap="square" lIns="0" tIns="12700" rIns="0" bIns="0" rtlCol="0">
            <a:spAutoFit/>
          </a:bodyPr>
          <a:lstStyle/>
          <a:p>
            <a:pPr marL="12700" marR="5080">
              <a:lnSpc>
                <a:spcPct val="100000"/>
              </a:lnSpc>
              <a:spcBef>
                <a:spcPts val="100"/>
              </a:spcBef>
            </a:pPr>
            <a:r>
              <a:rPr sz="1200" b="1" dirty="0">
                <a:solidFill>
                  <a:srgbClr val="0F243E"/>
                </a:solidFill>
                <a:latin typeface="Calibri"/>
                <a:cs typeface="Calibri"/>
              </a:rPr>
              <a:t>90%</a:t>
            </a:r>
            <a:r>
              <a:rPr sz="1200" b="1" spc="-20" dirty="0">
                <a:solidFill>
                  <a:srgbClr val="0F243E"/>
                </a:solidFill>
                <a:latin typeface="Calibri"/>
                <a:cs typeface="Calibri"/>
              </a:rPr>
              <a:t> </a:t>
            </a:r>
            <a:r>
              <a:rPr sz="1200" b="1" spc="-25" dirty="0">
                <a:solidFill>
                  <a:srgbClr val="0F243E"/>
                </a:solidFill>
                <a:latin typeface="Calibri"/>
                <a:cs typeface="Calibri"/>
              </a:rPr>
              <a:t>of </a:t>
            </a:r>
            <a:r>
              <a:rPr sz="1200" b="1" spc="-10" dirty="0">
                <a:solidFill>
                  <a:srgbClr val="0F243E"/>
                </a:solidFill>
                <a:latin typeface="Calibri"/>
                <a:cs typeface="Calibri"/>
              </a:rPr>
              <a:t>Members </a:t>
            </a:r>
            <a:r>
              <a:rPr sz="1200" b="1" dirty="0">
                <a:solidFill>
                  <a:srgbClr val="0F243E"/>
                </a:solidFill>
                <a:latin typeface="Calibri"/>
                <a:cs typeface="Calibri"/>
              </a:rPr>
              <a:t>migrated</a:t>
            </a:r>
            <a:r>
              <a:rPr sz="1200" b="1" spc="-30" dirty="0">
                <a:solidFill>
                  <a:srgbClr val="0F243E"/>
                </a:solidFill>
                <a:latin typeface="Calibri"/>
                <a:cs typeface="Calibri"/>
              </a:rPr>
              <a:t> </a:t>
            </a:r>
            <a:r>
              <a:rPr sz="1200" b="1" spc="-25" dirty="0">
                <a:solidFill>
                  <a:srgbClr val="0F243E"/>
                </a:solidFill>
                <a:latin typeface="Calibri"/>
                <a:cs typeface="Calibri"/>
              </a:rPr>
              <a:t>to </a:t>
            </a:r>
            <a:r>
              <a:rPr sz="1200" b="1" dirty="0">
                <a:solidFill>
                  <a:srgbClr val="0F243E"/>
                </a:solidFill>
                <a:latin typeface="Calibri"/>
                <a:cs typeface="Calibri"/>
              </a:rPr>
              <a:t>WIS</a:t>
            </a:r>
            <a:r>
              <a:rPr sz="1200" b="1" spc="-25" dirty="0">
                <a:solidFill>
                  <a:srgbClr val="0F243E"/>
                </a:solidFill>
                <a:latin typeface="Calibri"/>
                <a:cs typeface="Calibri"/>
              </a:rPr>
              <a:t> 2.0</a:t>
            </a:r>
            <a:endParaRPr sz="1200">
              <a:latin typeface="Calibri"/>
              <a:cs typeface="Calibri"/>
            </a:endParaRPr>
          </a:p>
        </p:txBody>
      </p:sp>
      <p:grpSp>
        <p:nvGrpSpPr>
          <p:cNvPr id="109" name="object 109"/>
          <p:cNvGrpSpPr/>
          <p:nvPr/>
        </p:nvGrpSpPr>
        <p:grpSpPr>
          <a:xfrm>
            <a:off x="2106295" y="722122"/>
            <a:ext cx="7790815" cy="3129280"/>
            <a:chOff x="2106295" y="722122"/>
            <a:chExt cx="7790815" cy="3129280"/>
          </a:xfrm>
        </p:grpSpPr>
        <p:pic>
          <p:nvPicPr>
            <p:cNvPr id="110" name="object 110"/>
            <p:cNvPicPr/>
            <p:nvPr/>
          </p:nvPicPr>
          <p:blipFill>
            <a:blip r:embed="rId45" cstate="print"/>
            <a:stretch>
              <a:fillRect/>
            </a:stretch>
          </p:blipFill>
          <p:spPr>
            <a:xfrm>
              <a:off x="9790176" y="1232916"/>
              <a:ext cx="106616" cy="2618231"/>
            </a:xfrm>
            <a:prstGeom prst="rect">
              <a:avLst/>
            </a:prstGeom>
          </p:spPr>
        </p:pic>
        <p:sp>
          <p:nvSpPr>
            <p:cNvPr id="111" name="object 111"/>
            <p:cNvSpPr/>
            <p:nvPr/>
          </p:nvSpPr>
          <p:spPr>
            <a:xfrm>
              <a:off x="9832721" y="1278762"/>
              <a:ext cx="25400" cy="2514600"/>
            </a:xfrm>
            <a:custGeom>
              <a:avLst/>
              <a:gdLst/>
              <a:ahLst/>
              <a:cxnLst/>
              <a:rect l="l" t="t" r="r" b="b"/>
              <a:pathLst>
                <a:path w="25400" h="2514600">
                  <a:moveTo>
                    <a:pt x="8509" y="2438400"/>
                  </a:moveTo>
                  <a:lnTo>
                    <a:pt x="0" y="2438400"/>
                  </a:lnTo>
                  <a:lnTo>
                    <a:pt x="0" y="2514600"/>
                  </a:lnTo>
                  <a:lnTo>
                    <a:pt x="8509" y="2514600"/>
                  </a:lnTo>
                  <a:lnTo>
                    <a:pt x="8509" y="2438400"/>
                  </a:lnTo>
                  <a:close/>
                </a:path>
                <a:path w="25400" h="2514600">
                  <a:moveTo>
                    <a:pt x="8509" y="2336800"/>
                  </a:moveTo>
                  <a:lnTo>
                    <a:pt x="0" y="2336800"/>
                  </a:lnTo>
                  <a:lnTo>
                    <a:pt x="0" y="2413000"/>
                  </a:lnTo>
                  <a:lnTo>
                    <a:pt x="8509" y="2413000"/>
                  </a:lnTo>
                  <a:lnTo>
                    <a:pt x="8509" y="2336800"/>
                  </a:lnTo>
                  <a:close/>
                </a:path>
                <a:path w="25400" h="2514600">
                  <a:moveTo>
                    <a:pt x="8509" y="2235200"/>
                  </a:moveTo>
                  <a:lnTo>
                    <a:pt x="0" y="2235200"/>
                  </a:lnTo>
                  <a:lnTo>
                    <a:pt x="0" y="2311400"/>
                  </a:lnTo>
                  <a:lnTo>
                    <a:pt x="8509" y="2311400"/>
                  </a:lnTo>
                  <a:lnTo>
                    <a:pt x="8509" y="2235200"/>
                  </a:lnTo>
                  <a:close/>
                </a:path>
                <a:path w="25400" h="2514600">
                  <a:moveTo>
                    <a:pt x="8509" y="2133600"/>
                  </a:moveTo>
                  <a:lnTo>
                    <a:pt x="0" y="2133600"/>
                  </a:lnTo>
                  <a:lnTo>
                    <a:pt x="0" y="2209800"/>
                  </a:lnTo>
                  <a:lnTo>
                    <a:pt x="8509" y="2209800"/>
                  </a:lnTo>
                  <a:lnTo>
                    <a:pt x="8509" y="2133600"/>
                  </a:lnTo>
                  <a:close/>
                </a:path>
                <a:path w="25400" h="2514600">
                  <a:moveTo>
                    <a:pt x="8509" y="2032000"/>
                  </a:moveTo>
                  <a:lnTo>
                    <a:pt x="0" y="2032000"/>
                  </a:lnTo>
                  <a:lnTo>
                    <a:pt x="0" y="2108200"/>
                  </a:lnTo>
                  <a:lnTo>
                    <a:pt x="8509" y="2108200"/>
                  </a:lnTo>
                  <a:lnTo>
                    <a:pt x="8509" y="2032000"/>
                  </a:lnTo>
                  <a:close/>
                </a:path>
                <a:path w="25400" h="2514600">
                  <a:moveTo>
                    <a:pt x="8509" y="1930400"/>
                  </a:moveTo>
                  <a:lnTo>
                    <a:pt x="0" y="1930400"/>
                  </a:lnTo>
                  <a:lnTo>
                    <a:pt x="0" y="2006600"/>
                  </a:lnTo>
                  <a:lnTo>
                    <a:pt x="8509" y="2006600"/>
                  </a:lnTo>
                  <a:lnTo>
                    <a:pt x="8509" y="1930400"/>
                  </a:lnTo>
                  <a:close/>
                </a:path>
                <a:path w="25400" h="2514600">
                  <a:moveTo>
                    <a:pt x="8509" y="1828800"/>
                  </a:moveTo>
                  <a:lnTo>
                    <a:pt x="0" y="1828800"/>
                  </a:lnTo>
                  <a:lnTo>
                    <a:pt x="0" y="1905000"/>
                  </a:lnTo>
                  <a:lnTo>
                    <a:pt x="8509" y="1905000"/>
                  </a:lnTo>
                  <a:lnTo>
                    <a:pt x="8509" y="1828800"/>
                  </a:lnTo>
                  <a:close/>
                </a:path>
                <a:path w="25400" h="2514600">
                  <a:moveTo>
                    <a:pt x="8509" y="1727200"/>
                  </a:moveTo>
                  <a:lnTo>
                    <a:pt x="0" y="1727200"/>
                  </a:lnTo>
                  <a:lnTo>
                    <a:pt x="0" y="1803400"/>
                  </a:lnTo>
                  <a:lnTo>
                    <a:pt x="8509" y="1803400"/>
                  </a:lnTo>
                  <a:lnTo>
                    <a:pt x="8509" y="1727200"/>
                  </a:lnTo>
                  <a:close/>
                </a:path>
                <a:path w="25400" h="2514600">
                  <a:moveTo>
                    <a:pt x="8509" y="1625600"/>
                  </a:moveTo>
                  <a:lnTo>
                    <a:pt x="0" y="1625600"/>
                  </a:lnTo>
                  <a:lnTo>
                    <a:pt x="0" y="1701800"/>
                  </a:lnTo>
                  <a:lnTo>
                    <a:pt x="8509" y="1701800"/>
                  </a:lnTo>
                  <a:lnTo>
                    <a:pt x="8509" y="1625600"/>
                  </a:lnTo>
                  <a:close/>
                </a:path>
                <a:path w="25400" h="2514600">
                  <a:moveTo>
                    <a:pt x="8509" y="1524000"/>
                  </a:moveTo>
                  <a:lnTo>
                    <a:pt x="0" y="1524000"/>
                  </a:lnTo>
                  <a:lnTo>
                    <a:pt x="0" y="1600200"/>
                  </a:lnTo>
                  <a:lnTo>
                    <a:pt x="8509" y="1600200"/>
                  </a:lnTo>
                  <a:lnTo>
                    <a:pt x="8509" y="1524000"/>
                  </a:lnTo>
                  <a:close/>
                </a:path>
                <a:path w="25400" h="2514600">
                  <a:moveTo>
                    <a:pt x="8509" y="1422400"/>
                  </a:moveTo>
                  <a:lnTo>
                    <a:pt x="0" y="1422400"/>
                  </a:lnTo>
                  <a:lnTo>
                    <a:pt x="0" y="1498600"/>
                  </a:lnTo>
                  <a:lnTo>
                    <a:pt x="8509" y="1498600"/>
                  </a:lnTo>
                  <a:lnTo>
                    <a:pt x="8509" y="1422400"/>
                  </a:lnTo>
                  <a:close/>
                </a:path>
                <a:path w="25400" h="2514600">
                  <a:moveTo>
                    <a:pt x="8509" y="1320800"/>
                  </a:moveTo>
                  <a:lnTo>
                    <a:pt x="0" y="1320800"/>
                  </a:lnTo>
                  <a:lnTo>
                    <a:pt x="0" y="1397000"/>
                  </a:lnTo>
                  <a:lnTo>
                    <a:pt x="8509" y="1397000"/>
                  </a:lnTo>
                  <a:lnTo>
                    <a:pt x="8509" y="1320800"/>
                  </a:lnTo>
                  <a:close/>
                </a:path>
                <a:path w="25400" h="2514600">
                  <a:moveTo>
                    <a:pt x="8509" y="1219200"/>
                  </a:moveTo>
                  <a:lnTo>
                    <a:pt x="0" y="1219200"/>
                  </a:lnTo>
                  <a:lnTo>
                    <a:pt x="0" y="1295400"/>
                  </a:lnTo>
                  <a:lnTo>
                    <a:pt x="8509" y="1295400"/>
                  </a:lnTo>
                  <a:lnTo>
                    <a:pt x="8509" y="1219200"/>
                  </a:lnTo>
                  <a:close/>
                </a:path>
                <a:path w="25400" h="2514600">
                  <a:moveTo>
                    <a:pt x="8509" y="1117600"/>
                  </a:moveTo>
                  <a:lnTo>
                    <a:pt x="0" y="1117600"/>
                  </a:lnTo>
                  <a:lnTo>
                    <a:pt x="0" y="1193800"/>
                  </a:lnTo>
                  <a:lnTo>
                    <a:pt x="8509" y="1193800"/>
                  </a:lnTo>
                  <a:lnTo>
                    <a:pt x="8509" y="1117600"/>
                  </a:lnTo>
                  <a:close/>
                </a:path>
                <a:path w="25400" h="2514600">
                  <a:moveTo>
                    <a:pt x="8509" y="1016000"/>
                  </a:moveTo>
                  <a:lnTo>
                    <a:pt x="0" y="1016000"/>
                  </a:lnTo>
                  <a:lnTo>
                    <a:pt x="0" y="1092200"/>
                  </a:lnTo>
                  <a:lnTo>
                    <a:pt x="8509" y="1092200"/>
                  </a:lnTo>
                  <a:lnTo>
                    <a:pt x="8509" y="1016000"/>
                  </a:lnTo>
                  <a:close/>
                </a:path>
                <a:path w="25400" h="2514600">
                  <a:moveTo>
                    <a:pt x="8509" y="914400"/>
                  </a:moveTo>
                  <a:lnTo>
                    <a:pt x="0" y="914400"/>
                  </a:lnTo>
                  <a:lnTo>
                    <a:pt x="0" y="990600"/>
                  </a:lnTo>
                  <a:lnTo>
                    <a:pt x="8509" y="990600"/>
                  </a:lnTo>
                  <a:lnTo>
                    <a:pt x="8509" y="914400"/>
                  </a:lnTo>
                  <a:close/>
                </a:path>
                <a:path w="25400" h="2514600">
                  <a:moveTo>
                    <a:pt x="8509" y="812800"/>
                  </a:moveTo>
                  <a:lnTo>
                    <a:pt x="0" y="812800"/>
                  </a:lnTo>
                  <a:lnTo>
                    <a:pt x="0" y="889000"/>
                  </a:lnTo>
                  <a:lnTo>
                    <a:pt x="8509" y="889000"/>
                  </a:lnTo>
                  <a:lnTo>
                    <a:pt x="8509" y="812800"/>
                  </a:lnTo>
                  <a:close/>
                </a:path>
                <a:path w="25400" h="2514600">
                  <a:moveTo>
                    <a:pt x="8509" y="711200"/>
                  </a:moveTo>
                  <a:lnTo>
                    <a:pt x="0" y="711200"/>
                  </a:lnTo>
                  <a:lnTo>
                    <a:pt x="0" y="787400"/>
                  </a:lnTo>
                  <a:lnTo>
                    <a:pt x="8509" y="787400"/>
                  </a:lnTo>
                  <a:lnTo>
                    <a:pt x="8509" y="711200"/>
                  </a:lnTo>
                  <a:close/>
                </a:path>
                <a:path w="25400" h="2514600">
                  <a:moveTo>
                    <a:pt x="8509" y="609600"/>
                  </a:moveTo>
                  <a:lnTo>
                    <a:pt x="0" y="609600"/>
                  </a:lnTo>
                  <a:lnTo>
                    <a:pt x="0" y="685800"/>
                  </a:lnTo>
                  <a:lnTo>
                    <a:pt x="8509" y="685800"/>
                  </a:lnTo>
                  <a:lnTo>
                    <a:pt x="8509" y="609600"/>
                  </a:lnTo>
                  <a:close/>
                </a:path>
                <a:path w="25400" h="2514600">
                  <a:moveTo>
                    <a:pt x="8509" y="508000"/>
                  </a:moveTo>
                  <a:lnTo>
                    <a:pt x="0" y="508000"/>
                  </a:lnTo>
                  <a:lnTo>
                    <a:pt x="0" y="584200"/>
                  </a:lnTo>
                  <a:lnTo>
                    <a:pt x="8509" y="584200"/>
                  </a:lnTo>
                  <a:lnTo>
                    <a:pt x="8509" y="508000"/>
                  </a:lnTo>
                  <a:close/>
                </a:path>
                <a:path w="25400" h="2514600">
                  <a:moveTo>
                    <a:pt x="8509" y="406400"/>
                  </a:moveTo>
                  <a:lnTo>
                    <a:pt x="0" y="406400"/>
                  </a:lnTo>
                  <a:lnTo>
                    <a:pt x="0" y="482600"/>
                  </a:lnTo>
                  <a:lnTo>
                    <a:pt x="8509" y="482600"/>
                  </a:lnTo>
                  <a:lnTo>
                    <a:pt x="8509" y="406400"/>
                  </a:lnTo>
                  <a:close/>
                </a:path>
                <a:path w="25400" h="2514600">
                  <a:moveTo>
                    <a:pt x="8509" y="304800"/>
                  </a:moveTo>
                  <a:lnTo>
                    <a:pt x="0" y="304800"/>
                  </a:lnTo>
                  <a:lnTo>
                    <a:pt x="0" y="381000"/>
                  </a:lnTo>
                  <a:lnTo>
                    <a:pt x="8509" y="381000"/>
                  </a:lnTo>
                  <a:lnTo>
                    <a:pt x="8509" y="304800"/>
                  </a:lnTo>
                  <a:close/>
                </a:path>
                <a:path w="25400" h="2514600">
                  <a:moveTo>
                    <a:pt x="8509" y="203200"/>
                  </a:moveTo>
                  <a:lnTo>
                    <a:pt x="0" y="203200"/>
                  </a:lnTo>
                  <a:lnTo>
                    <a:pt x="0" y="279400"/>
                  </a:lnTo>
                  <a:lnTo>
                    <a:pt x="8509" y="279400"/>
                  </a:lnTo>
                  <a:lnTo>
                    <a:pt x="8509" y="203200"/>
                  </a:lnTo>
                  <a:close/>
                </a:path>
                <a:path w="25400" h="2514600">
                  <a:moveTo>
                    <a:pt x="8509" y="101600"/>
                  </a:moveTo>
                  <a:lnTo>
                    <a:pt x="0" y="101600"/>
                  </a:lnTo>
                  <a:lnTo>
                    <a:pt x="0" y="177800"/>
                  </a:lnTo>
                  <a:lnTo>
                    <a:pt x="8509" y="177800"/>
                  </a:lnTo>
                  <a:lnTo>
                    <a:pt x="8509" y="101600"/>
                  </a:lnTo>
                  <a:close/>
                </a:path>
                <a:path w="25400" h="2514600">
                  <a:moveTo>
                    <a:pt x="8509" y="0"/>
                  </a:moveTo>
                  <a:lnTo>
                    <a:pt x="0" y="0"/>
                  </a:lnTo>
                  <a:lnTo>
                    <a:pt x="0" y="76200"/>
                  </a:lnTo>
                  <a:lnTo>
                    <a:pt x="8509" y="76200"/>
                  </a:lnTo>
                  <a:lnTo>
                    <a:pt x="8509" y="0"/>
                  </a:lnTo>
                  <a:close/>
                </a:path>
                <a:path w="25400" h="2514600">
                  <a:moveTo>
                    <a:pt x="25400" y="2438400"/>
                  </a:moveTo>
                  <a:lnTo>
                    <a:pt x="17018" y="2438400"/>
                  </a:lnTo>
                  <a:lnTo>
                    <a:pt x="17018" y="2514600"/>
                  </a:lnTo>
                  <a:lnTo>
                    <a:pt x="25400" y="2514600"/>
                  </a:lnTo>
                  <a:lnTo>
                    <a:pt x="25400" y="2438400"/>
                  </a:lnTo>
                  <a:close/>
                </a:path>
                <a:path w="25400" h="2514600">
                  <a:moveTo>
                    <a:pt x="25400" y="2336800"/>
                  </a:moveTo>
                  <a:lnTo>
                    <a:pt x="17018" y="2336800"/>
                  </a:lnTo>
                  <a:lnTo>
                    <a:pt x="17018" y="2413000"/>
                  </a:lnTo>
                  <a:lnTo>
                    <a:pt x="25400" y="2413000"/>
                  </a:lnTo>
                  <a:lnTo>
                    <a:pt x="25400" y="2336800"/>
                  </a:lnTo>
                  <a:close/>
                </a:path>
                <a:path w="25400" h="2514600">
                  <a:moveTo>
                    <a:pt x="25400" y="2235200"/>
                  </a:moveTo>
                  <a:lnTo>
                    <a:pt x="17018" y="2235200"/>
                  </a:lnTo>
                  <a:lnTo>
                    <a:pt x="17018" y="2311400"/>
                  </a:lnTo>
                  <a:lnTo>
                    <a:pt x="25400" y="2311400"/>
                  </a:lnTo>
                  <a:lnTo>
                    <a:pt x="25400" y="2235200"/>
                  </a:lnTo>
                  <a:close/>
                </a:path>
                <a:path w="25400" h="2514600">
                  <a:moveTo>
                    <a:pt x="25400" y="2133600"/>
                  </a:moveTo>
                  <a:lnTo>
                    <a:pt x="17018" y="2133600"/>
                  </a:lnTo>
                  <a:lnTo>
                    <a:pt x="17018" y="2209800"/>
                  </a:lnTo>
                  <a:lnTo>
                    <a:pt x="25400" y="2209800"/>
                  </a:lnTo>
                  <a:lnTo>
                    <a:pt x="25400" y="2133600"/>
                  </a:lnTo>
                  <a:close/>
                </a:path>
                <a:path w="25400" h="2514600">
                  <a:moveTo>
                    <a:pt x="25400" y="2032000"/>
                  </a:moveTo>
                  <a:lnTo>
                    <a:pt x="17018" y="2032000"/>
                  </a:lnTo>
                  <a:lnTo>
                    <a:pt x="17018" y="2108200"/>
                  </a:lnTo>
                  <a:lnTo>
                    <a:pt x="25400" y="2108200"/>
                  </a:lnTo>
                  <a:lnTo>
                    <a:pt x="25400" y="2032000"/>
                  </a:lnTo>
                  <a:close/>
                </a:path>
                <a:path w="25400" h="2514600">
                  <a:moveTo>
                    <a:pt x="25400" y="1930400"/>
                  </a:moveTo>
                  <a:lnTo>
                    <a:pt x="17018" y="1930400"/>
                  </a:lnTo>
                  <a:lnTo>
                    <a:pt x="17018" y="2006600"/>
                  </a:lnTo>
                  <a:lnTo>
                    <a:pt x="25400" y="2006600"/>
                  </a:lnTo>
                  <a:lnTo>
                    <a:pt x="25400" y="1930400"/>
                  </a:lnTo>
                  <a:close/>
                </a:path>
                <a:path w="25400" h="2514600">
                  <a:moveTo>
                    <a:pt x="25400" y="1828800"/>
                  </a:moveTo>
                  <a:lnTo>
                    <a:pt x="17018" y="1828800"/>
                  </a:lnTo>
                  <a:lnTo>
                    <a:pt x="17018" y="1905000"/>
                  </a:lnTo>
                  <a:lnTo>
                    <a:pt x="25400" y="1905000"/>
                  </a:lnTo>
                  <a:lnTo>
                    <a:pt x="25400" y="1828800"/>
                  </a:lnTo>
                  <a:close/>
                </a:path>
                <a:path w="25400" h="2514600">
                  <a:moveTo>
                    <a:pt x="25400" y="1727200"/>
                  </a:moveTo>
                  <a:lnTo>
                    <a:pt x="17018" y="1727200"/>
                  </a:lnTo>
                  <a:lnTo>
                    <a:pt x="17018" y="1803400"/>
                  </a:lnTo>
                  <a:lnTo>
                    <a:pt x="25400" y="1803400"/>
                  </a:lnTo>
                  <a:lnTo>
                    <a:pt x="25400" y="1727200"/>
                  </a:lnTo>
                  <a:close/>
                </a:path>
                <a:path w="25400" h="2514600">
                  <a:moveTo>
                    <a:pt x="25400" y="1625600"/>
                  </a:moveTo>
                  <a:lnTo>
                    <a:pt x="17018" y="1625600"/>
                  </a:lnTo>
                  <a:lnTo>
                    <a:pt x="17018" y="1701800"/>
                  </a:lnTo>
                  <a:lnTo>
                    <a:pt x="25400" y="1701800"/>
                  </a:lnTo>
                  <a:lnTo>
                    <a:pt x="25400" y="1625600"/>
                  </a:lnTo>
                  <a:close/>
                </a:path>
                <a:path w="25400" h="2514600">
                  <a:moveTo>
                    <a:pt x="25400" y="1524000"/>
                  </a:moveTo>
                  <a:lnTo>
                    <a:pt x="17018" y="1524000"/>
                  </a:lnTo>
                  <a:lnTo>
                    <a:pt x="17018" y="1600200"/>
                  </a:lnTo>
                  <a:lnTo>
                    <a:pt x="25400" y="1600200"/>
                  </a:lnTo>
                  <a:lnTo>
                    <a:pt x="25400" y="1524000"/>
                  </a:lnTo>
                  <a:close/>
                </a:path>
                <a:path w="25400" h="2514600">
                  <a:moveTo>
                    <a:pt x="25400" y="1422400"/>
                  </a:moveTo>
                  <a:lnTo>
                    <a:pt x="17018" y="1422400"/>
                  </a:lnTo>
                  <a:lnTo>
                    <a:pt x="17018" y="1498600"/>
                  </a:lnTo>
                  <a:lnTo>
                    <a:pt x="25400" y="1498600"/>
                  </a:lnTo>
                  <a:lnTo>
                    <a:pt x="25400" y="1422400"/>
                  </a:lnTo>
                  <a:close/>
                </a:path>
                <a:path w="25400" h="2514600">
                  <a:moveTo>
                    <a:pt x="25400" y="1320800"/>
                  </a:moveTo>
                  <a:lnTo>
                    <a:pt x="17018" y="1320800"/>
                  </a:lnTo>
                  <a:lnTo>
                    <a:pt x="17018" y="1397000"/>
                  </a:lnTo>
                  <a:lnTo>
                    <a:pt x="25400" y="1397000"/>
                  </a:lnTo>
                  <a:lnTo>
                    <a:pt x="25400" y="1320800"/>
                  </a:lnTo>
                  <a:close/>
                </a:path>
                <a:path w="25400" h="2514600">
                  <a:moveTo>
                    <a:pt x="25400" y="1219200"/>
                  </a:moveTo>
                  <a:lnTo>
                    <a:pt x="17018" y="1219200"/>
                  </a:lnTo>
                  <a:lnTo>
                    <a:pt x="17018" y="1295400"/>
                  </a:lnTo>
                  <a:lnTo>
                    <a:pt x="25400" y="1295400"/>
                  </a:lnTo>
                  <a:lnTo>
                    <a:pt x="25400" y="1219200"/>
                  </a:lnTo>
                  <a:close/>
                </a:path>
                <a:path w="25400" h="2514600">
                  <a:moveTo>
                    <a:pt x="25400" y="1117600"/>
                  </a:moveTo>
                  <a:lnTo>
                    <a:pt x="17018" y="1117600"/>
                  </a:lnTo>
                  <a:lnTo>
                    <a:pt x="17018" y="1193800"/>
                  </a:lnTo>
                  <a:lnTo>
                    <a:pt x="25400" y="1193800"/>
                  </a:lnTo>
                  <a:lnTo>
                    <a:pt x="25400" y="1117600"/>
                  </a:lnTo>
                  <a:close/>
                </a:path>
                <a:path w="25400" h="2514600">
                  <a:moveTo>
                    <a:pt x="25400" y="1016000"/>
                  </a:moveTo>
                  <a:lnTo>
                    <a:pt x="17018" y="1016000"/>
                  </a:lnTo>
                  <a:lnTo>
                    <a:pt x="17018" y="1092200"/>
                  </a:lnTo>
                  <a:lnTo>
                    <a:pt x="25400" y="1092200"/>
                  </a:lnTo>
                  <a:lnTo>
                    <a:pt x="25400" y="1016000"/>
                  </a:lnTo>
                  <a:close/>
                </a:path>
                <a:path w="25400" h="2514600">
                  <a:moveTo>
                    <a:pt x="25400" y="914400"/>
                  </a:moveTo>
                  <a:lnTo>
                    <a:pt x="17018" y="914400"/>
                  </a:lnTo>
                  <a:lnTo>
                    <a:pt x="17018" y="990600"/>
                  </a:lnTo>
                  <a:lnTo>
                    <a:pt x="25400" y="990600"/>
                  </a:lnTo>
                  <a:lnTo>
                    <a:pt x="25400" y="914400"/>
                  </a:lnTo>
                  <a:close/>
                </a:path>
                <a:path w="25400" h="2514600">
                  <a:moveTo>
                    <a:pt x="25400" y="812800"/>
                  </a:moveTo>
                  <a:lnTo>
                    <a:pt x="17018" y="812800"/>
                  </a:lnTo>
                  <a:lnTo>
                    <a:pt x="17018" y="889000"/>
                  </a:lnTo>
                  <a:lnTo>
                    <a:pt x="25400" y="889000"/>
                  </a:lnTo>
                  <a:lnTo>
                    <a:pt x="25400" y="812800"/>
                  </a:lnTo>
                  <a:close/>
                </a:path>
                <a:path w="25400" h="2514600">
                  <a:moveTo>
                    <a:pt x="25400" y="711200"/>
                  </a:moveTo>
                  <a:lnTo>
                    <a:pt x="17018" y="711200"/>
                  </a:lnTo>
                  <a:lnTo>
                    <a:pt x="17018" y="787400"/>
                  </a:lnTo>
                  <a:lnTo>
                    <a:pt x="25400" y="787400"/>
                  </a:lnTo>
                  <a:lnTo>
                    <a:pt x="25400" y="711200"/>
                  </a:lnTo>
                  <a:close/>
                </a:path>
                <a:path w="25400" h="2514600">
                  <a:moveTo>
                    <a:pt x="25400" y="609600"/>
                  </a:moveTo>
                  <a:lnTo>
                    <a:pt x="17018" y="609600"/>
                  </a:lnTo>
                  <a:lnTo>
                    <a:pt x="17018" y="685800"/>
                  </a:lnTo>
                  <a:lnTo>
                    <a:pt x="25400" y="685800"/>
                  </a:lnTo>
                  <a:lnTo>
                    <a:pt x="25400" y="609600"/>
                  </a:lnTo>
                  <a:close/>
                </a:path>
                <a:path w="25400" h="2514600">
                  <a:moveTo>
                    <a:pt x="25400" y="508000"/>
                  </a:moveTo>
                  <a:lnTo>
                    <a:pt x="17018" y="508000"/>
                  </a:lnTo>
                  <a:lnTo>
                    <a:pt x="17018" y="584200"/>
                  </a:lnTo>
                  <a:lnTo>
                    <a:pt x="25400" y="584200"/>
                  </a:lnTo>
                  <a:lnTo>
                    <a:pt x="25400" y="508000"/>
                  </a:lnTo>
                  <a:close/>
                </a:path>
                <a:path w="25400" h="2514600">
                  <a:moveTo>
                    <a:pt x="25400" y="406400"/>
                  </a:moveTo>
                  <a:lnTo>
                    <a:pt x="17018" y="406400"/>
                  </a:lnTo>
                  <a:lnTo>
                    <a:pt x="17018" y="482600"/>
                  </a:lnTo>
                  <a:lnTo>
                    <a:pt x="25400" y="482600"/>
                  </a:lnTo>
                  <a:lnTo>
                    <a:pt x="25400" y="406400"/>
                  </a:lnTo>
                  <a:close/>
                </a:path>
                <a:path w="25400" h="2514600">
                  <a:moveTo>
                    <a:pt x="25400" y="304800"/>
                  </a:moveTo>
                  <a:lnTo>
                    <a:pt x="17018" y="304800"/>
                  </a:lnTo>
                  <a:lnTo>
                    <a:pt x="17018" y="381000"/>
                  </a:lnTo>
                  <a:lnTo>
                    <a:pt x="25400" y="381000"/>
                  </a:lnTo>
                  <a:lnTo>
                    <a:pt x="25400" y="304800"/>
                  </a:lnTo>
                  <a:close/>
                </a:path>
                <a:path w="25400" h="2514600">
                  <a:moveTo>
                    <a:pt x="25400" y="203200"/>
                  </a:moveTo>
                  <a:lnTo>
                    <a:pt x="17018" y="203200"/>
                  </a:lnTo>
                  <a:lnTo>
                    <a:pt x="17018" y="279400"/>
                  </a:lnTo>
                  <a:lnTo>
                    <a:pt x="25400" y="279400"/>
                  </a:lnTo>
                  <a:lnTo>
                    <a:pt x="25400" y="203200"/>
                  </a:lnTo>
                  <a:close/>
                </a:path>
                <a:path w="25400" h="2514600">
                  <a:moveTo>
                    <a:pt x="25400" y="101600"/>
                  </a:moveTo>
                  <a:lnTo>
                    <a:pt x="17018" y="101600"/>
                  </a:lnTo>
                  <a:lnTo>
                    <a:pt x="17018" y="177800"/>
                  </a:lnTo>
                  <a:lnTo>
                    <a:pt x="25400" y="177800"/>
                  </a:lnTo>
                  <a:lnTo>
                    <a:pt x="25400" y="101600"/>
                  </a:lnTo>
                  <a:close/>
                </a:path>
                <a:path w="25400" h="2514600">
                  <a:moveTo>
                    <a:pt x="25400" y="0"/>
                  </a:moveTo>
                  <a:lnTo>
                    <a:pt x="17018" y="0"/>
                  </a:lnTo>
                  <a:lnTo>
                    <a:pt x="17018" y="76200"/>
                  </a:lnTo>
                  <a:lnTo>
                    <a:pt x="25400" y="76200"/>
                  </a:lnTo>
                  <a:lnTo>
                    <a:pt x="25400" y="0"/>
                  </a:lnTo>
                  <a:close/>
                </a:path>
              </a:pathLst>
            </a:custGeom>
            <a:solidFill>
              <a:srgbClr val="FF0000"/>
            </a:solidFill>
          </p:spPr>
          <p:txBody>
            <a:bodyPr wrap="square" lIns="0" tIns="0" rIns="0" bIns="0" rtlCol="0"/>
            <a:lstStyle/>
            <a:p>
              <a:endParaRPr/>
            </a:p>
          </p:txBody>
        </p:sp>
        <p:pic>
          <p:nvPicPr>
            <p:cNvPr id="112" name="object 112"/>
            <p:cNvPicPr/>
            <p:nvPr/>
          </p:nvPicPr>
          <p:blipFill>
            <a:blip r:embed="rId46" cstate="print"/>
            <a:stretch>
              <a:fillRect/>
            </a:stretch>
          </p:blipFill>
          <p:spPr>
            <a:xfrm>
              <a:off x="4496816" y="756653"/>
              <a:ext cx="513854" cy="513854"/>
            </a:xfrm>
            <a:prstGeom prst="rect">
              <a:avLst/>
            </a:prstGeom>
          </p:spPr>
        </p:pic>
        <p:pic>
          <p:nvPicPr>
            <p:cNvPr id="113" name="object 113"/>
            <p:cNvPicPr/>
            <p:nvPr/>
          </p:nvPicPr>
          <p:blipFill>
            <a:blip r:embed="rId46" cstate="print"/>
            <a:stretch>
              <a:fillRect/>
            </a:stretch>
          </p:blipFill>
          <p:spPr>
            <a:xfrm>
              <a:off x="2106295" y="807199"/>
              <a:ext cx="513854" cy="513854"/>
            </a:xfrm>
            <a:prstGeom prst="rect">
              <a:avLst/>
            </a:prstGeom>
          </p:spPr>
        </p:pic>
        <p:pic>
          <p:nvPicPr>
            <p:cNvPr id="114" name="object 114" descr="A red location marker with black text  Description automatically generated"/>
            <p:cNvPicPr/>
            <p:nvPr/>
          </p:nvPicPr>
          <p:blipFill>
            <a:blip r:embed="rId47" cstate="print"/>
            <a:stretch>
              <a:fillRect/>
            </a:stretch>
          </p:blipFill>
          <p:spPr>
            <a:xfrm>
              <a:off x="7983092" y="722122"/>
              <a:ext cx="389089" cy="566674"/>
            </a:xfrm>
            <a:prstGeom prst="rect">
              <a:avLst/>
            </a:prstGeom>
          </p:spPr>
        </p:pic>
      </p:grpSp>
      <p:sp>
        <p:nvSpPr>
          <p:cNvPr id="115" name="object 115"/>
          <p:cNvSpPr txBox="1"/>
          <p:nvPr/>
        </p:nvSpPr>
        <p:spPr>
          <a:xfrm>
            <a:off x="9936226" y="1226058"/>
            <a:ext cx="330200" cy="641350"/>
          </a:xfrm>
          <a:prstGeom prst="rect">
            <a:avLst/>
          </a:prstGeom>
        </p:spPr>
        <p:txBody>
          <a:bodyPr vert="vert270" wrap="square" lIns="0" tIns="0" rIns="0" bIns="0" rtlCol="0">
            <a:spAutoFit/>
          </a:bodyPr>
          <a:lstStyle/>
          <a:p>
            <a:pPr marL="12700">
              <a:lnSpc>
                <a:spcPts val="2380"/>
              </a:lnSpc>
            </a:pPr>
            <a:r>
              <a:rPr sz="2400" spc="-20" dirty="0">
                <a:solidFill>
                  <a:srgbClr val="C00000"/>
                </a:solidFill>
                <a:latin typeface="Calibri"/>
                <a:cs typeface="Calibri"/>
              </a:rPr>
              <a:t>2033</a:t>
            </a:r>
            <a:endParaRPr sz="24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36FE-3F46-B85C-827F-5D97AB9DE1CE}"/>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34C3C033-5AF0-A521-3F41-73E09FC7B242}"/>
              </a:ext>
            </a:extLst>
          </p:cNvPr>
          <p:cNvSpPr txBox="1">
            <a:spLocks noGrp="1"/>
          </p:cNvSpPr>
          <p:nvPr>
            <p:ph type="title"/>
          </p:nvPr>
        </p:nvSpPr>
        <p:spPr>
          <a:xfrm>
            <a:off x="2487295" y="3049346"/>
            <a:ext cx="7214870" cy="1243289"/>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47525B"/>
                </a:solidFill>
              </a:rPr>
              <a:t>What</a:t>
            </a:r>
            <a:r>
              <a:rPr sz="4000" spc="-100" dirty="0">
                <a:solidFill>
                  <a:srgbClr val="47525B"/>
                </a:solidFill>
              </a:rPr>
              <a:t> </a:t>
            </a:r>
            <a:r>
              <a:rPr lang="en-US" sz="4000" spc="-100" dirty="0">
                <a:solidFill>
                  <a:srgbClr val="47525B"/>
                </a:solidFill>
              </a:rPr>
              <a:t>is the status of WIS2 implementation in your country ?</a:t>
            </a:r>
            <a:endParaRPr sz="4000" dirty="0"/>
          </a:p>
        </p:txBody>
      </p:sp>
    </p:spTree>
    <p:extLst>
      <p:ext uri="{BB962C8B-B14F-4D97-AF65-F5344CB8AC3E}">
        <p14:creationId xmlns:p14="http://schemas.microsoft.com/office/powerpoint/2010/main" val="3357919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8BDF200F-4270-CFDB-3EDC-B2220FB02099}"/>
              </a:ext>
            </a:extLst>
          </p:cNvPr>
          <p:cNvPicPr>
            <a:picLocks noChangeAspect="1"/>
          </p:cNvPicPr>
          <p:nvPr/>
        </p:nvPicPr>
        <p:blipFill>
          <a:blip r:embed="rId2"/>
          <a:srcRect r="1315"/>
          <a:stretch>
            <a:fillRect/>
          </a:stretch>
        </p:blipFill>
        <p:spPr>
          <a:xfrm>
            <a:off x="20" y="1282"/>
            <a:ext cx="12191980" cy="68567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bject 59" descr="$PPTXTitle"/>
          <p:cNvSpPr txBox="1">
            <a:spLocks noGrp="1"/>
          </p:cNvSpPr>
          <p:nvPr>
            <p:ph type="title"/>
          </p:nvPr>
        </p:nvSpPr>
        <p:spPr>
          <a:prstGeom prst="rect">
            <a:avLst/>
          </a:prstGeom>
        </p:spPr>
        <p:txBody>
          <a:bodyPr vert="horz" wrap="square" lIns="0" tIns="12700" rIns="0" bIns="0" rtlCol="0">
            <a:spAutoFit/>
          </a:bodyPr>
          <a:lstStyle/>
          <a:p>
            <a:pPr marL="1524000">
              <a:lnSpc>
                <a:spcPct val="100000"/>
              </a:lnSpc>
              <a:spcBef>
                <a:spcPts val="100"/>
              </a:spcBef>
            </a:pPr>
            <a:r>
              <a:rPr sz="4400" dirty="0"/>
              <a:t>WIS2</a:t>
            </a:r>
            <a:r>
              <a:rPr sz="4400" spc="-15" dirty="0"/>
              <a:t> </a:t>
            </a:r>
            <a:r>
              <a:rPr sz="4400" dirty="0"/>
              <a:t>node</a:t>
            </a:r>
            <a:r>
              <a:rPr sz="4400" spc="-25" dirty="0"/>
              <a:t> </a:t>
            </a:r>
            <a:r>
              <a:rPr sz="4400" dirty="0"/>
              <a:t>and</a:t>
            </a:r>
            <a:r>
              <a:rPr sz="4400" spc="-10" dirty="0"/>
              <a:t> </a:t>
            </a:r>
            <a:r>
              <a:rPr sz="4400" dirty="0"/>
              <a:t>Global</a:t>
            </a:r>
            <a:r>
              <a:rPr sz="4400" spc="-10" dirty="0"/>
              <a:t> Services</a:t>
            </a:r>
            <a:endParaRPr sz="4400" dirty="0"/>
          </a:p>
        </p:txBody>
      </p:sp>
      <p:sp>
        <p:nvSpPr>
          <p:cNvPr id="58" name="object 58"/>
          <p:cNvSpPr txBox="1"/>
          <p:nvPr/>
        </p:nvSpPr>
        <p:spPr>
          <a:xfrm>
            <a:off x="5739129" y="1087628"/>
            <a:ext cx="2264410" cy="4521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2800" b="1" i="0" u="none" strike="noStrike" kern="0" cap="none" spc="0" normalizeH="0" baseline="0" noProof="0" dirty="0">
                <a:ln>
                  <a:noFill/>
                </a:ln>
                <a:solidFill>
                  <a:srgbClr val="1F487C"/>
                </a:solidFill>
                <a:effectLst/>
                <a:uLnTx/>
                <a:uFillTx/>
                <a:latin typeface="Calibri"/>
                <a:cs typeface="Calibri"/>
              </a:rPr>
              <a:t>Global</a:t>
            </a:r>
            <a:r>
              <a:rPr kumimoji="0" sz="2800" b="1" i="0" u="none" strike="noStrike" kern="0" cap="none" spc="-80" normalizeH="0" baseline="0" noProof="0" dirty="0">
                <a:ln>
                  <a:noFill/>
                </a:ln>
                <a:solidFill>
                  <a:srgbClr val="1F487C"/>
                </a:solidFill>
                <a:effectLst/>
                <a:uLnTx/>
                <a:uFillTx/>
                <a:latin typeface="Calibri"/>
                <a:cs typeface="Calibri"/>
              </a:rPr>
              <a:t> </a:t>
            </a:r>
            <a:r>
              <a:rPr kumimoji="0" sz="2800" b="1" i="0" u="none" strike="noStrike" kern="0" cap="none" spc="-10" normalizeH="0" baseline="0" noProof="0" dirty="0">
                <a:ln>
                  <a:noFill/>
                </a:ln>
                <a:solidFill>
                  <a:srgbClr val="1F487C"/>
                </a:solidFill>
                <a:effectLst/>
                <a:uLnTx/>
                <a:uFillTx/>
                <a:latin typeface="Calibri"/>
                <a:cs typeface="Calibri"/>
              </a:rPr>
              <a:t>Services</a:t>
            </a:r>
            <a:endParaRPr kumimoji="0" sz="2800" b="0" i="0" u="none" strike="noStrike" kern="0" cap="none" spc="0" normalizeH="0" baseline="0" noProof="0">
              <a:ln>
                <a:noFill/>
              </a:ln>
              <a:solidFill>
                <a:sysClr val="windowText" lastClr="000000"/>
              </a:solidFill>
              <a:effectLst/>
              <a:uLnTx/>
              <a:uFillTx/>
              <a:latin typeface="Calibri"/>
              <a:cs typeface="Calibri"/>
            </a:endParaRPr>
          </a:p>
        </p:txBody>
      </p:sp>
      <p:grpSp>
        <p:nvGrpSpPr>
          <p:cNvPr id="4" name="object 4"/>
          <p:cNvGrpSpPr/>
          <p:nvPr/>
        </p:nvGrpSpPr>
        <p:grpSpPr>
          <a:xfrm>
            <a:off x="788047" y="1761235"/>
            <a:ext cx="4320540" cy="631825"/>
            <a:chOff x="788047" y="1761235"/>
            <a:chExt cx="4320540" cy="631825"/>
          </a:xfrm>
        </p:grpSpPr>
        <p:sp>
          <p:nvSpPr>
            <p:cNvPr id="5" name="object 5"/>
            <p:cNvSpPr/>
            <p:nvPr/>
          </p:nvSpPr>
          <p:spPr>
            <a:xfrm>
              <a:off x="794397" y="1767585"/>
              <a:ext cx="4307840" cy="619125"/>
            </a:xfrm>
            <a:custGeom>
              <a:avLst/>
              <a:gdLst/>
              <a:ahLst/>
              <a:cxnLst/>
              <a:rect l="l" t="t" r="r" b="b"/>
              <a:pathLst>
                <a:path w="4307840" h="619125">
                  <a:moveTo>
                    <a:pt x="4307446" y="0"/>
                  </a:moveTo>
                  <a:lnTo>
                    <a:pt x="309384" y="0"/>
                  </a:lnTo>
                  <a:lnTo>
                    <a:pt x="0" y="309372"/>
                  </a:lnTo>
                  <a:lnTo>
                    <a:pt x="309384" y="618743"/>
                  </a:lnTo>
                  <a:lnTo>
                    <a:pt x="4307446" y="618743"/>
                  </a:lnTo>
                  <a:lnTo>
                    <a:pt x="430744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794397" y="1767585"/>
              <a:ext cx="4307840" cy="619125"/>
            </a:xfrm>
            <a:custGeom>
              <a:avLst/>
              <a:gdLst/>
              <a:ahLst/>
              <a:cxnLst/>
              <a:rect l="l" t="t" r="r" b="b"/>
              <a:pathLst>
                <a:path w="4307840" h="619125">
                  <a:moveTo>
                    <a:pt x="4307446" y="618743"/>
                  </a:moveTo>
                  <a:lnTo>
                    <a:pt x="309384" y="618743"/>
                  </a:lnTo>
                  <a:lnTo>
                    <a:pt x="0" y="309372"/>
                  </a:lnTo>
                  <a:lnTo>
                    <a:pt x="309384" y="0"/>
                  </a:lnTo>
                  <a:lnTo>
                    <a:pt x="4307446" y="0"/>
                  </a:lnTo>
                  <a:lnTo>
                    <a:pt x="4307446" y="618743"/>
                  </a:lnTo>
                  <a:close/>
                </a:path>
              </a:pathLst>
            </a:custGeom>
            <a:ln w="12700">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 name="object 8"/>
          <p:cNvGrpSpPr/>
          <p:nvPr/>
        </p:nvGrpSpPr>
        <p:grpSpPr>
          <a:xfrm>
            <a:off x="478662" y="1761235"/>
            <a:ext cx="631825" cy="631825"/>
            <a:chOff x="478662" y="1761235"/>
            <a:chExt cx="631825" cy="631825"/>
          </a:xfrm>
        </p:grpSpPr>
        <p:pic>
          <p:nvPicPr>
            <p:cNvPr id="9" name="object 9"/>
            <p:cNvPicPr/>
            <p:nvPr/>
          </p:nvPicPr>
          <p:blipFill>
            <a:blip r:embed="rId2" cstate="print"/>
            <a:stretch>
              <a:fillRect/>
            </a:stretch>
          </p:blipFill>
          <p:spPr>
            <a:xfrm>
              <a:off x="485012" y="1767585"/>
              <a:ext cx="618769" cy="618743"/>
            </a:xfrm>
            <a:prstGeom prst="rect">
              <a:avLst/>
            </a:prstGeom>
          </p:spPr>
        </p:pic>
        <p:sp>
          <p:nvSpPr>
            <p:cNvPr id="10" name="object 10"/>
            <p:cNvSpPr/>
            <p:nvPr/>
          </p:nvSpPr>
          <p:spPr>
            <a:xfrm>
              <a:off x="485012" y="1767585"/>
              <a:ext cx="619125" cy="619125"/>
            </a:xfrm>
            <a:custGeom>
              <a:avLst/>
              <a:gdLst/>
              <a:ahLst/>
              <a:cxnLst/>
              <a:rect l="l" t="t" r="r" b="b"/>
              <a:pathLst>
                <a:path w="619125" h="619125">
                  <a:moveTo>
                    <a:pt x="0" y="309372"/>
                  </a:moveTo>
                  <a:lnTo>
                    <a:pt x="3354" y="263637"/>
                  </a:lnTo>
                  <a:lnTo>
                    <a:pt x="13099" y="219991"/>
                  </a:lnTo>
                  <a:lnTo>
                    <a:pt x="28755" y="178913"/>
                  </a:lnTo>
                  <a:lnTo>
                    <a:pt x="49844" y="140880"/>
                  </a:lnTo>
                  <a:lnTo>
                    <a:pt x="75887" y="106368"/>
                  </a:lnTo>
                  <a:lnTo>
                    <a:pt x="106406" y="75856"/>
                  </a:lnTo>
                  <a:lnTo>
                    <a:pt x="140922" y="49821"/>
                  </a:lnTo>
                  <a:lnTo>
                    <a:pt x="178957" y="28740"/>
                  </a:lnTo>
                  <a:lnTo>
                    <a:pt x="220031" y="13091"/>
                  </a:lnTo>
                  <a:lnTo>
                    <a:pt x="263666" y="3352"/>
                  </a:lnTo>
                  <a:lnTo>
                    <a:pt x="309384" y="0"/>
                  </a:lnTo>
                  <a:lnTo>
                    <a:pt x="355102" y="3352"/>
                  </a:lnTo>
                  <a:lnTo>
                    <a:pt x="398738" y="13091"/>
                  </a:lnTo>
                  <a:lnTo>
                    <a:pt x="439812" y="28740"/>
                  </a:lnTo>
                  <a:lnTo>
                    <a:pt x="477846" y="49821"/>
                  </a:lnTo>
                  <a:lnTo>
                    <a:pt x="512362" y="75856"/>
                  </a:lnTo>
                  <a:lnTo>
                    <a:pt x="542881" y="106368"/>
                  </a:lnTo>
                  <a:lnTo>
                    <a:pt x="568924" y="140880"/>
                  </a:lnTo>
                  <a:lnTo>
                    <a:pt x="590013" y="178913"/>
                  </a:lnTo>
                  <a:lnTo>
                    <a:pt x="605670" y="219991"/>
                  </a:lnTo>
                  <a:lnTo>
                    <a:pt x="615414" y="263637"/>
                  </a:lnTo>
                  <a:lnTo>
                    <a:pt x="618769" y="309372"/>
                  </a:lnTo>
                  <a:lnTo>
                    <a:pt x="615414" y="355078"/>
                  </a:lnTo>
                  <a:lnTo>
                    <a:pt x="605670" y="398705"/>
                  </a:lnTo>
                  <a:lnTo>
                    <a:pt x="590013" y="439775"/>
                  </a:lnTo>
                  <a:lnTo>
                    <a:pt x="568924" y="477807"/>
                  </a:lnTo>
                  <a:lnTo>
                    <a:pt x="542881" y="512323"/>
                  </a:lnTo>
                  <a:lnTo>
                    <a:pt x="512362" y="542844"/>
                  </a:lnTo>
                  <a:lnTo>
                    <a:pt x="477846" y="568890"/>
                  </a:lnTo>
                  <a:lnTo>
                    <a:pt x="439812" y="589982"/>
                  </a:lnTo>
                  <a:lnTo>
                    <a:pt x="398738" y="605641"/>
                  </a:lnTo>
                  <a:lnTo>
                    <a:pt x="355102" y="615388"/>
                  </a:lnTo>
                  <a:lnTo>
                    <a:pt x="309384" y="618743"/>
                  </a:lnTo>
                  <a:lnTo>
                    <a:pt x="263666" y="615388"/>
                  </a:lnTo>
                  <a:lnTo>
                    <a:pt x="220031" y="605641"/>
                  </a:lnTo>
                  <a:lnTo>
                    <a:pt x="178957" y="589982"/>
                  </a:lnTo>
                  <a:lnTo>
                    <a:pt x="140922" y="568890"/>
                  </a:lnTo>
                  <a:lnTo>
                    <a:pt x="106406" y="542844"/>
                  </a:lnTo>
                  <a:lnTo>
                    <a:pt x="75887" y="512323"/>
                  </a:lnTo>
                  <a:lnTo>
                    <a:pt x="49844" y="477807"/>
                  </a:lnTo>
                  <a:lnTo>
                    <a:pt x="28755" y="439775"/>
                  </a:lnTo>
                  <a:lnTo>
                    <a:pt x="13099" y="398705"/>
                  </a:lnTo>
                  <a:lnTo>
                    <a:pt x="3354" y="355078"/>
                  </a:lnTo>
                  <a:lnTo>
                    <a:pt x="0" y="309372"/>
                  </a:lnTo>
                  <a:close/>
                </a:path>
              </a:pathLst>
            </a:custGeom>
            <a:ln w="12699">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 name="object 7"/>
          <p:cNvSpPr txBox="1"/>
          <p:nvPr/>
        </p:nvSpPr>
        <p:spPr>
          <a:xfrm>
            <a:off x="1209547" y="1790826"/>
            <a:ext cx="3741420" cy="521970"/>
          </a:xfrm>
          <a:prstGeom prst="rect">
            <a:avLst/>
          </a:prstGeom>
        </p:spPr>
        <p:txBody>
          <a:bodyPr vert="horz" wrap="square" lIns="0" tIns="13335" rIns="0" bIns="0" rtlCol="0">
            <a:spAutoFit/>
          </a:bodyPr>
          <a:lstStyle/>
          <a:p>
            <a:pPr marL="12700" marR="0" lvl="0" indent="0" defTabSz="914400" eaLnBrk="1" fontAlgn="auto" latinLnBrk="0" hangingPunct="1">
              <a:lnSpc>
                <a:spcPts val="1950"/>
              </a:lnSpc>
              <a:spcBef>
                <a:spcPts val="105"/>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Each</a:t>
            </a:r>
            <a:r>
              <a:rPr kumimoji="0" sz="1700" b="0" i="0" u="none" strike="noStrike" kern="0" cap="none" spc="-3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WMO</a:t>
            </a:r>
            <a:r>
              <a:rPr kumimoji="0" sz="1700" b="0" i="0" u="none" strike="noStrike" kern="0" cap="none" spc="-1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Member</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shall</a:t>
            </a:r>
            <a:r>
              <a:rPr kumimoji="0" sz="1700" b="0" i="0" u="none" strike="noStrike" kern="0" cap="none" spc="-3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implement</a:t>
            </a:r>
            <a:r>
              <a:rPr kumimoji="0" sz="1700" b="0" i="0" u="none" strike="noStrike" kern="0" cap="none" spc="-60" normalizeH="0" baseline="0" noProof="0" dirty="0">
                <a:ln>
                  <a:noFill/>
                </a:ln>
                <a:solidFill>
                  <a:srgbClr val="001F5F"/>
                </a:solidFill>
                <a:effectLst/>
                <a:uLnTx/>
                <a:uFillTx/>
                <a:latin typeface="Calibri"/>
                <a:cs typeface="Calibri"/>
              </a:rPr>
              <a:t> </a:t>
            </a:r>
            <a:r>
              <a:rPr kumimoji="0" sz="1700" b="0" i="0" u="none" strike="noStrike" kern="0" cap="none" spc="-25" normalizeH="0" baseline="0" noProof="0" dirty="0">
                <a:ln>
                  <a:noFill/>
                </a:ln>
                <a:solidFill>
                  <a:srgbClr val="001F5F"/>
                </a:solidFill>
                <a:effectLst/>
                <a:uLnTx/>
                <a:uFillTx/>
                <a:latin typeface="Calibri"/>
                <a:cs typeface="Calibri"/>
              </a:rPr>
              <a:t>at</a:t>
            </a:r>
            <a:endParaRPr kumimoji="0" sz="17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ts val="1950"/>
              </a:lnSpc>
              <a:spcBef>
                <a:spcPts val="0"/>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least</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one</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WIS2</a:t>
            </a:r>
            <a:r>
              <a:rPr kumimoji="0" sz="1700" b="0" i="0" u="none" strike="noStrike" kern="0" cap="none" spc="-2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node</a:t>
            </a:r>
            <a:r>
              <a:rPr kumimoji="0" sz="1700" b="0" i="0" u="none" strike="noStrike" kern="0" cap="none" spc="-3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to</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share</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data</a:t>
            </a:r>
            <a:r>
              <a:rPr kumimoji="0" sz="1700" b="0" i="0" u="none" strike="noStrike" kern="0" cap="none" spc="-3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in</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20" normalizeH="0" baseline="0" noProof="0" dirty="0">
                <a:ln>
                  <a:noFill/>
                </a:ln>
                <a:solidFill>
                  <a:srgbClr val="001F5F"/>
                </a:solidFill>
                <a:effectLst/>
                <a:uLnTx/>
                <a:uFillTx/>
                <a:latin typeface="Calibri"/>
                <a:cs typeface="Calibri"/>
              </a:rPr>
              <a:t>WIS2</a:t>
            </a:r>
            <a:endParaRPr kumimoji="0" sz="1700" b="0" i="0" u="none" strike="noStrike" kern="0" cap="none" spc="0" normalizeH="0" baseline="0" noProof="0">
              <a:ln>
                <a:noFill/>
              </a:ln>
              <a:solidFill>
                <a:sysClr val="windowText" lastClr="000000"/>
              </a:solidFill>
              <a:effectLst/>
              <a:uLnTx/>
              <a:uFillTx/>
              <a:latin typeface="Calibri"/>
              <a:cs typeface="Calibri"/>
            </a:endParaRPr>
          </a:p>
        </p:txBody>
      </p:sp>
      <p:grpSp>
        <p:nvGrpSpPr>
          <p:cNvPr id="43" name="object 43"/>
          <p:cNvGrpSpPr/>
          <p:nvPr/>
        </p:nvGrpSpPr>
        <p:grpSpPr>
          <a:xfrm>
            <a:off x="8096504" y="963670"/>
            <a:ext cx="3856990" cy="1162050"/>
            <a:chOff x="8096504" y="963670"/>
            <a:chExt cx="3856990" cy="1162050"/>
          </a:xfrm>
        </p:grpSpPr>
        <p:pic>
          <p:nvPicPr>
            <p:cNvPr id="44" name="object 44" descr="Icon  Description automatically generated"/>
            <p:cNvPicPr/>
            <p:nvPr/>
          </p:nvPicPr>
          <p:blipFill>
            <a:blip r:embed="rId3" cstate="print"/>
            <a:stretch>
              <a:fillRect/>
            </a:stretch>
          </p:blipFill>
          <p:spPr>
            <a:xfrm>
              <a:off x="11285841" y="963670"/>
              <a:ext cx="667270" cy="550403"/>
            </a:xfrm>
            <a:prstGeom prst="rect">
              <a:avLst/>
            </a:prstGeom>
          </p:spPr>
        </p:pic>
        <p:sp>
          <p:nvSpPr>
            <p:cNvPr id="45" name="object 45"/>
            <p:cNvSpPr/>
            <p:nvPr/>
          </p:nvSpPr>
          <p:spPr>
            <a:xfrm>
              <a:off x="8096504" y="1463674"/>
              <a:ext cx="3166745" cy="662305"/>
            </a:xfrm>
            <a:custGeom>
              <a:avLst/>
              <a:gdLst/>
              <a:ahLst/>
              <a:cxnLst/>
              <a:rect l="l" t="t" r="r" b="b"/>
              <a:pathLst>
                <a:path w="3166745" h="662305">
                  <a:moveTo>
                    <a:pt x="75946" y="585851"/>
                  </a:moveTo>
                  <a:lnTo>
                    <a:pt x="0" y="624586"/>
                  </a:lnTo>
                  <a:lnTo>
                    <a:pt x="76580" y="662051"/>
                  </a:lnTo>
                  <a:lnTo>
                    <a:pt x="76317" y="630427"/>
                  </a:lnTo>
                  <a:lnTo>
                    <a:pt x="63626" y="630427"/>
                  </a:lnTo>
                  <a:lnTo>
                    <a:pt x="63500" y="617727"/>
                  </a:lnTo>
                  <a:lnTo>
                    <a:pt x="76211" y="617727"/>
                  </a:lnTo>
                  <a:lnTo>
                    <a:pt x="76097" y="604012"/>
                  </a:lnTo>
                  <a:lnTo>
                    <a:pt x="75991" y="591312"/>
                  </a:lnTo>
                  <a:lnTo>
                    <a:pt x="75946" y="585851"/>
                  </a:lnTo>
                  <a:close/>
                </a:path>
                <a:path w="3166745" h="662305">
                  <a:moveTo>
                    <a:pt x="1637532" y="470188"/>
                  </a:moveTo>
                  <a:lnTo>
                    <a:pt x="1592326" y="481457"/>
                  </a:lnTo>
                  <a:lnTo>
                    <a:pt x="1543767" y="492160"/>
                  </a:lnTo>
                  <a:lnTo>
                    <a:pt x="1494663" y="502030"/>
                  </a:lnTo>
                  <a:lnTo>
                    <a:pt x="1440688" y="512063"/>
                  </a:lnTo>
                  <a:lnTo>
                    <a:pt x="1383538" y="521588"/>
                  </a:lnTo>
                  <a:lnTo>
                    <a:pt x="1323340" y="530987"/>
                  </a:lnTo>
                  <a:lnTo>
                    <a:pt x="1260348" y="540003"/>
                  </a:lnTo>
                  <a:lnTo>
                    <a:pt x="1126363" y="556895"/>
                  </a:lnTo>
                  <a:lnTo>
                    <a:pt x="982852" y="572008"/>
                  </a:lnTo>
                  <a:lnTo>
                    <a:pt x="831342" y="585342"/>
                  </a:lnTo>
                  <a:lnTo>
                    <a:pt x="673226" y="596773"/>
                  </a:lnTo>
                  <a:lnTo>
                    <a:pt x="509650" y="605916"/>
                  </a:lnTo>
                  <a:lnTo>
                    <a:pt x="342011" y="612648"/>
                  </a:lnTo>
                  <a:lnTo>
                    <a:pt x="171703" y="616838"/>
                  </a:lnTo>
                  <a:lnTo>
                    <a:pt x="63500" y="617727"/>
                  </a:lnTo>
                  <a:lnTo>
                    <a:pt x="63626" y="630427"/>
                  </a:lnTo>
                  <a:lnTo>
                    <a:pt x="76317" y="630427"/>
                  </a:lnTo>
                  <a:lnTo>
                    <a:pt x="76211" y="617727"/>
                  </a:lnTo>
                  <a:lnTo>
                    <a:pt x="523927" y="617727"/>
                  </a:lnTo>
                  <a:lnTo>
                    <a:pt x="673989" y="609346"/>
                  </a:lnTo>
                  <a:lnTo>
                    <a:pt x="832357" y="598042"/>
                  </a:lnTo>
                  <a:lnTo>
                    <a:pt x="984123" y="584580"/>
                  </a:lnTo>
                  <a:lnTo>
                    <a:pt x="1127760" y="569467"/>
                  </a:lnTo>
                  <a:lnTo>
                    <a:pt x="1196086" y="561213"/>
                  </a:lnTo>
                  <a:lnTo>
                    <a:pt x="1261999" y="552576"/>
                  </a:lnTo>
                  <a:lnTo>
                    <a:pt x="1325245" y="543560"/>
                  </a:lnTo>
                  <a:lnTo>
                    <a:pt x="1385570" y="534162"/>
                  </a:lnTo>
                  <a:lnTo>
                    <a:pt x="1442847" y="524510"/>
                  </a:lnTo>
                  <a:lnTo>
                    <a:pt x="1497076" y="514476"/>
                  </a:lnTo>
                  <a:lnTo>
                    <a:pt x="1547876" y="504316"/>
                  </a:lnTo>
                  <a:lnTo>
                    <a:pt x="1594993" y="493775"/>
                  </a:lnTo>
                  <a:lnTo>
                    <a:pt x="1595247" y="493775"/>
                  </a:lnTo>
                  <a:lnTo>
                    <a:pt x="1638807" y="482980"/>
                  </a:lnTo>
                  <a:lnTo>
                    <a:pt x="1678431" y="472059"/>
                  </a:lnTo>
                  <a:lnTo>
                    <a:pt x="1678148" y="472059"/>
                  </a:lnTo>
                  <a:lnTo>
                    <a:pt x="1682444" y="470729"/>
                  </a:lnTo>
                  <a:lnTo>
                    <a:pt x="1635594" y="470729"/>
                  </a:lnTo>
                  <a:lnTo>
                    <a:pt x="1637532" y="470188"/>
                  </a:lnTo>
                  <a:close/>
                </a:path>
                <a:path w="3166745" h="662305">
                  <a:moveTo>
                    <a:pt x="523927" y="617727"/>
                  </a:moveTo>
                  <a:lnTo>
                    <a:pt x="76211" y="617727"/>
                  </a:lnTo>
                  <a:lnTo>
                    <a:pt x="76317" y="630427"/>
                  </a:lnTo>
                  <a:lnTo>
                    <a:pt x="63626" y="630427"/>
                  </a:lnTo>
                  <a:lnTo>
                    <a:pt x="171957" y="629538"/>
                  </a:lnTo>
                  <a:lnTo>
                    <a:pt x="342392" y="625348"/>
                  </a:lnTo>
                  <a:lnTo>
                    <a:pt x="510286" y="618489"/>
                  </a:lnTo>
                  <a:lnTo>
                    <a:pt x="523927" y="617727"/>
                  </a:lnTo>
                  <a:close/>
                </a:path>
                <a:path w="3166745" h="662305">
                  <a:moveTo>
                    <a:pt x="1834654" y="392557"/>
                  </a:moveTo>
                  <a:lnTo>
                    <a:pt x="1819655" y="392557"/>
                  </a:lnTo>
                  <a:lnTo>
                    <a:pt x="1819216" y="392958"/>
                  </a:lnTo>
                  <a:lnTo>
                    <a:pt x="1818640" y="393826"/>
                  </a:lnTo>
                  <a:lnTo>
                    <a:pt x="1818263" y="393826"/>
                  </a:lnTo>
                  <a:lnTo>
                    <a:pt x="1809209" y="402082"/>
                  </a:lnTo>
                  <a:lnTo>
                    <a:pt x="1807464" y="403733"/>
                  </a:lnTo>
                  <a:lnTo>
                    <a:pt x="1807235" y="403881"/>
                  </a:lnTo>
                  <a:lnTo>
                    <a:pt x="1806702" y="404367"/>
                  </a:lnTo>
                  <a:lnTo>
                    <a:pt x="1806487" y="404367"/>
                  </a:lnTo>
                  <a:lnTo>
                    <a:pt x="1791051" y="414400"/>
                  </a:lnTo>
                  <a:lnTo>
                    <a:pt x="1741017" y="437833"/>
                  </a:lnTo>
                  <a:lnTo>
                    <a:pt x="1675002" y="459739"/>
                  </a:lnTo>
                  <a:lnTo>
                    <a:pt x="1635594" y="470729"/>
                  </a:lnTo>
                  <a:lnTo>
                    <a:pt x="1682444" y="470729"/>
                  </a:lnTo>
                  <a:lnTo>
                    <a:pt x="1714246" y="460883"/>
                  </a:lnTo>
                  <a:lnTo>
                    <a:pt x="1714500" y="460883"/>
                  </a:lnTo>
                  <a:lnTo>
                    <a:pt x="1745869" y="449579"/>
                  </a:lnTo>
                  <a:lnTo>
                    <a:pt x="1747456" y="448889"/>
                  </a:lnTo>
                  <a:lnTo>
                    <a:pt x="1773174" y="438023"/>
                  </a:lnTo>
                  <a:lnTo>
                    <a:pt x="1773458" y="437833"/>
                  </a:lnTo>
                  <a:lnTo>
                    <a:pt x="1773861" y="437613"/>
                  </a:lnTo>
                  <a:lnTo>
                    <a:pt x="1795968" y="426372"/>
                  </a:lnTo>
                  <a:lnTo>
                    <a:pt x="1796542" y="425958"/>
                  </a:lnTo>
                  <a:lnTo>
                    <a:pt x="1814449" y="414400"/>
                  </a:lnTo>
                  <a:lnTo>
                    <a:pt x="1815211" y="413765"/>
                  </a:lnTo>
                  <a:lnTo>
                    <a:pt x="1825630" y="404367"/>
                  </a:lnTo>
                  <a:lnTo>
                    <a:pt x="1806702" y="404367"/>
                  </a:lnTo>
                  <a:lnTo>
                    <a:pt x="1807285" y="403881"/>
                  </a:lnTo>
                  <a:lnTo>
                    <a:pt x="1826170" y="403881"/>
                  </a:lnTo>
                  <a:lnTo>
                    <a:pt x="1828165" y="402082"/>
                  </a:lnTo>
                  <a:lnTo>
                    <a:pt x="1829180" y="400812"/>
                  </a:lnTo>
                  <a:lnTo>
                    <a:pt x="1833812" y="393826"/>
                  </a:lnTo>
                  <a:lnTo>
                    <a:pt x="1818640" y="393826"/>
                  </a:lnTo>
                  <a:lnTo>
                    <a:pt x="1819335" y="392958"/>
                  </a:lnTo>
                  <a:lnTo>
                    <a:pt x="1834388" y="392958"/>
                  </a:lnTo>
                  <a:lnTo>
                    <a:pt x="1834654" y="392557"/>
                  </a:lnTo>
                  <a:close/>
                </a:path>
                <a:path w="3166745" h="662305">
                  <a:moveTo>
                    <a:pt x="1710204" y="448889"/>
                  </a:moveTo>
                  <a:lnTo>
                    <a:pt x="1709981" y="448889"/>
                  </a:lnTo>
                  <a:lnTo>
                    <a:pt x="1708043" y="449579"/>
                  </a:lnTo>
                  <a:lnTo>
                    <a:pt x="1710204" y="448889"/>
                  </a:lnTo>
                  <a:close/>
                </a:path>
                <a:path w="3166745" h="662305">
                  <a:moveTo>
                    <a:pt x="1825738" y="383120"/>
                  </a:moveTo>
                  <a:lnTo>
                    <a:pt x="1819216" y="392958"/>
                  </a:lnTo>
                  <a:lnTo>
                    <a:pt x="1819655" y="392557"/>
                  </a:lnTo>
                  <a:lnTo>
                    <a:pt x="1834654" y="392557"/>
                  </a:lnTo>
                  <a:lnTo>
                    <a:pt x="1836927" y="389127"/>
                  </a:lnTo>
                  <a:lnTo>
                    <a:pt x="1837944" y="386969"/>
                  </a:lnTo>
                  <a:lnTo>
                    <a:pt x="1838581" y="384175"/>
                  </a:lnTo>
                  <a:lnTo>
                    <a:pt x="1825498" y="384175"/>
                  </a:lnTo>
                  <a:lnTo>
                    <a:pt x="1825738" y="383120"/>
                  </a:lnTo>
                  <a:close/>
                </a:path>
                <a:path w="3166745" h="662305">
                  <a:moveTo>
                    <a:pt x="1826387" y="382142"/>
                  </a:moveTo>
                  <a:lnTo>
                    <a:pt x="1825738" y="383120"/>
                  </a:lnTo>
                  <a:lnTo>
                    <a:pt x="1825498" y="384175"/>
                  </a:lnTo>
                  <a:lnTo>
                    <a:pt x="1826387" y="382142"/>
                  </a:lnTo>
                  <a:close/>
                </a:path>
                <a:path w="3166745" h="662305">
                  <a:moveTo>
                    <a:pt x="1839045" y="382142"/>
                  </a:moveTo>
                  <a:lnTo>
                    <a:pt x="1826387" y="382142"/>
                  </a:lnTo>
                  <a:lnTo>
                    <a:pt x="1825498" y="384175"/>
                  </a:lnTo>
                  <a:lnTo>
                    <a:pt x="1838581" y="384175"/>
                  </a:lnTo>
                  <a:lnTo>
                    <a:pt x="1839045" y="382142"/>
                  </a:lnTo>
                  <a:close/>
                </a:path>
                <a:path w="3166745" h="662305">
                  <a:moveTo>
                    <a:pt x="3164501" y="14097"/>
                  </a:moveTo>
                  <a:lnTo>
                    <a:pt x="3150743" y="14097"/>
                  </a:lnTo>
                  <a:lnTo>
                    <a:pt x="3150036" y="14899"/>
                  </a:lnTo>
                  <a:lnTo>
                    <a:pt x="3149854" y="15239"/>
                  </a:lnTo>
                  <a:lnTo>
                    <a:pt x="3149709" y="15239"/>
                  </a:lnTo>
                  <a:lnTo>
                    <a:pt x="3146828" y="18540"/>
                  </a:lnTo>
                  <a:lnTo>
                    <a:pt x="3140329" y="24129"/>
                  </a:lnTo>
                  <a:lnTo>
                    <a:pt x="3140190" y="24129"/>
                  </a:lnTo>
                  <a:lnTo>
                    <a:pt x="3132702" y="29043"/>
                  </a:lnTo>
                  <a:lnTo>
                    <a:pt x="3086100" y="48895"/>
                  </a:lnTo>
                  <a:lnTo>
                    <a:pt x="3035554" y="63246"/>
                  </a:lnTo>
                  <a:lnTo>
                    <a:pt x="2995549" y="72262"/>
                  </a:lnTo>
                  <a:lnTo>
                    <a:pt x="2951099" y="80772"/>
                  </a:lnTo>
                  <a:lnTo>
                    <a:pt x="2902966" y="88519"/>
                  </a:lnTo>
                  <a:lnTo>
                    <a:pt x="2851277" y="95503"/>
                  </a:lnTo>
                  <a:lnTo>
                    <a:pt x="2768346" y="104394"/>
                  </a:lnTo>
                  <a:lnTo>
                    <a:pt x="2678803" y="111251"/>
                  </a:lnTo>
                  <a:lnTo>
                    <a:pt x="2678170" y="111251"/>
                  </a:lnTo>
                  <a:lnTo>
                    <a:pt x="2620137" y="114300"/>
                  </a:lnTo>
                  <a:lnTo>
                    <a:pt x="2558796" y="116204"/>
                  </a:lnTo>
                  <a:lnTo>
                    <a:pt x="2465578" y="117221"/>
                  </a:lnTo>
                  <a:lnTo>
                    <a:pt x="2434463" y="118237"/>
                  </a:lnTo>
                  <a:lnTo>
                    <a:pt x="2403475" y="120141"/>
                  </a:lnTo>
                  <a:lnTo>
                    <a:pt x="2372614" y="122427"/>
                  </a:lnTo>
                  <a:lnTo>
                    <a:pt x="2340864" y="125602"/>
                  </a:lnTo>
                  <a:lnTo>
                    <a:pt x="2342006" y="125602"/>
                  </a:lnTo>
                  <a:lnTo>
                    <a:pt x="2311780" y="129286"/>
                  </a:lnTo>
                  <a:lnTo>
                    <a:pt x="2252345" y="138429"/>
                  </a:lnTo>
                  <a:lnTo>
                    <a:pt x="2194941" y="149860"/>
                  </a:lnTo>
                  <a:lnTo>
                    <a:pt x="2139950" y="163322"/>
                  </a:lnTo>
                  <a:lnTo>
                    <a:pt x="2088006" y="178562"/>
                  </a:lnTo>
                  <a:lnTo>
                    <a:pt x="2087752" y="178562"/>
                  </a:lnTo>
                  <a:lnTo>
                    <a:pt x="2062988" y="186944"/>
                  </a:lnTo>
                  <a:lnTo>
                    <a:pt x="2039239" y="195579"/>
                  </a:lnTo>
                  <a:lnTo>
                    <a:pt x="2039112" y="195707"/>
                  </a:lnTo>
                  <a:lnTo>
                    <a:pt x="2016125" y="204724"/>
                  </a:lnTo>
                  <a:lnTo>
                    <a:pt x="1973326" y="223774"/>
                  </a:lnTo>
                  <a:lnTo>
                    <a:pt x="1935099" y="244221"/>
                  </a:lnTo>
                  <a:lnTo>
                    <a:pt x="1901698" y="265938"/>
                  </a:lnTo>
                  <a:lnTo>
                    <a:pt x="1887220" y="277113"/>
                  </a:lnTo>
                  <a:lnTo>
                    <a:pt x="1874266" y="288163"/>
                  </a:lnTo>
                  <a:lnTo>
                    <a:pt x="1844040" y="323469"/>
                  </a:lnTo>
                  <a:lnTo>
                    <a:pt x="1828927" y="361696"/>
                  </a:lnTo>
                  <a:lnTo>
                    <a:pt x="1828165" y="372490"/>
                  </a:lnTo>
                  <a:lnTo>
                    <a:pt x="1825738" y="383120"/>
                  </a:lnTo>
                  <a:lnTo>
                    <a:pt x="1826387" y="382142"/>
                  </a:lnTo>
                  <a:lnTo>
                    <a:pt x="1839045" y="382142"/>
                  </a:lnTo>
                  <a:lnTo>
                    <a:pt x="1840611" y="375285"/>
                  </a:lnTo>
                  <a:lnTo>
                    <a:pt x="1840738" y="374396"/>
                  </a:lnTo>
                  <a:lnTo>
                    <a:pt x="1841549" y="363727"/>
                  </a:lnTo>
                  <a:lnTo>
                    <a:pt x="1841627" y="362712"/>
                  </a:lnTo>
                  <a:lnTo>
                    <a:pt x="1841980" y="361696"/>
                  </a:lnTo>
                  <a:lnTo>
                    <a:pt x="1844294" y="351916"/>
                  </a:lnTo>
                  <a:lnTo>
                    <a:pt x="1845571" y="348996"/>
                  </a:lnTo>
                  <a:lnTo>
                    <a:pt x="1848743" y="341111"/>
                  </a:lnTo>
                  <a:lnTo>
                    <a:pt x="1871713" y="308533"/>
                  </a:lnTo>
                  <a:lnTo>
                    <a:pt x="1909943" y="275588"/>
                  </a:lnTo>
                  <a:lnTo>
                    <a:pt x="1941990" y="254967"/>
                  </a:lnTo>
                  <a:lnTo>
                    <a:pt x="1978914" y="235203"/>
                  </a:lnTo>
                  <a:lnTo>
                    <a:pt x="2020951" y="216408"/>
                  </a:lnTo>
                  <a:lnTo>
                    <a:pt x="2067178" y="198882"/>
                  </a:lnTo>
                  <a:lnTo>
                    <a:pt x="2117090" y="182879"/>
                  </a:lnTo>
                  <a:lnTo>
                    <a:pt x="2170176" y="168655"/>
                  </a:lnTo>
                  <a:lnTo>
                    <a:pt x="2225929" y="156337"/>
                  </a:lnTo>
                  <a:lnTo>
                    <a:pt x="2283841" y="146176"/>
                  </a:lnTo>
                  <a:lnTo>
                    <a:pt x="2313434" y="141877"/>
                  </a:lnTo>
                  <a:lnTo>
                    <a:pt x="2313284" y="141877"/>
                  </a:lnTo>
                  <a:lnTo>
                    <a:pt x="2343404" y="138175"/>
                  </a:lnTo>
                  <a:lnTo>
                    <a:pt x="2373758" y="135140"/>
                  </a:lnTo>
                  <a:lnTo>
                    <a:pt x="2373597" y="135140"/>
                  </a:lnTo>
                  <a:lnTo>
                    <a:pt x="2404364" y="132714"/>
                  </a:lnTo>
                  <a:lnTo>
                    <a:pt x="2434971" y="130951"/>
                  </a:lnTo>
                  <a:lnTo>
                    <a:pt x="2434526" y="130951"/>
                  </a:lnTo>
                  <a:lnTo>
                    <a:pt x="2465959" y="129921"/>
                  </a:lnTo>
                  <a:lnTo>
                    <a:pt x="2559050" y="128904"/>
                  </a:lnTo>
                  <a:lnTo>
                    <a:pt x="2620645" y="127000"/>
                  </a:lnTo>
                  <a:lnTo>
                    <a:pt x="2681351" y="123825"/>
                  </a:lnTo>
                  <a:lnTo>
                    <a:pt x="2740532" y="119634"/>
                  </a:lnTo>
                  <a:lnTo>
                    <a:pt x="2768041" y="117221"/>
                  </a:lnTo>
                  <a:lnTo>
                    <a:pt x="2768195" y="117221"/>
                  </a:lnTo>
                  <a:lnTo>
                    <a:pt x="2852801" y="108203"/>
                  </a:lnTo>
                  <a:lnTo>
                    <a:pt x="2929509" y="97282"/>
                  </a:lnTo>
                  <a:lnTo>
                    <a:pt x="2953257" y="93217"/>
                  </a:lnTo>
                  <a:lnTo>
                    <a:pt x="2953385" y="93217"/>
                  </a:lnTo>
                  <a:lnTo>
                    <a:pt x="2998089" y="84709"/>
                  </a:lnTo>
                  <a:lnTo>
                    <a:pt x="3038602" y="75564"/>
                  </a:lnTo>
                  <a:lnTo>
                    <a:pt x="3074035" y="65912"/>
                  </a:lnTo>
                  <a:lnTo>
                    <a:pt x="3074289" y="65912"/>
                  </a:lnTo>
                  <a:lnTo>
                    <a:pt x="3089910" y="60960"/>
                  </a:lnTo>
                  <a:lnTo>
                    <a:pt x="3104388" y="55879"/>
                  </a:lnTo>
                  <a:lnTo>
                    <a:pt x="3104642" y="55879"/>
                  </a:lnTo>
                  <a:lnTo>
                    <a:pt x="3117596" y="50673"/>
                  </a:lnTo>
                  <a:lnTo>
                    <a:pt x="3129153" y="45338"/>
                  </a:lnTo>
                  <a:lnTo>
                    <a:pt x="3129301" y="45338"/>
                  </a:lnTo>
                  <a:lnTo>
                    <a:pt x="3139313" y="39877"/>
                  </a:lnTo>
                  <a:lnTo>
                    <a:pt x="3139821" y="39624"/>
                  </a:lnTo>
                  <a:lnTo>
                    <a:pt x="3147949" y="34289"/>
                  </a:lnTo>
                  <a:lnTo>
                    <a:pt x="3148425" y="33909"/>
                  </a:lnTo>
                  <a:lnTo>
                    <a:pt x="3154934" y="28448"/>
                  </a:lnTo>
                  <a:lnTo>
                    <a:pt x="3155569" y="27686"/>
                  </a:lnTo>
                  <a:lnTo>
                    <a:pt x="3158701" y="24129"/>
                  </a:lnTo>
                  <a:lnTo>
                    <a:pt x="3140329" y="24129"/>
                  </a:lnTo>
                  <a:lnTo>
                    <a:pt x="3140808" y="23746"/>
                  </a:lnTo>
                  <a:lnTo>
                    <a:pt x="3159039" y="23746"/>
                  </a:lnTo>
                  <a:lnTo>
                    <a:pt x="3160268" y="22351"/>
                  </a:lnTo>
                  <a:lnTo>
                    <a:pt x="3161156" y="21209"/>
                  </a:lnTo>
                  <a:lnTo>
                    <a:pt x="3163951" y="15748"/>
                  </a:lnTo>
                  <a:lnTo>
                    <a:pt x="3164120" y="15239"/>
                  </a:lnTo>
                  <a:lnTo>
                    <a:pt x="3149854" y="15239"/>
                  </a:lnTo>
                  <a:lnTo>
                    <a:pt x="3150119" y="14899"/>
                  </a:lnTo>
                  <a:lnTo>
                    <a:pt x="3164233" y="14899"/>
                  </a:lnTo>
                  <a:lnTo>
                    <a:pt x="3164501" y="14097"/>
                  </a:lnTo>
                  <a:close/>
                </a:path>
                <a:path w="3166745" h="662305">
                  <a:moveTo>
                    <a:pt x="2047796" y="205967"/>
                  </a:moveTo>
                  <a:lnTo>
                    <a:pt x="2043338" y="207603"/>
                  </a:lnTo>
                  <a:lnTo>
                    <a:pt x="2043590" y="207603"/>
                  </a:lnTo>
                  <a:lnTo>
                    <a:pt x="2047796" y="205967"/>
                  </a:lnTo>
                  <a:close/>
                </a:path>
                <a:path w="3166745" h="662305">
                  <a:moveTo>
                    <a:pt x="3152324" y="10620"/>
                  </a:moveTo>
                  <a:lnTo>
                    <a:pt x="3150036" y="14899"/>
                  </a:lnTo>
                  <a:lnTo>
                    <a:pt x="3150743" y="14097"/>
                  </a:lnTo>
                  <a:lnTo>
                    <a:pt x="3164501" y="14097"/>
                  </a:lnTo>
                  <a:lnTo>
                    <a:pt x="3164586" y="13842"/>
                  </a:lnTo>
                  <a:lnTo>
                    <a:pt x="3164961" y="11684"/>
                  </a:lnTo>
                  <a:lnTo>
                    <a:pt x="3152140" y="11684"/>
                  </a:lnTo>
                  <a:lnTo>
                    <a:pt x="3152324" y="10620"/>
                  </a:lnTo>
                  <a:close/>
                </a:path>
                <a:path w="3166745" h="662305">
                  <a:moveTo>
                    <a:pt x="3152775" y="9778"/>
                  </a:moveTo>
                  <a:lnTo>
                    <a:pt x="3152324" y="10620"/>
                  </a:lnTo>
                  <a:lnTo>
                    <a:pt x="3152140" y="11684"/>
                  </a:lnTo>
                  <a:lnTo>
                    <a:pt x="3152775" y="9778"/>
                  </a:lnTo>
                  <a:close/>
                </a:path>
                <a:path w="3166745" h="662305">
                  <a:moveTo>
                    <a:pt x="3165292" y="9778"/>
                  </a:moveTo>
                  <a:lnTo>
                    <a:pt x="3152775" y="9778"/>
                  </a:lnTo>
                  <a:lnTo>
                    <a:pt x="3152140" y="11684"/>
                  </a:lnTo>
                  <a:lnTo>
                    <a:pt x="3164961" y="11684"/>
                  </a:lnTo>
                  <a:lnTo>
                    <a:pt x="3165292" y="9778"/>
                  </a:lnTo>
                  <a:close/>
                </a:path>
                <a:path w="3166745" h="662305">
                  <a:moveTo>
                    <a:pt x="3154172" y="0"/>
                  </a:moveTo>
                  <a:lnTo>
                    <a:pt x="3152324" y="10620"/>
                  </a:lnTo>
                  <a:lnTo>
                    <a:pt x="3152775" y="9778"/>
                  </a:lnTo>
                  <a:lnTo>
                    <a:pt x="3165292" y="9778"/>
                  </a:lnTo>
                  <a:lnTo>
                    <a:pt x="3166618" y="2159"/>
                  </a:lnTo>
                  <a:lnTo>
                    <a:pt x="3154172" y="0"/>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6" name="object 56"/>
          <p:cNvSpPr/>
          <p:nvPr/>
        </p:nvSpPr>
        <p:spPr>
          <a:xfrm>
            <a:off x="8096504" y="963167"/>
            <a:ext cx="3140710" cy="795020"/>
          </a:xfrm>
          <a:custGeom>
            <a:avLst/>
            <a:gdLst/>
            <a:ahLst/>
            <a:cxnLst/>
            <a:rect l="l" t="t" r="r" b="b"/>
            <a:pathLst>
              <a:path w="3140709" h="795019">
                <a:moveTo>
                  <a:pt x="75692" y="718439"/>
                </a:moveTo>
                <a:lnTo>
                  <a:pt x="0" y="757555"/>
                </a:lnTo>
                <a:lnTo>
                  <a:pt x="76835" y="794639"/>
                </a:lnTo>
                <a:lnTo>
                  <a:pt x="76360" y="763016"/>
                </a:lnTo>
                <a:lnTo>
                  <a:pt x="63626" y="763016"/>
                </a:lnTo>
                <a:lnTo>
                  <a:pt x="63517" y="757555"/>
                </a:lnTo>
                <a:lnTo>
                  <a:pt x="63477" y="755523"/>
                </a:lnTo>
                <a:lnTo>
                  <a:pt x="63373" y="750316"/>
                </a:lnTo>
                <a:lnTo>
                  <a:pt x="76058" y="750120"/>
                </a:lnTo>
                <a:lnTo>
                  <a:pt x="76057" y="742823"/>
                </a:lnTo>
                <a:lnTo>
                  <a:pt x="75701" y="719074"/>
                </a:lnTo>
                <a:lnTo>
                  <a:pt x="75692" y="718439"/>
                </a:lnTo>
                <a:close/>
              </a:path>
              <a:path w="3140709" h="795019">
                <a:moveTo>
                  <a:pt x="76167" y="750120"/>
                </a:moveTo>
                <a:lnTo>
                  <a:pt x="63373" y="750316"/>
                </a:lnTo>
                <a:lnTo>
                  <a:pt x="63477" y="755523"/>
                </a:lnTo>
                <a:lnTo>
                  <a:pt x="63517" y="757555"/>
                </a:lnTo>
                <a:lnTo>
                  <a:pt x="63626" y="763016"/>
                </a:lnTo>
                <a:lnTo>
                  <a:pt x="76357" y="762821"/>
                </a:lnTo>
                <a:lnTo>
                  <a:pt x="76248" y="755523"/>
                </a:lnTo>
                <a:lnTo>
                  <a:pt x="76167" y="750120"/>
                </a:lnTo>
                <a:close/>
              </a:path>
              <a:path w="3140709" h="795019">
                <a:moveTo>
                  <a:pt x="76357" y="762821"/>
                </a:moveTo>
                <a:lnTo>
                  <a:pt x="63626" y="763016"/>
                </a:lnTo>
                <a:lnTo>
                  <a:pt x="76360" y="763016"/>
                </a:lnTo>
                <a:lnTo>
                  <a:pt x="76357" y="762821"/>
                </a:lnTo>
                <a:close/>
              </a:path>
              <a:path w="3140709" h="795019">
                <a:moveTo>
                  <a:pt x="1390647" y="546566"/>
                </a:moveTo>
                <a:lnTo>
                  <a:pt x="1358933" y="546566"/>
                </a:lnTo>
                <a:lnTo>
                  <a:pt x="1318895" y="562102"/>
                </a:lnTo>
                <a:lnTo>
                  <a:pt x="1275715" y="577469"/>
                </a:lnTo>
                <a:lnTo>
                  <a:pt x="1229741" y="592201"/>
                </a:lnTo>
                <a:lnTo>
                  <a:pt x="1180973" y="606679"/>
                </a:lnTo>
                <a:lnTo>
                  <a:pt x="1129665" y="620649"/>
                </a:lnTo>
                <a:lnTo>
                  <a:pt x="1075817" y="634111"/>
                </a:lnTo>
                <a:lnTo>
                  <a:pt x="1019810" y="646938"/>
                </a:lnTo>
                <a:lnTo>
                  <a:pt x="960861" y="659384"/>
                </a:lnTo>
                <a:lnTo>
                  <a:pt x="901192" y="670941"/>
                </a:lnTo>
                <a:lnTo>
                  <a:pt x="839089" y="681990"/>
                </a:lnTo>
                <a:lnTo>
                  <a:pt x="775210" y="692422"/>
                </a:lnTo>
                <a:lnTo>
                  <a:pt x="709802" y="702056"/>
                </a:lnTo>
                <a:lnTo>
                  <a:pt x="574675" y="719074"/>
                </a:lnTo>
                <a:lnTo>
                  <a:pt x="434975" y="732663"/>
                </a:lnTo>
                <a:lnTo>
                  <a:pt x="291973" y="742823"/>
                </a:lnTo>
                <a:lnTo>
                  <a:pt x="146290" y="749052"/>
                </a:lnTo>
                <a:lnTo>
                  <a:pt x="76167" y="750120"/>
                </a:lnTo>
                <a:lnTo>
                  <a:pt x="76248" y="755523"/>
                </a:lnTo>
                <a:lnTo>
                  <a:pt x="76357" y="762821"/>
                </a:lnTo>
                <a:lnTo>
                  <a:pt x="146812" y="761746"/>
                </a:lnTo>
                <a:lnTo>
                  <a:pt x="292607" y="755523"/>
                </a:lnTo>
                <a:lnTo>
                  <a:pt x="292862" y="755523"/>
                </a:lnTo>
                <a:lnTo>
                  <a:pt x="436118" y="745363"/>
                </a:lnTo>
                <a:lnTo>
                  <a:pt x="576072" y="731647"/>
                </a:lnTo>
                <a:lnTo>
                  <a:pt x="711453" y="714629"/>
                </a:lnTo>
                <a:lnTo>
                  <a:pt x="777113" y="704977"/>
                </a:lnTo>
                <a:lnTo>
                  <a:pt x="841121" y="694563"/>
                </a:lnTo>
                <a:lnTo>
                  <a:pt x="903604" y="683514"/>
                </a:lnTo>
                <a:lnTo>
                  <a:pt x="964056" y="671703"/>
                </a:lnTo>
                <a:lnTo>
                  <a:pt x="964184" y="671703"/>
                </a:lnTo>
                <a:lnTo>
                  <a:pt x="1022476" y="659384"/>
                </a:lnTo>
                <a:lnTo>
                  <a:pt x="1078865" y="646430"/>
                </a:lnTo>
                <a:lnTo>
                  <a:pt x="1132840" y="632841"/>
                </a:lnTo>
                <a:lnTo>
                  <a:pt x="1184402" y="618871"/>
                </a:lnTo>
                <a:lnTo>
                  <a:pt x="1233551" y="604393"/>
                </a:lnTo>
                <a:lnTo>
                  <a:pt x="1279778" y="589407"/>
                </a:lnTo>
                <a:lnTo>
                  <a:pt x="1323213" y="574040"/>
                </a:lnTo>
                <a:lnTo>
                  <a:pt x="1323467" y="574040"/>
                </a:lnTo>
                <a:lnTo>
                  <a:pt x="1363726" y="558292"/>
                </a:lnTo>
                <a:lnTo>
                  <a:pt x="1390647" y="546566"/>
                </a:lnTo>
                <a:close/>
              </a:path>
              <a:path w="3140709" h="795019">
                <a:moveTo>
                  <a:pt x="1424958" y="530571"/>
                </a:moveTo>
                <a:lnTo>
                  <a:pt x="1395896" y="530571"/>
                </a:lnTo>
                <a:lnTo>
                  <a:pt x="1356571" y="547489"/>
                </a:lnTo>
                <a:lnTo>
                  <a:pt x="1358933" y="546566"/>
                </a:lnTo>
                <a:lnTo>
                  <a:pt x="1390647" y="546566"/>
                </a:lnTo>
                <a:lnTo>
                  <a:pt x="1401064" y="542036"/>
                </a:lnTo>
                <a:lnTo>
                  <a:pt x="1401318" y="542036"/>
                </a:lnTo>
                <a:lnTo>
                  <a:pt x="1424958" y="530571"/>
                </a:lnTo>
                <a:close/>
              </a:path>
              <a:path w="3140709" h="795019">
                <a:moveTo>
                  <a:pt x="1557251" y="430530"/>
                </a:moveTo>
                <a:lnTo>
                  <a:pt x="1542288" y="430530"/>
                </a:lnTo>
                <a:lnTo>
                  <a:pt x="1541776" y="431143"/>
                </a:lnTo>
                <a:lnTo>
                  <a:pt x="1541615" y="431292"/>
                </a:lnTo>
                <a:lnTo>
                  <a:pt x="1527555" y="447294"/>
                </a:lnTo>
                <a:lnTo>
                  <a:pt x="1527285" y="447564"/>
                </a:lnTo>
                <a:lnTo>
                  <a:pt x="1526995" y="447802"/>
                </a:lnTo>
                <a:lnTo>
                  <a:pt x="1509108" y="464020"/>
                </a:lnTo>
                <a:lnTo>
                  <a:pt x="1459744" y="497723"/>
                </a:lnTo>
                <a:lnTo>
                  <a:pt x="1393722" y="531506"/>
                </a:lnTo>
                <a:lnTo>
                  <a:pt x="1395896" y="530571"/>
                </a:lnTo>
                <a:lnTo>
                  <a:pt x="1424958" y="530571"/>
                </a:lnTo>
                <a:lnTo>
                  <a:pt x="1435100" y="525653"/>
                </a:lnTo>
                <a:lnTo>
                  <a:pt x="1435249" y="525653"/>
                </a:lnTo>
                <a:lnTo>
                  <a:pt x="1465834" y="508889"/>
                </a:lnTo>
                <a:lnTo>
                  <a:pt x="1466215" y="508635"/>
                </a:lnTo>
                <a:lnTo>
                  <a:pt x="1493012" y="491871"/>
                </a:lnTo>
                <a:lnTo>
                  <a:pt x="1493393" y="491490"/>
                </a:lnTo>
                <a:lnTo>
                  <a:pt x="1516506" y="474345"/>
                </a:lnTo>
                <a:lnTo>
                  <a:pt x="1516888" y="473964"/>
                </a:lnTo>
                <a:lnTo>
                  <a:pt x="1536065" y="456819"/>
                </a:lnTo>
                <a:lnTo>
                  <a:pt x="1536573" y="456311"/>
                </a:lnTo>
                <a:lnTo>
                  <a:pt x="1551813" y="438912"/>
                </a:lnTo>
                <a:lnTo>
                  <a:pt x="1552448" y="438150"/>
                </a:lnTo>
                <a:lnTo>
                  <a:pt x="1557251" y="430530"/>
                </a:lnTo>
                <a:close/>
              </a:path>
              <a:path w="3140709" h="795019">
                <a:moveTo>
                  <a:pt x="1552525" y="414046"/>
                </a:moveTo>
                <a:lnTo>
                  <a:pt x="1541746" y="431143"/>
                </a:lnTo>
                <a:lnTo>
                  <a:pt x="1542288" y="430530"/>
                </a:lnTo>
                <a:lnTo>
                  <a:pt x="1557251" y="430530"/>
                </a:lnTo>
                <a:lnTo>
                  <a:pt x="1563497" y="420624"/>
                </a:lnTo>
                <a:lnTo>
                  <a:pt x="1564131" y="419481"/>
                </a:lnTo>
                <a:lnTo>
                  <a:pt x="1565854" y="414909"/>
                </a:lnTo>
                <a:lnTo>
                  <a:pt x="1552194" y="414909"/>
                </a:lnTo>
                <a:lnTo>
                  <a:pt x="1552525" y="414046"/>
                </a:lnTo>
                <a:close/>
              </a:path>
              <a:path w="3140709" h="795019">
                <a:moveTo>
                  <a:pt x="1558647" y="398104"/>
                </a:moveTo>
                <a:lnTo>
                  <a:pt x="1557169" y="401955"/>
                </a:lnTo>
                <a:lnTo>
                  <a:pt x="1552702" y="413766"/>
                </a:lnTo>
                <a:lnTo>
                  <a:pt x="1552194" y="414909"/>
                </a:lnTo>
                <a:lnTo>
                  <a:pt x="1565854" y="414909"/>
                </a:lnTo>
                <a:lnTo>
                  <a:pt x="1570736" y="401955"/>
                </a:lnTo>
                <a:lnTo>
                  <a:pt x="1571117" y="400431"/>
                </a:lnTo>
                <a:lnTo>
                  <a:pt x="1571315" y="398907"/>
                </a:lnTo>
                <a:lnTo>
                  <a:pt x="1558544" y="398907"/>
                </a:lnTo>
                <a:lnTo>
                  <a:pt x="1558647" y="398104"/>
                </a:lnTo>
                <a:close/>
              </a:path>
              <a:path w="3140709" h="795019">
                <a:moveTo>
                  <a:pt x="1571513" y="397383"/>
                </a:moveTo>
                <a:lnTo>
                  <a:pt x="1558925" y="397383"/>
                </a:lnTo>
                <a:lnTo>
                  <a:pt x="1558544" y="398907"/>
                </a:lnTo>
                <a:lnTo>
                  <a:pt x="1571315" y="398907"/>
                </a:lnTo>
                <a:lnTo>
                  <a:pt x="1571419" y="398104"/>
                </a:lnTo>
                <a:lnTo>
                  <a:pt x="1571513" y="397383"/>
                </a:lnTo>
                <a:close/>
              </a:path>
              <a:path w="3140709" h="795019">
                <a:moveTo>
                  <a:pt x="3140455" y="0"/>
                </a:moveTo>
                <a:lnTo>
                  <a:pt x="2987421" y="2286"/>
                </a:lnTo>
                <a:lnTo>
                  <a:pt x="2841498" y="8509"/>
                </a:lnTo>
                <a:lnTo>
                  <a:pt x="2698115" y="18669"/>
                </a:lnTo>
                <a:lnTo>
                  <a:pt x="2558161" y="32385"/>
                </a:lnTo>
                <a:lnTo>
                  <a:pt x="2557906" y="32385"/>
                </a:lnTo>
                <a:lnTo>
                  <a:pt x="2422652" y="49403"/>
                </a:lnTo>
                <a:lnTo>
                  <a:pt x="2356993" y="59055"/>
                </a:lnTo>
                <a:lnTo>
                  <a:pt x="2292985" y="69469"/>
                </a:lnTo>
                <a:lnTo>
                  <a:pt x="2230628" y="80518"/>
                </a:lnTo>
                <a:lnTo>
                  <a:pt x="2170176" y="92202"/>
                </a:lnTo>
                <a:lnTo>
                  <a:pt x="2111629" y="104648"/>
                </a:lnTo>
                <a:lnTo>
                  <a:pt x="2055368" y="117602"/>
                </a:lnTo>
                <a:lnTo>
                  <a:pt x="2001266" y="131064"/>
                </a:lnTo>
                <a:lnTo>
                  <a:pt x="1949703" y="145161"/>
                </a:lnTo>
                <a:lnTo>
                  <a:pt x="1900681" y="159639"/>
                </a:lnTo>
                <a:lnTo>
                  <a:pt x="1854058" y="174625"/>
                </a:lnTo>
                <a:lnTo>
                  <a:pt x="1854200" y="174625"/>
                </a:lnTo>
                <a:lnTo>
                  <a:pt x="1810893" y="189992"/>
                </a:lnTo>
                <a:lnTo>
                  <a:pt x="1770379" y="205740"/>
                </a:lnTo>
                <a:lnTo>
                  <a:pt x="1733042" y="221869"/>
                </a:lnTo>
                <a:lnTo>
                  <a:pt x="1668018" y="255397"/>
                </a:lnTo>
                <a:lnTo>
                  <a:pt x="1617218" y="289941"/>
                </a:lnTo>
                <a:lnTo>
                  <a:pt x="1582293" y="325247"/>
                </a:lnTo>
                <a:lnTo>
                  <a:pt x="1563497" y="362204"/>
                </a:lnTo>
                <a:lnTo>
                  <a:pt x="1558741" y="397383"/>
                </a:lnTo>
                <a:lnTo>
                  <a:pt x="1558647" y="398104"/>
                </a:lnTo>
                <a:lnTo>
                  <a:pt x="1558925" y="397383"/>
                </a:lnTo>
                <a:lnTo>
                  <a:pt x="1571513" y="397383"/>
                </a:lnTo>
                <a:lnTo>
                  <a:pt x="1575507" y="366649"/>
                </a:lnTo>
                <a:lnTo>
                  <a:pt x="1575307" y="366649"/>
                </a:lnTo>
                <a:lnTo>
                  <a:pt x="1575689" y="365252"/>
                </a:lnTo>
                <a:lnTo>
                  <a:pt x="1575844" y="365252"/>
                </a:lnTo>
                <a:lnTo>
                  <a:pt x="1581600" y="350266"/>
                </a:lnTo>
                <a:lnTo>
                  <a:pt x="1581403" y="350266"/>
                </a:lnTo>
                <a:lnTo>
                  <a:pt x="1582039" y="349123"/>
                </a:lnTo>
                <a:lnTo>
                  <a:pt x="1584926" y="344678"/>
                </a:lnTo>
                <a:lnTo>
                  <a:pt x="1591972" y="333502"/>
                </a:lnTo>
                <a:lnTo>
                  <a:pt x="1591818" y="333502"/>
                </a:lnTo>
                <a:lnTo>
                  <a:pt x="1592342" y="332872"/>
                </a:lnTo>
                <a:lnTo>
                  <a:pt x="1606613" y="316611"/>
                </a:lnTo>
                <a:lnTo>
                  <a:pt x="1606809" y="316351"/>
                </a:lnTo>
                <a:lnTo>
                  <a:pt x="1607057" y="316103"/>
                </a:lnTo>
                <a:lnTo>
                  <a:pt x="1625694" y="299490"/>
                </a:lnTo>
                <a:lnTo>
                  <a:pt x="1647904" y="283019"/>
                </a:lnTo>
                <a:lnTo>
                  <a:pt x="1648326" y="282833"/>
                </a:lnTo>
                <a:lnTo>
                  <a:pt x="1674763" y="266182"/>
                </a:lnTo>
                <a:lnTo>
                  <a:pt x="1738045" y="233586"/>
                </a:lnTo>
                <a:lnTo>
                  <a:pt x="1775051" y="217491"/>
                </a:lnTo>
                <a:lnTo>
                  <a:pt x="1814295" y="202209"/>
                </a:lnTo>
                <a:lnTo>
                  <a:pt x="1857055" y="187079"/>
                </a:lnTo>
                <a:lnTo>
                  <a:pt x="1904365" y="171831"/>
                </a:lnTo>
                <a:lnTo>
                  <a:pt x="1954667" y="156936"/>
                </a:lnTo>
                <a:lnTo>
                  <a:pt x="2004568" y="143383"/>
                </a:lnTo>
                <a:lnTo>
                  <a:pt x="2058289" y="130048"/>
                </a:lnTo>
                <a:lnTo>
                  <a:pt x="2114423" y="117094"/>
                </a:lnTo>
                <a:lnTo>
                  <a:pt x="2172716" y="104648"/>
                </a:lnTo>
                <a:lnTo>
                  <a:pt x="2232914" y="92964"/>
                </a:lnTo>
                <a:lnTo>
                  <a:pt x="2295144" y="81915"/>
                </a:lnTo>
                <a:lnTo>
                  <a:pt x="2359025" y="71628"/>
                </a:lnTo>
                <a:lnTo>
                  <a:pt x="2424429" y="61976"/>
                </a:lnTo>
                <a:lnTo>
                  <a:pt x="2559307" y="44989"/>
                </a:lnTo>
                <a:lnTo>
                  <a:pt x="2558982" y="44989"/>
                </a:lnTo>
                <a:lnTo>
                  <a:pt x="2699130" y="31242"/>
                </a:lnTo>
                <a:lnTo>
                  <a:pt x="2842338" y="21203"/>
                </a:lnTo>
                <a:lnTo>
                  <a:pt x="2987675" y="14859"/>
                </a:lnTo>
                <a:lnTo>
                  <a:pt x="3140582" y="12573"/>
                </a:lnTo>
                <a:lnTo>
                  <a:pt x="3140455" y="0"/>
                </a:lnTo>
                <a:close/>
              </a:path>
              <a:path w="3140709" h="795019">
                <a:moveTo>
                  <a:pt x="1575609" y="365864"/>
                </a:moveTo>
                <a:lnTo>
                  <a:pt x="1575307" y="366649"/>
                </a:lnTo>
                <a:lnTo>
                  <a:pt x="1575507" y="366649"/>
                </a:lnTo>
                <a:lnTo>
                  <a:pt x="1575609" y="365864"/>
                </a:lnTo>
                <a:close/>
              </a:path>
              <a:path w="3140709" h="795019">
                <a:moveTo>
                  <a:pt x="1575844" y="365252"/>
                </a:moveTo>
                <a:lnTo>
                  <a:pt x="1575689" y="365252"/>
                </a:lnTo>
                <a:lnTo>
                  <a:pt x="1575609" y="365864"/>
                </a:lnTo>
                <a:lnTo>
                  <a:pt x="1575844" y="365252"/>
                </a:lnTo>
                <a:close/>
              </a:path>
              <a:path w="3140709" h="795019">
                <a:moveTo>
                  <a:pt x="1581905" y="349470"/>
                </a:moveTo>
                <a:lnTo>
                  <a:pt x="1581403" y="350266"/>
                </a:lnTo>
                <a:lnTo>
                  <a:pt x="1581600" y="350266"/>
                </a:lnTo>
                <a:lnTo>
                  <a:pt x="1581905" y="349470"/>
                </a:lnTo>
                <a:close/>
              </a:path>
              <a:path w="3140709" h="795019">
                <a:moveTo>
                  <a:pt x="1592369" y="332872"/>
                </a:moveTo>
                <a:lnTo>
                  <a:pt x="1591818" y="333502"/>
                </a:lnTo>
                <a:lnTo>
                  <a:pt x="1591972" y="333502"/>
                </a:lnTo>
                <a:lnTo>
                  <a:pt x="1592369" y="332872"/>
                </a:lnTo>
                <a:close/>
              </a:path>
              <a:path w="3140709" h="795019">
                <a:moveTo>
                  <a:pt x="1648347" y="282833"/>
                </a:moveTo>
                <a:lnTo>
                  <a:pt x="1648201" y="282833"/>
                </a:lnTo>
                <a:lnTo>
                  <a:pt x="1647904" y="283019"/>
                </a:lnTo>
                <a:lnTo>
                  <a:pt x="1647068" y="283639"/>
                </a:lnTo>
                <a:lnTo>
                  <a:pt x="1648052" y="283019"/>
                </a:lnTo>
                <a:lnTo>
                  <a:pt x="1648201" y="282833"/>
                </a:lnTo>
                <a:lnTo>
                  <a:pt x="1648347" y="282833"/>
                </a:lnTo>
                <a:close/>
              </a:path>
              <a:path w="3140709" h="795019">
                <a:moveTo>
                  <a:pt x="1775232" y="217491"/>
                </a:moveTo>
                <a:lnTo>
                  <a:pt x="1775065" y="217491"/>
                </a:lnTo>
                <a:lnTo>
                  <a:pt x="1773439" y="218192"/>
                </a:lnTo>
                <a:lnTo>
                  <a:pt x="1775232" y="217491"/>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p:cNvSpPr txBox="1"/>
          <p:nvPr/>
        </p:nvSpPr>
        <p:spPr>
          <a:xfrm>
            <a:off x="8845168" y="1131138"/>
            <a:ext cx="1611630" cy="215900"/>
          </a:xfrm>
          <a:prstGeom prst="rect">
            <a:avLst/>
          </a:prstGeom>
          <a:solidFill>
            <a:srgbClr val="FFFFFF"/>
          </a:solidFill>
        </p:spPr>
        <p:txBody>
          <a:bodyPr vert="horz" wrap="square" lIns="0" tIns="0" rIns="0" bIns="0" rtlCol="0">
            <a:spAutoFit/>
          </a:bodyPr>
          <a:lstStyle/>
          <a:p>
            <a:pPr marL="635" marR="0" lvl="0" indent="0" defTabSz="914400" eaLnBrk="1" fontAlgn="auto" latinLnBrk="0" hangingPunct="1">
              <a:lnSpc>
                <a:spcPts val="1590"/>
              </a:lnSpc>
              <a:spcBef>
                <a:spcPts val="0"/>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Calibri"/>
                <a:cs typeface="Calibri"/>
              </a:rPr>
              <a:t>Discovers</a:t>
            </a:r>
            <a:r>
              <a:rPr kumimoji="0" sz="1400" b="1" i="0" u="none" strike="noStrike" kern="0" cap="none" spc="-35" normalizeH="0" baseline="0" noProof="0" dirty="0">
                <a:ln>
                  <a:noFill/>
                </a:ln>
                <a:solidFill>
                  <a:sysClr val="windowText" lastClr="000000"/>
                </a:solidFill>
                <a:effectLst/>
                <a:uLnTx/>
                <a:uFillTx/>
                <a:latin typeface="Calibri"/>
                <a:cs typeface="Calibri"/>
              </a:rPr>
              <a:t> </a:t>
            </a:r>
            <a:r>
              <a:rPr kumimoji="0" sz="1400" b="1" i="0" u="none" strike="noStrike" kern="0" cap="none" spc="0" normalizeH="0" baseline="0" noProof="0" dirty="0">
                <a:ln>
                  <a:noFill/>
                </a:ln>
                <a:solidFill>
                  <a:sysClr val="windowText" lastClr="000000"/>
                </a:solidFill>
                <a:effectLst/>
                <a:uLnTx/>
                <a:uFillTx/>
                <a:latin typeface="Calibri"/>
                <a:cs typeface="Calibri"/>
              </a:rPr>
              <a:t>data</a:t>
            </a:r>
            <a:r>
              <a:rPr kumimoji="0" sz="1400" b="1" i="0" u="none" strike="noStrike" kern="0" cap="none" spc="-35" normalizeH="0" baseline="0" noProof="0" dirty="0">
                <a:ln>
                  <a:noFill/>
                </a:ln>
                <a:solidFill>
                  <a:sysClr val="windowText" lastClr="000000"/>
                </a:solidFill>
                <a:effectLst/>
                <a:uLnTx/>
                <a:uFillTx/>
                <a:latin typeface="Calibri"/>
                <a:cs typeface="Calibri"/>
              </a:rPr>
              <a:t> </a:t>
            </a:r>
            <a:r>
              <a:rPr kumimoji="0" sz="1400" b="1" i="0" u="none" strike="noStrike" kern="0" cap="none" spc="-20" normalizeH="0" baseline="0" noProof="0" dirty="0">
                <a:ln>
                  <a:noFill/>
                </a:ln>
                <a:solidFill>
                  <a:sysClr val="windowText" lastClr="000000"/>
                </a:solidFill>
                <a:effectLst/>
                <a:uLnTx/>
                <a:uFillTx/>
                <a:latin typeface="Calibri"/>
                <a:cs typeface="Calibri"/>
              </a:rPr>
              <a:t>from</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11" name="object 11"/>
          <p:cNvGrpSpPr/>
          <p:nvPr/>
        </p:nvGrpSpPr>
        <p:grpSpPr>
          <a:xfrm>
            <a:off x="788047" y="2564638"/>
            <a:ext cx="4320540" cy="631825"/>
            <a:chOff x="788047" y="2564638"/>
            <a:chExt cx="4320540" cy="631825"/>
          </a:xfrm>
        </p:grpSpPr>
        <p:sp>
          <p:nvSpPr>
            <p:cNvPr id="12" name="object 12"/>
            <p:cNvSpPr/>
            <p:nvPr/>
          </p:nvSpPr>
          <p:spPr>
            <a:xfrm>
              <a:off x="794397" y="2570988"/>
              <a:ext cx="4307840" cy="619125"/>
            </a:xfrm>
            <a:custGeom>
              <a:avLst/>
              <a:gdLst/>
              <a:ahLst/>
              <a:cxnLst/>
              <a:rect l="l" t="t" r="r" b="b"/>
              <a:pathLst>
                <a:path w="4307840" h="619125">
                  <a:moveTo>
                    <a:pt x="4307446" y="0"/>
                  </a:moveTo>
                  <a:lnTo>
                    <a:pt x="309384" y="0"/>
                  </a:lnTo>
                  <a:lnTo>
                    <a:pt x="0" y="309372"/>
                  </a:lnTo>
                  <a:lnTo>
                    <a:pt x="309384" y="618744"/>
                  </a:lnTo>
                  <a:lnTo>
                    <a:pt x="4307446" y="618744"/>
                  </a:lnTo>
                  <a:lnTo>
                    <a:pt x="430744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794397" y="2570988"/>
              <a:ext cx="4307840" cy="619125"/>
            </a:xfrm>
            <a:custGeom>
              <a:avLst/>
              <a:gdLst/>
              <a:ahLst/>
              <a:cxnLst/>
              <a:rect l="l" t="t" r="r" b="b"/>
              <a:pathLst>
                <a:path w="4307840" h="619125">
                  <a:moveTo>
                    <a:pt x="4307446" y="618744"/>
                  </a:moveTo>
                  <a:lnTo>
                    <a:pt x="309384" y="618744"/>
                  </a:lnTo>
                  <a:lnTo>
                    <a:pt x="0" y="309372"/>
                  </a:lnTo>
                  <a:lnTo>
                    <a:pt x="309384" y="0"/>
                  </a:lnTo>
                  <a:lnTo>
                    <a:pt x="4307446" y="0"/>
                  </a:lnTo>
                  <a:lnTo>
                    <a:pt x="4307446" y="618744"/>
                  </a:lnTo>
                  <a:close/>
                </a:path>
              </a:pathLst>
            </a:custGeom>
            <a:ln w="12700">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5"/>
          <p:cNvGrpSpPr/>
          <p:nvPr/>
        </p:nvGrpSpPr>
        <p:grpSpPr>
          <a:xfrm>
            <a:off x="478662" y="2564638"/>
            <a:ext cx="631825" cy="631825"/>
            <a:chOff x="478662" y="2564638"/>
            <a:chExt cx="631825" cy="631825"/>
          </a:xfrm>
        </p:grpSpPr>
        <p:pic>
          <p:nvPicPr>
            <p:cNvPr id="16" name="object 16"/>
            <p:cNvPicPr/>
            <p:nvPr/>
          </p:nvPicPr>
          <p:blipFill>
            <a:blip r:embed="rId2" cstate="print"/>
            <a:stretch>
              <a:fillRect/>
            </a:stretch>
          </p:blipFill>
          <p:spPr>
            <a:xfrm>
              <a:off x="485012" y="2570988"/>
              <a:ext cx="618769" cy="618744"/>
            </a:xfrm>
            <a:prstGeom prst="rect">
              <a:avLst/>
            </a:prstGeom>
          </p:spPr>
        </p:pic>
        <p:sp>
          <p:nvSpPr>
            <p:cNvPr id="17" name="object 17"/>
            <p:cNvSpPr/>
            <p:nvPr/>
          </p:nvSpPr>
          <p:spPr>
            <a:xfrm>
              <a:off x="485012" y="2570988"/>
              <a:ext cx="619125" cy="619125"/>
            </a:xfrm>
            <a:custGeom>
              <a:avLst/>
              <a:gdLst/>
              <a:ahLst/>
              <a:cxnLst/>
              <a:rect l="l" t="t" r="r" b="b"/>
              <a:pathLst>
                <a:path w="619125" h="619125">
                  <a:moveTo>
                    <a:pt x="0" y="309372"/>
                  </a:moveTo>
                  <a:lnTo>
                    <a:pt x="3354" y="263665"/>
                  </a:lnTo>
                  <a:lnTo>
                    <a:pt x="13099" y="220038"/>
                  </a:lnTo>
                  <a:lnTo>
                    <a:pt x="28755" y="178968"/>
                  </a:lnTo>
                  <a:lnTo>
                    <a:pt x="49844" y="140936"/>
                  </a:lnTo>
                  <a:lnTo>
                    <a:pt x="75887" y="106420"/>
                  </a:lnTo>
                  <a:lnTo>
                    <a:pt x="106406" y="75899"/>
                  </a:lnTo>
                  <a:lnTo>
                    <a:pt x="140922" y="49853"/>
                  </a:lnTo>
                  <a:lnTo>
                    <a:pt x="178957" y="28761"/>
                  </a:lnTo>
                  <a:lnTo>
                    <a:pt x="220031" y="13102"/>
                  </a:lnTo>
                  <a:lnTo>
                    <a:pt x="263666" y="3355"/>
                  </a:lnTo>
                  <a:lnTo>
                    <a:pt x="309384" y="0"/>
                  </a:lnTo>
                  <a:lnTo>
                    <a:pt x="355102" y="3355"/>
                  </a:lnTo>
                  <a:lnTo>
                    <a:pt x="398738" y="13102"/>
                  </a:lnTo>
                  <a:lnTo>
                    <a:pt x="439812" y="28761"/>
                  </a:lnTo>
                  <a:lnTo>
                    <a:pt x="477846" y="49853"/>
                  </a:lnTo>
                  <a:lnTo>
                    <a:pt x="512362" y="75899"/>
                  </a:lnTo>
                  <a:lnTo>
                    <a:pt x="542881" y="106420"/>
                  </a:lnTo>
                  <a:lnTo>
                    <a:pt x="568924" y="140936"/>
                  </a:lnTo>
                  <a:lnTo>
                    <a:pt x="590013" y="178968"/>
                  </a:lnTo>
                  <a:lnTo>
                    <a:pt x="605670" y="220038"/>
                  </a:lnTo>
                  <a:lnTo>
                    <a:pt x="615414" y="263665"/>
                  </a:lnTo>
                  <a:lnTo>
                    <a:pt x="618769" y="309372"/>
                  </a:lnTo>
                  <a:lnTo>
                    <a:pt x="615414" y="355106"/>
                  </a:lnTo>
                  <a:lnTo>
                    <a:pt x="605670" y="398752"/>
                  </a:lnTo>
                  <a:lnTo>
                    <a:pt x="590013" y="439830"/>
                  </a:lnTo>
                  <a:lnTo>
                    <a:pt x="568924" y="477863"/>
                  </a:lnTo>
                  <a:lnTo>
                    <a:pt x="542881" y="512375"/>
                  </a:lnTo>
                  <a:lnTo>
                    <a:pt x="512362" y="542887"/>
                  </a:lnTo>
                  <a:lnTo>
                    <a:pt x="477846" y="568922"/>
                  </a:lnTo>
                  <a:lnTo>
                    <a:pt x="439812" y="590003"/>
                  </a:lnTo>
                  <a:lnTo>
                    <a:pt x="398738" y="605652"/>
                  </a:lnTo>
                  <a:lnTo>
                    <a:pt x="355102" y="615391"/>
                  </a:lnTo>
                  <a:lnTo>
                    <a:pt x="309384" y="618744"/>
                  </a:lnTo>
                  <a:lnTo>
                    <a:pt x="263666" y="615391"/>
                  </a:lnTo>
                  <a:lnTo>
                    <a:pt x="220031" y="605652"/>
                  </a:lnTo>
                  <a:lnTo>
                    <a:pt x="178957" y="590003"/>
                  </a:lnTo>
                  <a:lnTo>
                    <a:pt x="140922" y="568922"/>
                  </a:lnTo>
                  <a:lnTo>
                    <a:pt x="106406" y="542887"/>
                  </a:lnTo>
                  <a:lnTo>
                    <a:pt x="75887" y="512375"/>
                  </a:lnTo>
                  <a:lnTo>
                    <a:pt x="49844" y="477863"/>
                  </a:lnTo>
                  <a:lnTo>
                    <a:pt x="28755" y="439830"/>
                  </a:lnTo>
                  <a:lnTo>
                    <a:pt x="13099" y="398752"/>
                  </a:lnTo>
                  <a:lnTo>
                    <a:pt x="3354" y="355106"/>
                  </a:lnTo>
                  <a:lnTo>
                    <a:pt x="0" y="309372"/>
                  </a:lnTo>
                  <a:close/>
                </a:path>
              </a:pathLst>
            </a:custGeom>
            <a:ln w="12699">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1360424" y="2594610"/>
            <a:ext cx="3481070" cy="521334"/>
          </a:xfrm>
          <a:prstGeom prst="rect">
            <a:avLst/>
          </a:prstGeom>
        </p:spPr>
        <p:txBody>
          <a:bodyPr vert="horz" wrap="square" lIns="0" tIns="40005" rIns="0" bIns="0" rtlCol="0">
            <a:spAutoFit/>
          </a:bodyPr>
          <a:lstStyle/>
          <a:p>
            <a:pPr marL="984885" marR="5080" lvl="0" indent="-972819" defTabSz="914400" eaLnBrk="1" fontAlgn="auto" latinLnBrk="0" hangingPunct="1">
              <a:lnSpc>
                <a:spcPts val="1860"/>
              </a:lnSpc>
              <a:spcBef>
                <a:spcPts val="315"/>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A</a:t>
            </a:r>
            <a:r>
              <a:rPr kumimoji="0" sz="1700" b="0" i="0" u="none" strike="noStrike" kern="0" cap="none" spc="-1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WIS2</a:t>
            </a:r>
            <a:r>
              <a:rPr kumimoji="0" sz="1700" b="0" i="0" u="none" strike="noStrike" kern="0" cap="none" spc="-1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node</a:t>
            </a:r>
            <a:r>
              <a:rPr kumimoji="0" sz="1700" b="0" i="0" u="none" strike="noStrike" kern="0" cap="none" spc="-3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replaces</a:t>
            </a:r>
            <a:r>
              <a:rPr kumimoji="0" sz="1700" b="0" i="0" u="none" strike="noStrike" kern="0" cap="none" spc="-5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the</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GTS</a:t>
            </a:r>
            <a:r>
              <a:rPr kumimoji="0" sz="1700" b="0" i="0" u="none" strike="noStrike" kern="0" cap="none" spc="-10" normalizeH="0" baseline="0" noProof="0" dirty="0">
                <a:ln>
                  <a:noFill/>
                </a:ln>
                <a:solidFill>
                  <a:srgbClr val="001F5F"/>
                </a:solidFill>
                <a:effectLst/>
                <a:uLnTx/>
                <a:uFillTx/>
                <a:latin typeface="Calibri"/>
                <a:cs typeface="Calibri"/>
              </a:rPr>
              <a:t> Message </a:t>
            </a:r>
            <a:r>
              <a:rPr kumimoji="0" sz="1700" b="0" i="0" u="none" strike="noStrike" kern="0" cap="none" spc="0" normalizeH="0" baseline="0" noProof="0" dirty="0">
                <a:ln>
                  <a:noFill/>
                </a:ln>
                <a:solidFill>
                  <a:srgbClr val="001F5F"/>
                </a:solidFill>
                <a:effectLst/>
                <a:uLnTx/>
                <a:uFillTx/>
                <a:latin typeface="Calibri"/>
                <a:cs typeface="Calibri"/>
              </a:rPr>
              <a:t>Switching</a:t>
            </a:r>
            <a:r>
              <a:rPr kumimoji="0" sz="1700" b="0" i="0" u="none" strike="noStrike" kern="0" cap="none" spc="-85"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System</a:t>
            </a:r>
            <a:endParaRPr kumimoji="0" sz="1700" b="0" i="0" u="none" strike="noStrike" kern="0" cap="none" spc="0" normalizeH="0" baseline="0" noProof="0">
              <a:ln>
                <a:noFill/>
              </a:ln>
              <a:solidFill>
                <a:sysClr val="windowText" lastClr="000000"/>
              </a:solidFill>
              <a:effectLst/>
              <a:uLnTx/>
              <a:uFillTx/>
              <a:latin typeface="Calibri"/>
              <a:cs typeface="Calibri"/>
            </a:endParaRPr>
          </a:p>
        </p:txBody>
      </p:sp>
      <p:pic>
        <p:nvPicPr>
          <p:cNvPr id="2" name="object 2" descr="A picture containing text, balloon, transport, aircraft  Description automatically generated"/>
          <p:cNvPicPr/>
          <p:nvPr/>
        </p:nvPicPr>
        <p:blipFill>
          <a:blip r:embed="rId4" cstate="print"/>
          <a:stretch>
            <a:fillRect/>
          </a:stretch>
        </p:blipFill>
        <p:spPr>
          <a:xfrm>
            <a:off x="5958605" y="1547367"/>
            <a:ext cx="1866488" cy="1893937"/>
          </a:xfrm>
          <a:prstGeom prst="rect">
            <a:avLst/>
          </a:prstGeom>
        </p:spPr>
      </p:pic>
      <p:sp>
        <p:nvSpPr>
          <p:cNvPr id="50" name="object 50"/>
          <p:cNvSpPr txBox="1"/>
          <p:nvPr/>
        </p:nvSpPr>
        <p:spPr>
          <a:xfrm>
            <a:off x="9268968" y="1762836"/>
            <a:ext cx="1082040" cy="215900"/>
          </a:xfrm>
          <a:prstGeom prst="rect">
            <a:avLst/>
          </a:prstGeom>
          <a:solidFill>
            <a:srgbClr val="FFFFFF"/>
          </a:solidFill>
        </p:spPr>
        <p:txBody>
          <a:bodyPr vert="horz" wrap="square" lIns="0" tIns="0" rIns="0" bIns="0" rtlCol="0">
            <a:spAutoFit/>
          </a:bodyPr>
          <a:lstStyle/>
          <a:p>
            <a:pPr marL="1270" marR="0" lvl="0" indent="0" defTabSz="914400" eaLnBrk="1" fontAlgn="auto" latinLnBrk="0" hangingPunct="1">
              <a:lnSpc>
                <a:spcPts val="1590"/>
              </a:lnSpc>
              <a:spcBef>
                <a:spcPts val="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latin typeface="Calibri"/>
                <a:cs typeface="Calibri"/>
              </a:rPr>
              <a:t>Subscribes</a:t>
            </a:r>
            <a:r>
              <a:rPr kumimoji="0" sz="1400" b="1" i="0" u="none" strike="noStrike" kern="0" cap="none" spc="-75" normalizeH="0" baseline="0" noProof="0" dirty="0">
                <a:ln>
                  <a:noFill/>
                </a:ln>
                <a:solidFill>
                  <a:sysClr val="windowText" lastClr="000000"/>
                </a:solidFill>
                <a:effectLst/>
                <a:uLnTx/>
                <a:uFillTx/>
                <a:latin typeface="Calibri"/>
                <a:cs typeface="Calibri"/>
              </a:rPr>
              <a:t> </a:t>
            </a:r>
            <a:r>
              <a:rPr kumimoji="0" sz="1400" b="1" i="0" u="none" strike="noStrike" kern="0" cap="none" spc="-25" normalizeH="0" baseline="0" noProof="0" dirty="0">
                <a:ln>
                  <a:noFill/>
                </a:ln>
                <a:solidFill>
                  <a:sysClr val="windowText" lastClr="000000"/>
                </a:solidFill>
                <a:effectLst/>
                <a:uLnTx/>
                <a:uFillTx/>
                <a:latin typeface="Calibri"/>
                <a:cs typeface="Calibri"/>
              </a:rPr>
              <a:t>to</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52" name="object 52"/>
          <p:cNvGrpSpPr/>
          <p:nvPr/>
        </p:nvGrpSpPr>
        <p:grpSpPr>
          <a:xfrm>
            <a:off x="8096377" y="2269896"/>
            <a:ext cx="2402205" cy="431165"/>
            <a:chOff x="8096377" y="2269896"/>
            <a:chExt cx="2402205" cy="431165"/>
          </a:xfrm>
        </p:grpSpPr>
        <p:sp>
          <p:nvSpPr>
            <p:cNvPr id="53" name="object 53"/>
            <p:cNvSpPr/>
            <p:nvPr/>
          </p:nvSpPr>
          <p:spPr>
            <a:xfrm>
              <a:off x="8096377" y="2409951"/>
              <a:ext cx="2402205" cy="76200"/>
            </a:xfrm>
            <a:custGeom>
              <a:avLst/>
              <a:gdLst/>
              <a:ahLst/>
              <a:cxnLst/>
              <a:rect l="l" t="t" r="r" b="b"/>
              <a:pathLst>
                <a:path w="2402204" h="76200">
                  <a:moveTo>
                    <a:pt x="2326258" y="0"/>
                  </a:moveTo>
                  <a:lnTo>
                    <a:pt x="2325751" y="76200"/>
                  </a:lnTo>
                  <a:lnTo>
                    <a:pt x="2390283" y="44576"/>
                  </a:lnTo>
                  <a:lnTo>
                    <a:pt x="2338704" y="44576"/>
                  </a:lnTo>
                  <a:lnTo>
                    <a:pt x="2338831" y="31876"/>
                  </a:lnTo>
                  <a:lnTo>
                    <a:pt x="2388758" y="31876"/>
                  </a:lnTo>
                  <a:lnTo>
                    <a:pt x="2326258" y="0"/>
                  </a:lnTo>
                  <a:close/>
                </a:path>
                <a:path w="2402204" h="76200">
                  <a:moveTo>
                    <a:pt x="126" y="14350"/>
                  </a:moveTo>
                  <a:lnTo>
                    <a:pt x="0" y="27050"/>
                  </a:lnTo>
                  <a:lnTo>
                    <a:pt x="2338705" y="44576"/>
                  </a:lnTo>
                  <a:lnTo>
                    <a:pt x="2325961" y="44576"/>
                  </a:lnTo>
                  <a:lnTo>
                    <a:pt x="2326046" y="31876"/>
                  </a:lnTo>
                  <a:lnTo>
                    <a:pt x="2338831" y="31876"/>
                  </a:lnTo>
                  <a:lnTo>
                    <a:pt x="126" y="14350"/>
                  </a:lnTo>
                  <a:close/>
                </a:path>
                <a:path w="2402204" h="76200">
                  <a:moveTo>
                    <a:pt x="2388758" y="31876"/>
                  </a:moveTo>
                  <a:lnTo>
                    <a:pt x="2338831" y="31876"/>
                  </a:lnTo>
                  <a:lnTo>
                    <a:pt x="2338704" y="44576"/>
                  </a:lnTo>
                  <a:lnTo>
                    <a:pt x="2390283" y="44576"/>
                  </a:lnTo>
                  <a:lnTo>
                    <a:pt x="2402204" y="38735"/>
                  </a:lnTo>
                  <a:lnTo>
                    <a:pt x="2388758" y="31876"/>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54"/>
            <p:cNvSpPr/>
            <p:nvPr/>
          </p:nvSpPr>
          <p:spPr>
            <a:xfrm>
              <a:off x="8478774" y="2269896"/>
              <a:ext cx="1825625" cy="431165"/>
            </a:xfrm>
            <a:custGeom>
              <a:avLst/>
              <a:gdLst/>
              <a:ahLst/>
              <a:cxnLst/>
              <a:rect l="l" t="t" r="r" b="b"/>
              <a:pathLst>
                <a:path w="1825625" h="431164">
                  <a:moveTo>
                    <a:pt x="1825625" y="0"/>
                  </a:moveTo>
                  <a:lnTo>
                    <a:pt x="0" y="0"/>
                  </a:lnTo>
                  <a:lnTo>
                    <a:pt x="0" y="430885"/>
                  </a:lnTo>
                  <a:lnTo>
                    <a:pt x="1825625" y="430885"/>
                  </a:lnTo>
                  <a:lnTo>
                    <a:pt x="182562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5" name="object 55"/>
          <p:cNvSpPr txBox="1"/>
          <p:nvPr/>
        </p:nvSpPr>
        <p:spPr>
          <a:xfrm>
            <a:off x="8467090" y="2245613"/>
            <a:ext cx="1818005" cy="45275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Calibri"/>
                <a:cs typeface="Calibri"/>
              </a:rPr>
              <a:t>Receives</a:t>
            </a:r>
            <a:r>
              <a:rPr kumimoji="0" sz="1400" b="1" i="0" u="none" strike="noStrike" kern="0" cap="none" spc="25" normalizeH="0" baseline="0" noProof="0" dirty="0">
                <a:ln>
                  <a:noFill/>
                </a:ln>
                <a:solidFill>
                  <a:sysClr val="windowText" lastClr="000000"/>
                </a:solidFill>
                <a:effectLst/>
                <a:uLnTx/>
                <a:uFillTx/>
                <a:latin typeface="Calibri"/>
                <a:cs typeface="Calibri"/>
              </a:rPr>
              <a:t> </a:t>
            </a:r>
            <a:r>
              <a:rPr kumimoji="0" sz="1400" b="1" i="0" u="none" strike="noStrike" kern="0" cap="none" spc="-10" normalizeH="0" baseline="0" noProof="0" dirty="0">
                <a:ln>
                  <a:noFill/>
                </a:ln>
                <a:solidFill>
                  <a:sysClr val="windowText" lastClr="000000"/>
                </a:solidFill>
                <a:effectLst/>
                <a:uLnTx/>
                <a:uFillTx/>
                <a:latin typeface="Calibri"/>
                <a:cs typeface="Calibri"/>
              </a:rPr>
              <a:t>notifications</a:t>
            </a:r>
            <a:r>
              <a:rPr kumimoji="0" sz="1400" b="1" i="0" u="none" strike="noStrike" kern="0" cap="none" spc="10" normalizeH="0" baseline="0" noProof="0" dirty="0">
                <a:ln>
                  <a:noFill/>
                </a:ln>
                <a:solidFill>
                  <a:sysClr val="windowText" lastClr="000000"/>
                </a:solidFill>
                <a:effectLst/>
                <a:uLnTx/>
                <a:uFillTx/>
                <a:latin typeface="Calibri"/>
                <a:cs typeface="Calibri"/>
              </a:rPr>
              <a:t> </a:t>
            </a:r>
            <a:r>
              <a:rPr kumimoji="0" sz="1400" b="1" i="0" u="none" strike="noStrike" kern="0" cap="none" spc="-25" normalizeH="0" baseline="0" noProof="0" dirty="0">
                <a:ln>
                  <a:noFill/>
                </a:ln>
                <a:solidFill>
                  <a:sysClr val="windowText" lastClr="000000"/>
                </a:solidFill>
                <a:effectLst/>
                <a:uLnTx/>
                <a:uFillTx/>
                <a:latin typeface="Calibri"/>
                <a:cs typeface="Calibri"/>
              </a:rPr>
              <a:t>of </a:t>
            </a:r>
            <a:r>
              <a:rPr kumimoji="0" sz="1400" b="1" i="0" u="none" strike="noStrike" kern="0" cap="none" spc="0" normalizeH="0" baseline="0" noProof="0" dirty="0">
                <a:ln>
                  <a:noFill/>
                </a:ln>
                <a:solidFill>
                  <a:sysClr val="windowText" lastClr="000000"/>
                </a:solidFill>
                <a:effectLst/>
                <a:uLnTx/>
                <a:uFillTx/>
                <a:latin typeface="Calibri"/>
                <a:cs typeface="Calibri"/>
              </a:rPr>
              <a:t>new</a:t>
            </a:r>
            <a:r>
              <a:rPr kumimoji="0" sz="1400" b="1" i="0" u="none" strike="noStrike" kern="0" cap="none" spc="-45" normalizeH="0" baseline="0" noProof="0" dirty="0">
                <a:ln>
                  <a:noFill/>
                </a:ln>
                <a:solidFill>
                  <a:sysClr val="windowText" lastClr="000000"/>
                </a:solidFill>
                <a:effectLst/>
                <a:uLnTx/>
                <a:uFillTx/>
                <a:latin typeface="Calibri"/>
                <a:cs typeface="Calibri"/>
              </a:rPr>
              <a:t> </a:t>
            </a:r>
            <a:r>
              <a:rPr kumimoji="0" sz="1400" b="1" i="0" u="none" strike="noStrike" kern="0" cap="none" spc="0" normalizeH="0" baseline="0" noProof="0" dirty="0">
                <a:ln>
                  <a:noFill/>
                </a:ln>
                <a:solidFill>
                  <a:sysClr val="windowText" lastClr="000000"/>
                </a:solidFill>
                <a:effectLst/>
                <a:uLnTx/>
                <a:uFillTx/>
                <a:latin typeface="Calibri"/>
                <a:cs typeface="Calibri"/>
              </a:rPr>
              <a:t>data</a:t>
            </a:r>
            <a:r>
              <a:rPr kumimoji="0" sz="1400" b="1" i="0" u="none" strike="noStrike" kern="0" cap="none" spc="-55" normalizeH="0" baseline="0" noProof="0" dirty="0">
                <a:ln>
                  <a:noFill/>
                </a:ln>
                <a:solidFill>
                  <a:sysClr val="windowText" lastClr="000000"/>
                </a:solidFill>
                <a:effectLst/>
                <a:uLnTx/>
                <a:uFillTx/>
                <a:latin typeface="Calibri"/>
                <a:cs typeface="Calibri"/>
              </a:rPr>
              <a:t> </a:t>
            </a:r>
            <a:r>
              <a:rPr kumimoji="0" sz="1400" b="1" i="0" u="none" strike="noStrike" kern="0" cap="none" spc="-20" normalizeH="0" baseline="0" noProof="0" dirty="0">
                <a:ln>
                  <a:noFill/>
                </a:ln>
                <a:solidFill>
                  <a:sysClr val="windowText" lastClr="000000"/>
                </a:solidFill>
                <a:effectLst/>
                <a:uLnTx/>
                <a:uFillTx/>
                <a:latin typeface="Calibri"/>
                <a:cs typeface="Calibri"/>
              </a:rPr>
              <a:t>from</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pic>
        <p:nvPicPr>
          <p:cNvPr id="49" name="object 49" descr="Icon  Description automatically generated"/>
          <p:cNvPicPr/>
          <p:nvPr/>
        </p:nvPicPr>
        <p:blipFill>
          <a:blip r:embed="rId3" cstate="print"/>
          <a:stretch>
            <a:fillRect/>
          </a:stretch>
        </p:blipFill>
        <p:spPr>
          <a:xfrm>
            <a:off x="10619218" y="2173472"/>
            <a:ext cx="667270" cy="550403"/>
          </a:xfrm>
          <a:prstGeom prst="rect">
            <a:avLst/>
          </a:prstGeom>
        </p:spPr>
      </p:pic>
      <p:grpSp>
        <p:nvGrpSpPr>
          <p:cNvPr id="18" name="object 18"/>
          <p:cNvGrpSpPr/>
          <p:nvPr/>
        </p:nvGrpSpPr>
        <p:grpSpPr>
          <a:xfrm>
            <a:off x="788047" y="3368166"/>
            <a:ext cx="4320540" cy="631825"/>
            <a:chOff x="788047" y="3368166"/>
            <a:chExt cx="4320540" cy="631825"/>
          </a:xfrm>
        </p:grpSpPr>
        <p:sp>
          <p:nvSpPr>
            <p:cNvPr id="19" name="object 19"/>
            <p:cNvSpPr/>
            <p:nvPr/>
          </p:nvSpPr>
          <p:spPr>
            <a:xfrm>
              <a:off x="794397" y="3374516"/>
              <a:ext cx="4307840" cy="619125"/>
            </a:xfrm>
            <a:custGeom>
              <a:avLst/>
              <a:gdLst/>
              <a:ahLst/>
              <a:cxnLst/>
              <a:rect l="l" t="t" r="r" b="b"/>
              <a:pathLst>
                <a:path w="4307840" h="619125">
                  <a:moveTo>
                    <a:pt x="4307446" y="0"/>
                  </a:moveTo>
                  <a:lnTo>
                    <a:pt x="309384" y="0"/>
                  </a:lnTo>
                  <a:lnTo>
                    <a:pt x="0" y="309372"/>
                  </a:lnTo>
                  <a:lnTo>
                    <a:pt x="309384" y="618744"/>
                  </a:lnTo>
                  <a:lnTo>
                    <a:pt x="4307446" y="618744"/>
                  </a:lnTo>
                  <a:lnTo>
                    <a:pt x="430744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p:cNvSpPr/>
            <p:nvPr/>
          </p:nvSpPr>
          <p:spPr>
            <a:xfrm>
              <a:off x="794397" y="3374516"/>
              <a:ext cx="4307840" cy="619125"/>
            </a:xfrm>
            <a:custGeom>
              <a:avLst/>
              <a:gdLst/>
              <a:ahLst/>
              <a:cxnLst/>
              <a:rect l="l" t="t" r="r" b="b"/>
              <a:pathLst>
                <a:path w="4307840" h="619125">
                  <a:moveTo>
                    <a:pt x="4307446" y="618744"/>
                  </a:moveTo>
                  <a:lnTo>
                    <a:pt x="309384" y="618744"/>
                  </a:lnTo>
                  <a:lnTo>
                    <a:pt x="0" y="309372"/>
                  </a:lnTo>
                  <a:lnTo>
                    <a:pt x="309384" y="0"/>
                  </a:lnTo>
                  <a:lnTo>
                    <a:pt x="4307446" y="0"/>
                  </a:lnTo>
                  <a:lnTo>
                    <a:pt x="4307446" y="618744"/>
                  </a:lnTo>
                  <a:close/>
                </a:path>
              </a:pathLst>
            </a:custGeom>
            <a:ln w="12700">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2" name="object 22"/>
          <p:cNvGrpSpPr/>
          <p:nvPr/>
        </p:nvGrpSpPr>
        <p:grpSpPr>
          <a:xfrm>
            <a:off x="478662" y="3368166"/>
            <a:ext cx="631825" cy="631825"/>
            <a:chOff x="478662" y="3368166"/>
            <a:chExt cx="631825" cy="631825"/>
          </a:xfrm>
        </p:grpSpPr>
        <p:pic>
          <p:nvPicPr>
            <p:cNvPr id="23" name="object 23"/>
            <p:cNvPicPr/>
            <p:nvPr/>
          </p:nvPicPr>
          <p:blipFill>
            <a:blip r:embed="rId2" cstate="print"/>
            <a:stretch>
              <a:fillRect/>
            </a:stretch>
          </p:blipFill>
          <p:spPr>
            <a:xfrm>
              <a:off x="485012" y="3374516"/>
              <a:ext cx="618769" cy="618744"/>
            </a:xfrm>
            <a:prstGeom prst="rect">
              <a:avLst/>
            </a:prstGeom>
          </p:spPr>
        </p:pic>
        <p:sp>
          <p:nvSpPr>
            <p:cNvPr id="24" name="object 24"/>
            <p:cNvSpPr/>
            <p:nvPr/>
          </p:nvSpPr>
          <p:spPr>
            <a:xfrm>
              <a:off x="485012" y="3374516"/>
              <a:ext cx="619125" cy="619125"/>
            </a:xfrm>
            <a:custGeom>
              <a:avLst/>
              <a:gdLst/>
              <a:ahLst/>
              <a:cxnLst/>
              <a:rect l="l" t="t" r="r" b="b"/>
              <a:pathLst>
                <a:path w="619125" h="619125">
                  <a:moveTo>
                    <a:pt x="0" y="309372"/>
                  </a:moveTo>
                  <a:lnTo>
                    <a:pt x="3354" y="263637"/>
                  </a:lnTo>
                  <a:lnTo>
                    <a:pt x="13099" y="219991"/>
                  </a:lnTo>
                  <a:lnTo>
                    <a:pt x="28755" y="178913"/>
                  </a:lnTo>
                  <a:lnTo>
                    <a:pt x="49844" y="140880"/>
                  </a:lnTo>
                  <a:lnTo>
                    <a:pt x="75887" y="106368"/>
                  </a:lnTo>
                  <a:lnTo>
                    <a:pt x="106406" y="75856"/>
                  </a:lnTo>
                  <a:lnTo>
                    <a:pt x="140922" y="49821"/>
                  </a:lnTo>
                  <a:lnTo>
                    <a:pt x="178957" y="28740"/>
                  </a:lnTo>
                  <a:lnTo>
                    <a:pt x="220031" y="13091"/>
                  </a:lnTo>
                  <a:lnTo>
                    <a:pt x="263666" y="3352"/>
                  </a:lnTo>
                  <a:lnTo>
                    <a:pt x="309384" y="0"/>
                  </a:lnTo>
                  <a:lnTo>
                    <a:pt x="355102" y="3352"/>
                  </a:lnTo>
                  <a:lnTo>
                    <a:pt x="398738" y="13091"/>
                  </a:lnTo>
                  <a:lnTo>
                    <a:pt x="439812" y="28740"/>
                  </a:lnTo>
                  <a:lnTo>
                    <a:pt x="477846" y="49821"/>
                  </a:lnTo>
                  <a:lnTo>
                    <a:pt x="512362" y="75856"/>
                  </a:lnTo>
                  <a:lnTo>
                    <a:pt x="542881" y="106368"/>
                  </a:lnTo>
                  <a:lnTo>
                    <a:pt x="568924" y="140880"/>
                  </a:lnTo>
                  <a:lnTo>
                    <a:pt x="590013" y="178913"/>
                  </a:lnTo>
                  <a:lnTo>
                    <a:pt x="605670" y="219991"/>
                  </a:lnTo>
                  <a:lnTo>
                    <a:pt x="615414" y="263637"/>
                  </a:lnTo>
                  <a:lnTo>
                    <a:pt x="618769" y="309372"/>
                  </a:lnTo>
                  <a:lnTo>
                    <a:pt x="615414" y="355078"/>
                  </a:lnTo>
                  <a:lnTo>
                    <a:pt x="605670" y="398705"/>
                  </a:lnTo>
                  <a:lnTo>
                    <a:pt x="590013" y="439775"/>
                  </a:lnTo>
                  <a:lnTo>
                    <a:pt x="568924" y="477807"/>
                  </a:lnTo>
                  <a:lnTo>
                    <a:pt x="542881" y="512323"/>
                  </a:lnTo>
                  <a:lnTo>
                    <a:pt x="512362" y="542844"/>
                  </a:lnTo>
                  <a:lnTo>
                    <a:pt x="477846" y="568890"/>
                  </a:lnTo>
                  <a:lnTo>
                    <a:pt x="439812" y="589982"/>
                  </a:lnTo>
                  <a:lnTo>
                    <a:pt x="398738" y="605641"/>
                  </a:lnTo>
                  <a:lnTo>
                    <a:pt x="355102" y="615388"/>
                  </a:lnTo>
                  <a:lnTo>
                    <a:pt x="309384" y="618744"/>
                  </a:lnTo>
                  <a:lnTo>
                    <a:pt x="263666" y="615388"/>
                  </a:lnTo>
                  <a:lnTo>
                    <a:pt x="220031" y="605641"/>
                  </a:lnTo>
                  <a:lnTo>
                    <a:pt x="178957" y="589982"/>
                  </a:lnTo>
                  <a:lnTo>
                    <a:pt x="140922" y="568890"/>
                  </a:lnTo>
                  <a:lnTo>
                    <a:pt x="106406" y="542844"/>
                  </a:lnTo>
                  <a:lnTo>
                    <a:pt x="75887" y="512323"/>
                  </a:lnTo>
                  <a:lnTo>
                    <a:pt x="49844" y="477807"/>
                  </a:lnTo>
                  <a:lnTo>
                    <a:pt x="28755" y="439775"/>
                  </a:lnTo>
                  <a:lnTo>
                    <a:pt x="13099" y="398705"/>
                  </a:lnTo>
                  <a:lnTo>
                    <a:pt x="3354" y="355078"/>
                  </a:lnTo>
                  <a:lnTo>
                    <a:pt x="0" y="309372"/>
                  </a:lnTo>
                  <a:close/>
                </a:path>
              </a:pathLst>
            </a:custGeom>
            <a:ln w="12699">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1" name="object 21"/>
          <p:cNvSpPr txBox="1"/>
          <p:nvPr/>
        </p:nvSpPr>
        <p:spPr>
          <a:xfrm>
            <a:off x="1313180" y="3397707"/>
            <a:ext cx="3575685" cy="521970"/>
          </a:xfrm>
          <a:prstGeom prst="rect">
            <a:avLst/>
          </a:prstGeom>
        </p:spPr>
        <p:txBody>
          <a:bodyPr vert="horz" wrap="square" lIns="0" tIns="13335" rIns="0" bIns="0" rtlCol="0">
            <a:spAutoFit/>
          </a:bodyPr>
          <a:lstStyle/>
          <a:p>
            <a:pPr marL="0" marR="0" lvl="0" indent="0" algn="ctr" defTabSz="914400" eaLnBrk="1" fontAlgn="auto" latinLnBrk="0" hangingPunct="1">
              <a:lnSpc>
                <a:spcPts val="1950"/>
              </a:lnSpc>
              <a:spcBef>
                <a:spcPts val="105"/>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Data</a:t>
            </a:r>
            <a:r>
              <a:rPr kumimoji="0" sz="1700" b="0" i="0" u="none" strike="noStrike" kern="0" cap="none" spc="-4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and</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metadata</a:t>
            </a:r>
            <a:r>
              <a:rPr kumimoji="0" sz="1700" b="0" i="0" u="none" strike="noStrike" kern="0" cap="none" spc="-5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are</a:t>
            </a:r>
            <a:r>
              <a:rPr kumimoji="0" sz="1700" b="0" i="0" u="none" strike="noStrike" kern="0" cap="none" spc="-3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shared</a:t>
            </a:r>
            <a:r>
              <a:rPr kumimoji="0" sz="1700" b="0" i="0" u="none" strike="noStrike" kern="0" cap="none" spc="-6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through</a:t>
            </a:r>
            <a:r>
              <a:rPr kumimoji="0" sz="1700" b="0" i="0" u="none" strike="noStrike" kern="0" cap="none" spc="-70" normalizeH="0" baseline="0" noProof="0" dirty="0">
                <a:ln>
                  <a:noFill/>
                </a:ln>
                <a:solidFill>
                  <a:srgbClr val="001F5F"/>
                </a:solidFill>
                <a:effectLst/>
                <a:uLnTx/>
                <a:uFillTx/>
                <a:latin typeface="Calibri"/>
                <a:cs typeface="Calibri"/>
              </a:rPr>
              <a:t> </a:t>
            </a:r>
            <a:r>
              <a:rPr kumimoji="0" sz="1700" b="0" i="0" u="none" strike="noStrike" kern="0" cap="none" spc="-50" normalizeH="0" baseline="0" noProof="0" dirty="0">
                <a:ln>
                  <a:noFill/>
                </a:ln>
                <a:solidFill>
                  <a:srgbClr val="001F5F"/>
                </a:solidFill>
                <a:effectLst/>
                <a:uLnTx/>
                <a:uFillTx/>
                <a:latin typeface="Calibri"/>
                <a:cs typeface="Calibri"/>
              </a:rPr>
              <a:t>a</a:t>
            </a:r>
            <a:endParaRPr kumimoji="0" sz="1700" b="0" i="0" u="none" strike="noStrike" kern="0" cap="none" spc="0" normalizeH="0" baseline="0" noProof="0">
              <a:ln>
                <a:noFill/>
              </a:ln>
              <a:solidFill>
                <a:sysClr val="windowText" lastClr="000000"/>
              </a:solidFill>
              <a:effectLst/>
              <a:uLnTx/>
              <a:uFillTx/>
              <a:latin typeface="Calibri"/>
              <a:cs typeface="Calibri"/>
            </a:endParaRPr>
          </a:p>
          <a:p>
            <a:pPr marL="1270" marR="0" lvl="0" indent="0" algn="ctr" defTabSz="914400" eaLnBrk="1" fontAlgn="auto" latinLnBrk="0" hangingPunct="1">
              <a:lnSpc>
                <a:spcPts val="1950"/>
              </a:lnSpc>
              <a:spcBef>
                <a:spcPts val="0"/>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WIS2</a:t>
            </a:r>
            <a:r>
              <a:rPr kumimoji="0" sz="1700" b="0" i="0" u="none" strike="noStrike" kern="0" cap="none" spc="-15" normalizeH="0" baseline="0" noProof="0" dirty="0">
                <a:ln>
                  <a:noFill/>
                </a:ln>
                <a:solidFill>
                  <a:srgbClr val="001F5F"/>
                </a:solidFill>
                <a:effectLst/>
                <a:uLnTx/>
                <a:uFillTx/>
                <a:latin typeface="Calibri"/>
                <a:cs typeface="Calibri"/>
              </a:rPr>
              <a:t> </a:t>
            </a:r>
            <a:r>
              <a:rPr kumimoji="0" sz="1700" b="0" i="0" u="none" strike="noStrike" kern="0" cap="none" spc="-20" normalizeH="0" baseline="0" noProof="0" dirty="0">
                <a:ln>
                  <a:noFill/>
                </a:ln>
                <a:solidFill>
                  <a:srgbClr val="001F5F"/>
                </a:solidFill>
                <a:effectLst/>
                <a:uLnTx/>
                <a:uFillTx/>
                <a:latin typeface="Calibri"/>
                <a:cs typeface="Calibri"/>
              </a:rPr>
              <a:t>node</a:t>
            </a:r>
            <a:endParaRPr kumimoji="0" sz="1700" b="0" i="0" u="none" strike="noStrike" kern="0" cap="none" spc="0" normalizeH="0" baseline="0" noProof="0">
              <a:ln>
                <a:noFill/>
              </a:ln>
              <a:solidFill>
                <a:sysClr val="windowText" lastClr="000000"/>
              </a:solidFill>
              <a:effectLst/>
              <a:uLnTx/>
              <a:uFillTx/>
              <a:latin typeface="Calibri"/>
              <a:cs typeface="Calibri"/>
            </a:endParaRPr>
          </a:p>
        </p:txBody>
      </p:sp>
      <p:grpSp>
        <p:nvGrpSpPr>
          <p:cNvPr id="25" name="object 25"/>
          <p:cNvGrpSpPr/>
          <p:nvPr/>
        </p:nvGrpSpPr>
        <p:grpSpPr>
          <a:xfrm>
            <a:off x="788047" y="4171569"/>
            <a:ext cx="4320540" cy="631825"/>
            <a:chOff x="788047" y="4171569"/>
            <a:chExt cx="4320540" cy="631825"/>
          </a:xfrm>
        </p:grpSpPr>
        <p:sp>
          <p:nvSpPr>
            <p:cNvPr id="26" name="object 26"/>
            <p:cNvSpPr/>
            <p:nvPr/>
          </p:nvSpPr>
          <p:spPr>
            <a:xfrm>
              <a:off x="794397" y="4177919"/>
              <a:ext cx="4307840" cy="619125"/>
            </a:xfrm>
            <a:custGeom>
              <a:avLst/>
              <a:gdLst/>
              <a:ahLst/>
              <a:cxnLst/>
              <a:rect l="l" t="t" r="r" b="b"/>
              <a:pathLst>
                <a:path w="4307840" h="619125">
                  <a:moveTo>
                    <a:pt x="4307446" y="0"/>
                  </a:moveTo>
                  <a:lnTo>
                    <a:pt x="309384" y="0"/>
                  </a:lnTo>
                  <a:lnTo>
                    <a:pt x="0" y="309371"/>
                  </a:lnTo>
                  <a:lnTo>
                    <a:pt x="309384" y="618870"/>
                  </a:lnTo>
                  <a:lnTo>
                    <a:pt x="4307446" y="618870"/>
                  </a:lnTo>
                  <a:lnTo>
                    <a:pt x="430744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7"/>
            <p:cNvSpPr/>
            <p:nvPr/>
          </p:nvSpPr>
          <p:spPr>
            <a:xfrm>
              <a:off x="794397" y="4177919"/>
              <a:ext cx="4307840" cy="619125"/>
            </a:xfrm>
            <a:custGeom>
              <a:avLst/>
              <a:gdLst/>
              <a:ahLst/>
              <a:cxnLst/>
              <a:rect l="l" t="t" r="r" b="b"/>
              <a:pathLst>
                <a:path w="4307840" h="619125">
                  <a:moveTo>
                    <a:pt x="4307446" y="618870"/>
                  </a:moveTo>
                  <a:lnTo>
                    <a:pt x="309384" y="618870"/>
                  </a:lnTo>
                  <a:lnTo>
                    <a:pt x="0" y="309371"/>
                  </a:lnTo>
                  <a:lnTo>
                    <a:pt x="309384" y="0"/>
                  </a:lnTo>
                  <a:lnTo>
                    <a:pt x="4307446" y="0"/>
                  </a:lnTo>
                  <a:lnTo>
                    <a:pt x="4307446" y="618870"/>
                  </a:lnTo>
                  <a:close/>
                </a:path>
              </a:pathLst>
            </a:custGeom>
            <a:ln w="12700">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9" name="object 29"/>
          <p:cNvGrpSpPr/>
          <p:nvPr/>
        </p:nvGrpSpPr>
        <p:grpSpPr>
          <a:xfrm>
            <a:off x="478662" y="4171569"/>
            <a:ext cx="631825" cy="631825"/>
            <a:chOff x="478662" y="4171569"/>
            <a:chExt cx="631825" cy="631825"/>
          </a:xfrm>
        </p:grpSpPr>
        <p:pic>
          <p:nvPicPr>
            <p:cNvPr id="30" name="object 30"/>
            <p:cNvPicPr/>
            <p:nvPr/>
          </p:nvPicPr>
          <p:blipFill>
            <a:blip r:embed="rId2" cstate="print"/>
            <a:stretch>
              <a:fillRect/>
            </a:stretch>
          </p:blipFill>
          <p:spPr>
            <a:xfrm>
              <a:off x="485012" y="4177919"/>
              <a:ext cx="618769" cy="618744"/>
            </a:xfrm>
            <a:prstGeom prst="rect">
              <a:avLst/>
            </a:prstGeom>
          </p:spPr>
        </p:pic>
        <p:sp>
          <p:nvSpPr>
            <p:cNvPr id="31" name="object 31"/>
            <p:cNvSpPr/>
            <p:nvPr/>
          </p:nvSpPr>
          <p:spPr>
            <a:xfrm>
              <a:off x="485012" y="4177919"/>
              <a:ext cx="619125" cy="619125"/>
            </a:xfrm>
            <a:custGeom>
              <a:avLst/>
              <a:gdLst/>
              <a:ahLst/>
              <a:cxnLst/>
              <a:rect l="l" t="t" r="r" b="b"/>
              <a:pathLst>
                <a:path w="619125" h="619125">
                  <a:moveTo>
                    <a:pt x="0" y="309371"/>
                  </a:moveTo>
                  <a:lnTo>
                    <a:pt x="3354" y="263665"/>
                  </a:lnTo>
                  <a:lnTo>
                    <a:pt x="13099" y="220038"/>
                  </a:lnTo>
                  <a:lnTo>
                    <a:pt x="28755" y="178968"/>
                  </a:lnTo>
                  <a:lnTo>
                    <a:pt x="49844" y="140936"/>
                  </a:lnTo>
                  <a:lnTo>
                    <a:pt x="75887" y="106420"/>
                  </a:lnTo>
                  <a:lnTo>
                    <a:pt x="106406" y="75899"/>
                  </a:lnTo>
                  <a:lnTo>
                    <a:pt x="140922" y="49853"/>
                  </a:lnTo>
                  <a:lnTo>
                    <a:pt x="178957" y="28761"/>
                  </a:lnTo>
                  <a:lnTo>
                    <a:pt x="220031" y="13102"/>
                  </a:lnTo>
                  <a:lnTo>
                    <a:pt x="263666" y="3355"/>
                  </a:lnTo>
                  <a:lnTo>
                    <a:pt x="309384" y="0"/>
                  </a:lnTo>
                  <a:lnTo>
                    <a:pt x="355102" y="3355"/>
                  </a:lnTo>
                  <a:lnTo>
                    <a:pt x="398738" y="13102"/>
                  </a:lnTo>
                  <a:lnTo>
                    <a:pt x="439812" y="28761"/>
                  </a:lnTo>
                  <a:lnTo>
                    <a:pt x="477846" y="49853"/>
                  </a:lnTo>
                  <a:lnTo>
                    <a:pt x="512362" y="75899"/>
                  </a:lnTo>
                  <a:lnTo>
                    <a:pt x="542881" y="106420"/>
                  </a:lnTo>
                  <a:lnTo>
                    <a:pt x="568924" y="140936"/>
                  </a:lnTo>
                  <a:lnTo>
                    <a:pt x="590013" y="178968"/>
                  </a:lnTo>
                  <a:lnTo>
                    <a:pt x="605670" y="220038"/>
                  </a:lnTo>
                  <a:lnTo>
                    <a:pt x="615414" y="263665"/>
                  </a:lnTo>
                  <a:lnTo>
                    <a:pt x="618769" y="309371"/>
                  </a:lnTo>
                  <a:lnTo>
                    <a:pt x="615414" y="355109"/>
                  </a:lnTo>
                  <a:lnTo>
                    <a:pt x="605670" y="398763"/>
                  </a:lnTo>
                  <a:lnTo>
                    <a:pt x="590013" y="439853"/>
                  </a:lnTo>
                  <a:lnTo>
                    <a:pt x="568924" y="477902"/>
                  </a:lnTo>
                  <a:lnTo>
                    <a:pt x="542881" y="512430"/>
                  </a:lnTo>
                  <a:lnTo>
                    <a:pt x="512362" y="542959"/>
                  </a:lnTo>
                  <a:lnTo>
                    <a:pt x="477846" y="569011"/>
                  </a:lnTo>
                  <a:lnTo>
                    <a:pt x="439812" y="590107"/>
                  </a:lnTo>
                  <a:lnTo>
                    <a:pt x="398738" y="605767"/>
                  </a:lnTo>
                  <a:lnTo>
                    <a:pt x="355102" y="615515"/>
                  </a:lnTo>
                  <a:lnTo>
                    <a:pt x="309384" y="618870"/>
                  </a:lnTo>
                  <a:lnTo>
                    <a:pt x="263666" y="615515"/>
                  </a:lnTo>
                  <a:lnTo>
                    <a:pt x="220031" y="605767"/>
                  </a:lnTo>
                  <a:lnTo>
                    <a:pt x="178957" y="590107"/>
                  </a:lnTo>
                  <a:lnTo>
                    <a:pt x="140922" y="569011"/>
                  </a:lnTo>
                  <a:lnTo>
                    <a:pt x="106406" y="542959"/>
                  </a:lnTo>
                  <a:lnTo>
                    <a:pt x="75887" y="512430"/>
                  </a:lnTo>
                  <a:lnTo>
                    <a:pt x="49844" y="477902"/>
                  </a:lnTo>
                  <a:lnTo>
                    <a:pt x="28755" y="439853"/>
                  </a:lnTo>
                  <a:lnTo>
                    <a:pt x="13099" y="398763"/>
                  </a:lnTo>
                  <a:lnTo>
                    <a:pt x="3354" y="355109"/>
                  </a:lnTo>
                  <a:lnTo>
                    <a:pt x="0" y="309371"/>
                  </a:lnTo>
                  <a:close/>
                </a:path>
              </a:pathLst>
            </a:custGeom>
            <a:ln w="12699">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8" name="object 28"/>
          <p:cNvSpPr txBox="1"/>
          <p:nvPr/>
        </p:nvSpPr>
        <p:spPr>
          <a:xfrm>
            <a:off x="1232408" y="4201795"/>
            <a:ext cx="3734435" cy="521334"/>
          </a:xfrm>
          <a:prstGeom prst="rect">
            <a:avLst/>
          </a:prstGeom>
        </p:spPr>
        <p:txBody>
          <a:bodyPr vert="horz" wrap="square" lIns="0" tIns="40005" rIns="0" bIns="0" rtlCol="0">
            <a:spAutoFit/>
          </a:bodyPr>
          <a:lstStyle/>
          <a:p>
            <a:pPr marL="12700" marR="5080" lvl="0" indent="219075" defTabSz="914400" eaLnBrk="1" fontAlgn="auto" latinLnBrk="0" hangingPunct="1">
              <a:lnSpc>
                <a:spcPts val="1860"/>
              </a:lnSpc>
              <a:spcBef>
                <a:spcPts val="315"/>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A</a:t>
            </a:r>
            <a:r>
              <a:rPr kumimoji="0" sz="1700" b="0" i="0" u="none" strike="noStrike" kern="0" cap="none" spc="-2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WIS2</a:t>
            </a:r>
            <a:r>
              <a:rPr kumimoji="0" sz="1700" b="0" i="0" u="none" strike="noStrike" kern="0" cap="none" spc="-1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Node</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shares</a:t>
            </a:r>
            <a:r>
              <a:rPr kumimoji="0" sz="1700" b="0" i="0" u="none" strike="noStrike" kern="0" cap="none" spc="-4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data</a:t>
            </a:r>
            <a:r>
              <a:rPr kumimoji="0" sz="1700" b="0" i="0" u="none" strike="noStrike" kern="0" cap="none" spc="-3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via</a:t>
            </a:r>
            <a:r>
              <a:rPr kumimoji="0" sz="1700" b="0" i="0" u="none" strike="noStrike" kern="0" cap="none" spc="-3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an</a:t>
            </a:r>
            <a:r>
              <a:rPr kumimoji="0" sz="1700" b="0" i="0" u="none" strike="noStrike" kern="0" cap="none" spc="-10" normalizeH="0" baseline="0" noProof="0" dirty="0">
                <a:ln>
                  <a:noFill/>
                </a:ln>
                <a:solidFill>
                  <a:srgbClr val="001F5F"/>
                </a:solidFill>
                <a:effectLst/>
                <a:uLnTx/>
                <a:uFillTx/>
                <a:latin typeface="Calibri"/>
                <a:cs typeface="Calibri"/>
              </a:rPr>
              <a:t> </a:t>
            </a:r>
            <a:r>
              <a:rPr kumimoji="0" sz="1700" b="0" i="0" u="none" strike="noStrike" kern="0" cap="none" spc="-20" normalizeH="0" baseline="0" noProof="0" dirty="0">
                <a:ln>
                  <a:noFill/>
                </a:ln>
                <a:solidFill>
                  <a:srgbClr val="001F5F"/>
                </a:solidFill>
                <a:effectLst/>
                <a:uLnTx/>
                <a:uFillTx/>
                <a:latin typeface="Calibri"/>
                <a:cs typeface="Calibri"/>
              </a:rPr>
              <a:t>HTTP </a:t>
            </a:r>
            <a:r>
              <a:rPr kumimoji="0" sz="1700" b="0" i="0" u="none" strike="noStrike" kern="0" cap="none" spc="0" normalizeH="0" baseline="0" noProof="0" dirty="0">
                <a:ln>
                  <a:noFill/>
                </a:ln>
                <a:solidFill>
                  <a:srgbClr val="001F5F"/>
                </a:solidFill>
                <a:effectLst/>
                <a:uLnTx/>
                <a:uFillTx/>
                <a:latin typeface="Calibri"/>
                <a:cs typeface="Calibri"/>
              </a:rPr>
              <a:t>service</a:t>
            </a:r>
            <a:r>
              <a:rPr kumimoji="0" sz="1700" b="0" i="0" u="none" strike="noStrike" kern="0" cap="none" spc="-2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and</a:t>
            </a:r>
            <a:r>
              <a:rPr kumimoji="0" sz="1700" b="0" i="0" u="none" strike="noStrike" kern="0" cap="none" spc="-2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sends</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notifications</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over</a:t>
            </a:r>
            <a:r>
              <a:rPr kumimoji="0" sz="1700" b="0" i="0" u="none" strike="noStrike" kern="0" cap="none" spc="-5" normalizeH="0" baseline="0" noProof="0" dirty="0">
                <a:ln>
                  <a:noFill/>
                </a:ln>
                <a:solidFill>
                  <a:srgbClr val="001F5F"/>
                </a:solidFill>
                <a:effectLst/>
                <a:uLnTx/>
                <a:uFillTx/>
                <a:latin typeface="Calibri"/>
                <a:cs typeface="Calibri"/>
              </a:rPr>
              <a:t> </a:t>
            </a:r>
            <a:r>
              <a:rPr kumimoji="0" sz="1700" b="0" i="0" u="none" strike="noStrike" kern="0" cap="none" spc="-20" normalizeH="0" baseline="0" noProof="0" dirty="0">
                <a:ln>
                  <a:noFill/>
                </a:ln>
                <a:solidFill>
                  <a:srgbClr val="001F5F"/>
                </a:solidFill>
                <a:effectLst/>
                <a:uLnTx/>
                <a:uFillTx/>
                <a:latin typeface="Calibri"/>
                <a:cs typeface="Calibri"/>
              </a:rPr>
              <a:t>MQTT</a:t>
            </a:r>
            <a:endParaRPr kumimoji="0" sz="1700" b="0" i="0" u="none" strike="noStrike" kern="0" cap="none" spc="0" normalizeH="0" baseline="0" noProof="0">
              <a:ln>
                <a:noFill/>
              </a:ln>
              <a:solidFill>
                <a:sysClr val="windowText" lastClr="000000"/>
              </a:solidFill>
              <a:effectLst/>
              <a:uLnTx/>
              <a:uFillTx/>
              <a:latin typeface="Calibri"/>
              <a:cs typeface="Calibri"/>
            </a:endParaRPr>
          </a:p>
        </p:txBody>
      </p:sp>
      <p:grpSp>
        <p:nvGrpSpPr>
          <p:cNvPr id="32" name="object 32"/>
          <p:cNvGrpSpPr/>
          <p:nvPr/>
        </p:nvGrpSpPr>
        <p:grpSpPr>
          <a:xfrm>
            <a:off x="788047" y="4975097"/>
            <a:ext cx="4320540" cy="631825"/>
            <a:chOff x="788047" y="4975097"/>
            <a:chExt cx="4320540" cy="631825"/>
          </a:xfrm>
        </p:grpSpPr>
        <p:sp>
          <p:nvSpPr>
            <p:cNvPr id="33" name="object 33"/>
            <p:cNvSpPr/>
            <p:nvPr/>
          </p:nvSpPr>
          <p:spPr>
            <a:xfrm>
              <a:off x="794397" y="4981447"/>
              <a:ext cx="4307840" cy="619125"/>
            </a:xfrm>
            <a:custGeom>
              <a:avLst/>
              <a:gdLst/>
              <a:ahLst/>
              <a:cxnLst/>
              <a:rect l="l" t="t" r="r" b="b"/>
              <a:pathLst>
                <a:path w="4307840" h="619125">
                  <a:moveTo>
                    <a:pt x="4307446" y="0"/>
                  </a:moveTo>
                  <a:lnTo>
                    <a:pt x="309384" y="0"/>
                  </a:lnTo>
                  <a:lnTo>
                    <a:pt x="0" y="309371"/>
                  </a:lnTo>
                  <a:lnTo>
                    <a:pt x="309384" y="618756"/>
                  </a:lnTo>
                  <a:lnTo>
                    <a:pt x="4307446" y="618756"/>
                  </a:lnTo>
                  <a:lnTo>
                    <a:pt x="430744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p:cNvSpPr/>
            <p:nvPr/>
          </p:nvSpPr>
          <p:spPr>
            <a:xfrm>
              <a:off x="794397" y="4981447"/>
              <a:ext cx="4307840" cy="619125"/>
            </a:xfrm>
            <a:custGeom>
              <a:avLst/>
              <a:gdLst/>
              <a:ahLst/>
              <a:cxnLst/>
              <a:rect l="l" t="t" r="r" b="b"/>
              <a:pathLst>
                <a:path w="4307840" h="619125">
                  <a:moveTo>
                    <a:pt x="4307446" y="618756"/>
                  </a:moveTo>
                  <a:lnTo>
                    <a:pt x="309384" y="618756"/>
                  </a:lnTo>
                  <a:lnTo>
                    <a:pt x="0" y="309371"/>
                  </a:lnTo>
                  <a:lnTo>
                    <a:pt x="309384" y="0"/>
                  </a:lnTo>
                  <a:lnTo>
                    <a:pt x="4307446" y="0"/>
                  </a:lnTo>
                  <a:lnTo>
                    <a:pt x="4307446" y="618756"/>
                  </a:lnTo>
                  <a:close/>
                </a:path>
              </a:pathLst>
            </a:custGeom>
            <a:ln w="12699">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6" name="object 36"/>
          <p:cNvGrpSpPr/>
          <p:nvPr/>
        </p:nvGrpSpPr>
        <p:grpSpPr>
          <a:xfrm>
            <a:off x="478662" y="4975097"/>
            <a:ext cx="631825" cy="631825"/>
            <a:chOff x="478662" y="4975097"/>
            <a:chExt cx="631825" cy="631825"/>
          </a:xfrm>
        </p:grpSpPr>
        <p:pic>
          <p:nvPicPr>
            <p:cNvPr id="37" name="object 37"/>
            <p:cNvPicPr/>
            <p:nvPr/>
          </p:nvPicPr>
          <p:blipFill>
            <a:blip r:embed="rId2" cstate="print"/>
            <a:stretch>
              <a:fillRect/>
            </a:stretch>
          </p:blipFill>
          <p:spPr>
            <a:xfrm>
              <a:off x="485012" y="4981447"/>
              <a:ext cx="618769" cy="618756"/>
            </a:xfrm>
            <a:prstGeom prst="rect">
              <a:avLst/>
            </a:prstGeom>
          </p:spPr>
        </p:pic>
        <p:sp>
          <p:nvSpPr>
            <p:cNvPr id="38" name="object 38"/>
            <p:cNvSpPr/>
            <p:nvPr/>
          </p:nvSpPr>
          <p:spPr>
            <a:xfrm>
              <a:off x="485012" y="4981447"/>
              <a:ext cx="619125" cy="619125"/>
            </a:xfrm>
            <a:custGeom>
              <a:avLst/>
              <a:gdLst/>
              <a:ahLst/>
              <a:cxnLst/>
              <a:rect l="l" t="t" r="r" b="b"/>
              <a:pathLst>
                <a:path w="619125" h="619125">
                  <a:moveTo>
                    <a:pt x="0" y="309371"/>
                  </a:moveTo>
                  <a:lnTo>
                    <a:pt x="3354" y="263665"/>
                  </a:lnTo>
                  <a:lnTo>
                    <a:pt x="13099" y="220038"/>
                  </a:lnTo>
                  <a:lnTo>
                    <a:pt x="28755" y="178968"/>
                  </a:lnTo>
                  <a:lnTo>
                    <a:pt x="49844" y="140936"/>
                  </a:lnTo>
                  <a:lnTo>
                    <a:pt x="75887" y="106420"/>
                  </a:lnTo>
                  <a:lnTo>
                    <a:pt x="106406" y="75899"/>
                  </a:lnTo>
                  <a:lnTo>
                    <a:pt x="140922" y="49853"/>
                  </a:lnTo>
                  <a:lnTo>
                    <a:pt x="178957" y="28761"/>
                  </a:lnTo>
                  <a:lnTo>
                    <a:pt x="220031" y="13102"/>
                  </a:lnTo>
                  <a:lnTo>
                    <a:pt x="263666" y="3355"/>
                  </a:lnTo>
                  <a:lnTo>
                    <a:pt x="309384" y="0"/>
                  </a:lnTo>
                  <a:lnTo>
                    <a:pt x="355102" y="3355"/>
                  </a:lnTo>
                  <a:lnTo>
                    <a:pt x="398738" y="13102"/>
                  </a:lnTo>
                  <a:lnTo>
                    <a:pt x="439812" y="28761"/>
                  </a:lnTo>
                  <a:lnTo>
                    <a:pt x="477846" y="49853"/>
                  </a:lnTo>
                  <a:lnTo>
                    <a:pt x="512362" y="75899"/>
                  </a:lnTo>
                  <a:lnTo>
                    <a:pt x="542881" y="106420"/>
                  </a:lnTo>
                  <a:lnTo>
                    <a:pt x="568924" y="140936"/>
                  </a:lnTo>
                  <a:lnTo>
                    <a:pt x="590013" y="178968"/>
                  </a:lnTo>
                  <a:lnTo>
                    <a:pt x="605670" y="220038"/>
                  </a:lnTo>
                  <a:lnTo>
                    <a:pt x="615414" y="263665"/>
                  </a:lnTo>
                  <a:lnTo>
                    <a:pt x="618769" y="309371"/>
                  </a:lnTo>
                  <a:lnTo>
                    <a:pt x="615414" y="355078"/>
                  </a:lnTo>
                  <a:lnTo>
                    <a:pt x="605670" y="398706"/>
                  </a:lnTo>
                  <a:lnTo>
                    <a:pt x="590013" y="439777"/>
                  </a:lnTo>
                  <a:lnTo>
                    <a:pt x="568924" y="477811"/>
                  </a:lnTo>
                  <a:lnTo>
                    <a:pt x="542881" y="512329"/>
                  </a:lnTo>
                  <a:lnTo>
                    <a:pt x="512362" y="542851"/>
                  </a:lnTo>
                  <a:lnTo>
                    <a:pt x="477846" y="568899"/>
                  </a:lnTo>
                  <a:lnTo>
                    <a:pt x="439812" y="589993"/>
                  </a:lnTo>
                  <a:lnTo>
                    <a:pt x="398738" y="605653"/>
                  </a:lnTo>
                  <a:lnTo>
                    <a:pt x="355102" y="615400"/>
                  </a:lnTo>
                  <a:lnTo>
                    <a:pt x="309384" y="618756"/>
                  </a:lnTo>
                  <a:lnTo>
                    <a:pt x="263666" y="615400"/>
                  </a:lnTo>
                  <a:lnTo>
                    <a:pt x="220031" y="605653"/>
                  </a:lnTo>
                  <a:lnTo>
                    <a:pt x="178957" y="589993"/>
                  </a:lnTo>
                  <a:lnTo>
                    <a:pt x="140922" y="568899"/>
                  </a:lnTo>
                  <a:lnTo>
                    <a:pt x="106406" y="542851"/>
                  </a:lnTo>
                  <a:lnTo>
                    <a:pt x="75887" y="512329"/>
                  </a:lnTo>
                  <a:lnTo>
                    <a:pt x="49844" y="477811"/>
                  </a:lnTo>
                  <a:lnTo>
                    <a:pt x="28755" y="439777"/>
                  </a:lnTo>
                  <a:lnTo>
                    <a:pt x="13099" y="398706"/>
                  </a:lnTo>
                  <a:lnTo>
                    <a:pt x="3354" y="355078"/>
                  </a:lnTo>
                  <a:lnTo>
                    <a:pt x="0" y="309371"/>
                  </a:lnTo>
                  <a:close/>
                </a:path>
              </a:pathLst>
            </a:custGeom>
            <a:ln w="12700">
              <a:solidFill>
                <a:srgbClr val="3C4A5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5" name="object 35"/>
          <p:cNvSpPr txBox="1"/>
          <p:nvPr/>
        </p:nvSpPr>
        <p:spPr>
          <a:xfrm>
            <a:off x="1392427" y="5005578"/>
            <a:ext cx="3415665" cy="521334"/>
          </a:xfrm>
          <a:prstGeom prst="rect">
            <a:avLst/>
          </a:prstGeom>
        </p:spPr>
        <p:txBody>
          <a:bodyPr vert="horz" wrap="square" lIns="0" tIns="40005" rIns="0" bIns="0" rtlCol="0">
            <a:spAutoFit/>
          </a:bodyPr>
          <a:lstStyle/>
          <a:p>
            <a:pPr marL="146685" marR="5080" lvl="0" indent="-134620" defTabSz="914400" eaLnBrk="1" fontAlgn="auto" latinLnBrk="0" hangingPunct="1">
              <a:lnSpc>
                <a:spcPts val="1860"/>
              </a:lnSpc>
              <a:spcBef>
                <a:spcPts val="315"/>
              </a:spcBef>
              <a:spcAft>
                <a:spcPts val="0"/>
              </a:spcAft>
              <a:buClrTx/>
              <a:buSzTx/>
              <a:buFontTx/>
              <a:buNone/>
              <a:tabLst/>
              <a:defRPr/>
            </a:pPr>
            <a:r>
              <a:rPr kumimoji="0" sz="1700" b="0" i="0" u="none" strike="noStrike" kern="0" cap="none" spc="0" normalizeH="0" baseline="0" noProof="0" dirty="0">
                <a:ln>
                  <a:noFill/>
                </a:ln>
                <a:solidFill>
                  <a:srgbClr val="001F5F"/>
                </a:solidFill>
                <a:effectLst/>
                <a:uLnTx/>
                <a:uFillTx/>
                <a:latin typeface="Calibri"/>
                <a:cs typeface="Calibri"/>
              </a:rPr>
              <a:t>Global</a:t>
            </a:r>
            <a:r>
              <a:rPr kumimoji="0" sz="1700" b="0" i="0" u="none" strike="noStrike" kern="0" cap="none" spc="-65"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Broker</a:t>
            </a:r>
            <a:r>
              <a:rPr kumimoji="0" sz="1700" b="0" i="0" u="none" strike="noStrike" kern="0" cap="none" spc="-4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republishes</a:t>
            </a:r>
            <a:r>
              <a:rPr kumimoji="0" sz="1700" b="0" i="0" u="none" strike="noStrike" kern="0" cap="none" spc="-70"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notifications </a:t>
            </a:r>
            <a:r>
              <a:rPr kumimoji="0" sz="1700" b="0" i="0" u="none" strike="noStrike" kern="0" cap="none" spc="0" normalizeH="0" baseline="0" noProof="0" dirty="0">
                <a:ln>
                  <a:noFill/>
                </a:ln>
                <a:solidFill>
                  <a:srgbClr val="001F5F"/>
                </a:solidFill>
                <a:effectLst/>
                <a:uLnTx/>
                <a:uFillTx/>
                <a:latin typeface="Calibri"/>
                <a:cs typeface="Calibri"/>
              </a:rPr>
              <a:t>from</a:t>
            </a:r>
            <a:r>
              <a:rPr kumimoji="0" sz="1700" b="0" i="0" u="none" strike="noStrike" kern="0" cap="none" spc="-4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all</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WIS2</a:t>
            </a:r>
            <a:r>
              <a:rPr kumimoji="0" sz="1700" b="0" i="0" u="none" strike="noStrike" kern="0" cap="none" spc="-2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Nodes</a:t>
            </a:r>
            <a:r>
              <a:rPr kumimoji="0" sz="1700" b="0" i="0" u="none" strike="noStrike" kern="0" cap="none" spc="-50"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in</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0" normalizeH="0" baseline="0" noProof="0" dirty="0">
                <a:ln>
                  <a:noFill/>
                </a:ln>
                <a:solidFill>
                  <a:srgbClr val="001F5F"/>
                </a:solidFill>
                <a:effectLst/>
                <a:uLnTx/>
                <a:uFillTx/>
                <a:latin typeface="Calibri"/>
                <a:cs typeface="Calibri"/>
              </a:rPr>
              <a:t>the</a:t>
            </a:r>
            <a:r>
              <a:rPr kumimoji="0" sz="1700" b="0" i="0" u="none" strike="noStrike" kern="0" cap="none" spc="-25" normalizeH="0" baseline="0" noProof="0" dirty="0">
                <a:ln>
                  <a:noFill/>
                </a:ln>
                <a:solidFill>
                  <a:srgbClr val="001F5F"/>
                </a:solidFill>
                <a:effectLst/>
                <a:uLnTx/>
                <a:uFillTx/>
                <a:latin typeface="Calibri"/>
                <a:cs typeface="Calibri"/>
              </a:rPr>
              <a:t> </a:t>
            </a:r>
            <a:r>
              <a:rPr kumimoji="0" sz="1700" b="0" i="0" u="none" strike="noStrike" kern="0" cap="none" spc="-10" normalizeH="0" baseline="0" noProof="0" dirty="0">
                <a:ln>
                  <a:noFill/>
                </a:ln>
                <a:solidFill>
                  <a:srgbClr val="001F5F"/>
                </a:solidFill>
                <a:effectLst/>
                <a:uLnTx/>
                <a:uFillTx/>
                <a:latin typeface="Calibri"/>
                <a:cs typeface="Calibri"/>
              </a:rPr>
              <a:t>network</a:t>
            </a:r>
            <a:endParaRPr kumimoji="0" sz="1700" b="0" i="0" u="none" strike="noStrike" kern="0" cap="none" spc="0" normalizeH="0" baseline="0" noProof="0">
              <a:ln>
                <a:noFill/>
              </a:ln>
              <a:solidFill>
                <a:sysClr val="windowText" lastClr="000000"/>
              </a:solidFill>
              <a:effectLst/>
              <a:uLnTx/>
              <a:uFillTx/>
              <a:latin typeface="Calibri"/>
              <a:cs typeface="Calibri"/>
            </a:endParaRPr>
          </a:p>
        </p:txBody>
      </p:sp>
      <p:pic>
        <p:nvPicPr>
          <p:cNvPr id="3" name="object 3"/>
          <p:cNvPicPr/>
          <p:nvPr/>
        </p:nvPicPr>
        <p:blipFill>
          <a:blip r:embed="rId5" cstate="print"/>
          <a:stretch>
            <a:fillRect/>
          </a:stretch>
        </p:blipFill>
        <p:spPr>
          <a:xfrm>
            <a:off x="6307331" y="4761077"/>
            <a:ext cx="1306191" cy="1283843"/>
          </a:xfrm>
          <a:prstGeom prst="rect">
            <a:avLst/>
          </a:prstGeom>
        </p:spPr>
      </p:pic>
      <p:pic>
        <p:nvPicPr>
          <p:cNvPr id="40" name="object 40"/>
          <p:cNvPicPr/>
          <p:nvPr/>
        </p:nvPicPr>
        <p:blipFill>
          <a:blip r:embed="rId6" cstate="print"/>
          <a:stretch>
            <a:fillRect/>
          </a:stretch>
        </p:blipFill>
        <p:spPr>
          <a:xfrm>
            <a:off x="5508116" y="3701669"/>
            <a:ext cx="884936" cy="1702053"/>
          </a:xfrm>
          <a:prstGeom prst="rect">
            <a:avLst/>
          </a:prstGeom>
        </p:spPr>
      </p:pic>
      <p:pic>
        <p:nvPicPr>
          <p:cNvPr id="41" name="object 41"/>
          <p:cNvPicPr/>
          <p:nvPr/>
        </p:nvPicPr>
        <p:blipFill>
          <a:blip r:embed="rId7" cstate="print"/>
          <a:stretch>
            <a:fillRect/>
          </a:stretch>
        </p:blipFill>
        <p:spPr>
          <a:xfrm>
            <a:off x="6444741" y="3567048"/>
            <a:ext cx="2512822" cy="1836039"/>
          </a:xfrm>
          <a:prstGeom prst="rect">
            <a:avLst/>
          </a:prstGeom>
        </p:spPr>
      </p:pic>
      <p:grpSp>
        <p:nvGrpSpPr>
          <p:cNvPr id="46" name="object 46"/>
          <p:cNvGrpSpPr/>
          <p:nvPr/>
        </p:nvGrpSpPr>
        <p:grpSpPr>
          <a:xfrm>
            <a:off x="8071357" y="2905125"/>
            <a:ext cx="3706495" cy="1125220"/>
            <a:chOff x="8071357" y="2905125"/>
            <a:chExt cx="3706495" cy="1125220"/>
          </a:xfrm>
        </p:grpSpPr>
        <p:pic>
          <p:nvPicPr>
            <p:cNvPr id="47" name="object 47" descr="Icon  Description automatically generated"/>
            <p:cNvPicPr/>
            <p:nvPr/>
          </p:nvPicPr>
          <p:blipFill>
            <a:blip r:embed="rId3" cstate="print"/>
            <a:stretch>
              <a:fillRect/>
            </a:stretch>
          </p:blipFill>
          <p:spPr>
            <a:xfrm>
              <a:off x="11110071" y="3068060"/>
              <a:ext cx="667261" cy="550403"/>
            </a:xfrm>
            <a:prstGeom prst="rect">
              <a:avLst/>
            </a:prstGeom>
          </p:spPr>
        </p:pic>
        <p:sp>
          <p:nvSpPr>
            <p:cNvPr id="48" name="object 48"/>
            <p:cNvSpPr/>
            <p:nvPr/>
          </p:nvSpPr>
          <p:spPr>
            <a:xfrm>
              <a:off x="8071357" y="2905125"/>
              <a:ext cx="3376929" cy="1125220"/>
            </a:xfrm>
            <a:custGeom>
              <a:avLst/>
              <a:gdLst/>
              <a:ahLst/>
              <a:cxnLst/>
              <a:rect l="l" t="t" r="r" b="b"/>
              <a:pathLst>
                <a:path w="3376929" h="1125220">
                  <a:moveTo>
                    <a:pt x="1463446" y="553720"/>
                  </a:moveTo>
                  <a:lnTo>
                    <a:pt x="1450721" y="553720"/>
                  </a:lnTo>
                  <a:lnTo>
                    <a:pt x="1452245" y="566420"/>
                  </a:lnTo>
                  <a:lnTo>
                    <a:pt x="1452702" y="577850"/>
                  </a:lnTo>
                  <a:lnTo>
                    <a:pt x="1453095" y="590550"/>
                  </a:lnTo>
                  <a:lnTo>
                    <a:pt x="1453134" y="591820"/>
                  </a:lnTo>
                  <a:lnTo>
                    <a:pt x="1454048" y="603250"/>
                  </a:lnTo>
                  <a:lnTo>
                    <a:pt x="1461389" y="643889"/>
                  </a:lnTo>
                  <a:lnTo>
                    <a:pt x="1474597" y="681989"/>
                  </a:lnTo>
                  <a:lnTo>
                    <a:pt x="1493520" y="720089"/>
                  </a:lnTo>
                  <a:lnTo>
                    <a:pt x="1517523" y="756919"/>
                  </a:lnTo>
                  <a:lnTo>
                    <a:pt x="1557147" y="805180"/>
                  </a:lnTo>
                  <a:lnTo>
                    <a:pt x="1604899" y="850900"/>
                  </a:lnTo>
                  <a:lnTo>
                    <a:pt x="1659890" y="895350"/>
                  </a:lnTo>
                  <a:lnTo>
                    <a:pt x="1721485" y="935989"/>
                  </a:lnTo>
                  <a:lnTo>
                    <a:pt x="1754505" y="956309"/>
                  </a:lnTo>
                  <a:lnTo>
                    <a:pt x="1789049" y="975359"/>
                  </a:lnTo>
                  <a:lnTo>
                    <a:pt x="1824863" y="993139"/>
                  </a:lnTo>
                  <a:lnTo>
                    <a:pt x="1861947" y="1009650"/>
                  </a:lnTo>
                  <a:lnTo>
                    <a:pt x="1900047" y="1026159"/>
                  </a:lnTo>
                  <a:lnTo>
                    <a:pt x="1939290" y="1041400"/>
                  </a:lnTo>
                  <a:lnTo>
                    <a:pt x="1979504" y="1055434"/>
                  </a:lnTo>
                  <a:lnTo>
                    <a:pt x="2020316" y="1068070"/>
                  </a:lnTo>
                  <a:lnTo>
                    <a:pt x="2062226" y="1079500"/>
                  </a:lnTo>
                  <a:lnTo>
                    <a:pt x="2147824" y="1099820"/>
                  </a:lnTo>
                  <a:lnTo>
                    <a:pt x="2191512" y="1107439"/>
                  </a:lnTo>
                  <a:lnTo>
                    <a:pt x="2235581" y="1113789"/>
                  </a:lnTo>
                  <a:lnTo>
                    <a:pt x="2280031" y="1118870"/>
                  </a:lnTo>
                  <a:lnTo>
                    <a:pt x="2324735" y="1122680"/>
                  </a:lnTo>
                  <a:lnTo>
                    <a:pt x="2369693" y="1125220"/>
                  </a:lnTo>
                  <a:lnTo>
                    <a:pt x="2504313" y="1125220"/>
                  </a:lnTo>
                  <a:lnTo>
                    <a:pt x="2549017" y="1122680"/>
                  </a:lnTo>
                  <a:lnTo>
                    <a:pt x="2593340" y="1121409"/>
                  </a:lnTo>
                  <a:lnTo>
                    <a:pt x="2637409" y="1118870"/>
                  </a:lnTo>
                  <a:lnTo>
                    <a:pt x="2709545" y="1112520"/>
                  </a:lnTo>
                  <a:lnTo>
                    <a:pt x="2370201" y="1112520"/>
                  </a:lnTo>
                  <a:lnTo>
                    <a:pt x="2326246" y="1110022"/>
                  </a:lnTo>
                  <a:lnTo>
                    <a:pt x="2281428" y="1106170"/>
                  </a:lnTo>
                  <a:lnTo>
                    <a:pt x="2238332" y="1101230"/>
                  </a:lnTo>
                  <a:lnTo>
                    <a:pt x="2193665" y="1094775"/>
                  </a:lnTo>
                  <a:lnTo>
                    <a:pt x="2193875" y="1094775"/>
                  </a:lnTo>
                  <a:lnTo>
                    <a:pt x="2150364" y="1087120"/>
                  </a:lnTo>
                  <a:lnTo>
                    <a:pt x="2112803" y="1078230"/>
                  </a:lnTo>
                  <a:lnTo>
                    <a:pt x="2107692" y="1078230"/>
                  </a:lnTo>
                  <a:lnTo>
                    <a:pt x="2024108" y="1055434"/>
                  </a:lnTo>
                  <a:lnTo>
                    <a:pt x="2024334" y="1055434"/>
                  </a:lnTo>
                  <a:lnTo>
                    <a:pt x="1983359" y="1042669"/>
                  </a:lnTo>
                  <a:lnTo>
                    <a:pt x="1943707" y="1028779"/>
                  </a:lnTo>
                  <a:lnTo>
                    <a:pt x="1943938" y="1028779"/>
                  </a:lnTo>
                  <a:lnTo>
                    <a:pt x="1907878" y="1014730"/>
                  </a:lnTo>
                  <a:lnTo>
                    <a:pt x="1904873" y="1014730"/>
                  </a:lnTo>
                  <a:lnTo>
                    <a:pt x="1876393" y="1002347"/>
                  </a:lnTo>
                  <a:lnTo>
                    <a:pt x="1874421" y="1001466"/>
                  </a:lnTo>
                  <a:lnTo>
                    <a:pt x="1867113" y="998312"/>
                  </a:lnTo>
                  <a:lnTo>
                    <a:pt x="1867316" y="998312"/>
                  </a:lnTo>
                  <a:lnTo>
                    <a:pt x="1830408" y="981804"/>
                  </a:lnTo>
                  <a:lnTo>
                    <a:pt x="1830625" y="981804"/>
                  </a:lnTo>
                  <a:lnTo>
                    <a:pt x="1797225" y="965156"/>
                  </a:lnTo>
                  <a:lnTo>
                    <a:pt x="1796127" y="964550"/>
                  </a:lnTo>
                  <a:lnTo>
                    <a:pt x="1794967" y="964031"/>
                  </a:lnTo>
                  <a:lnTo>
                    <a:pt x="1795192" y="964031"/>
                  </a:lnTo>
                  <a:lnTo>
                    <a:pt x="1763365" y="946345"/>
                  </a:lnTo>
                  <a:lnTo>
                    <a:pt x="1728216" y="925830"/>
                  </a:lnTo>
                  <a:lnTo>
                    <a:pt x="1702075" y="908896"/>
                  </a:lnTo>
                  <a:lnTo>
                    <a:pt x="1701322" y="908383"/>
                  </a:lnTo>
                  <a:lnTo>
                    <a:pt x="1697025" y="905625"/>
                  </a:lnTo>
                  <a:lnTo>
                    <a:pt x="1697237" y="905625"/>
                  </a:lnTo>
                  <a:lnTo>
                    <a:pt x="1667429" y="885308"/>
                  </a:lnTo>
                  <a:lnTo>
                    <a:pt x="1667647" y="885308"/>
                  </a:lnTo>
                  <a:lnTo>
                    <a:pt x="1643343" y="866684"/>
                  </a:lnTo>
                  <a:lnTo>
                    <a:pt x="1642845" y="866276"/>
                  </a:lnTo>
                  <a:lnTo>
                    <a:pt x="1639476" y="863722"/>
                  </a:lnTo>
                  <a:lnTo>
                    <a:pt x="1639690" y="863722"/>
                  </a:lnTo>
                  <a:lnTo>
                    <a:pt x="1613306" y="842134"/>
                  </a:lnTo>
                  <a:lnTo>
                    <a:pt x="1613542" y="842134"/>
                  </a:lnTo>
                  <a:lnTo>
                    <a:pt x="1588906" y="819276"/>
                  </a:lnTo>
                  <a:lnTo>
                    <a:pt x="1589149" y="819276"/>
                  </a:lnTo>
                  <a:lnTo>
                    <a:pt x="1566418" y="796289"/>
                  </a:lnTo>
                  <a:lnTo>
                    <a:pt x="1566672" y="796289"/>
                  </a:lnTo>
                  <a:lnTo>
                    <a:pt x="1545971" y="773430"/>
                  </a:lnTo>
                  <a:lnTo>
                    <a:pt x="1546225" y="773430"/>
                  </a:lnTo>
                  <a:lnTo>
                    <a:pt x="1527683" y="749300"/>
                  </a:lnTo>
                  <a:lnTo>
                    <a:pt x="1527937" y="749300"/>
                  </a:lnTo>
                  <a:lnTo>
                    <a:pt x="1511553" y="725169"/>
                  </a:lnTo>
                  <a:lnTo>
                    <a:pt x="1511808" y="725169"/>
                  </a:lnTo>
                  <a:lnTo>
                    <a:pt x="1504442" y="713739"/>
                  </a:lnTo>
                  <a:lnTo>
                    <a:pt x="1491869" y="689610"/>
                  </a:lnTo>
                  <a:lnTo>
                    <a:pt x="1486281" y="676910"/>
                  </a:lnTo>
                  <a:lnTo>
                    <a:pt x="1481937" y="665479"/>
                  </a:lnTo>
                  <a:lnTo>
                    <a:pt x="1481582" y="665479"/>
                  </a:lnTo>
                  <a:lnTo>
                    <a:pt x="1477264" y="652779"/>
                  </a:lnTo>
                  <a:lnTo>
                    <a:pt x="1473581" y="640079"/>
                  </a:lnTo>
                  <a:lnTo>
                    <a:pt x="1470787" y="627379"/>
                  </a:lnTo>
                  <a:lnTo>
                    <a:pt x="1468729" y="615950"/>
                  </a:lnTo>
                  <a:lnTo>
                    <a:pt x="1468501" y="615950"/>
                  </a:lnTo>
                  <a:lnTo>
                    <a:pt x="1466850" y="603250"/>
                  </a:lnTo>
                  <a:lnTo>
                    <a:pt x="1465935" y="591820"/>
                  </a:lnTo>
                  <a:lnTo>
                    <a:pt x="1465834" y="590550"/>
                  </a:lnTo>
                  <a:lnTo>
                    <a:pt x="1465491" y="579120"/>
                  </a:lnTo>
                  <a:lnTo>
                    <a:pt x="1465452" y="577850"/>
                  </a:lnTo>
                  <a:lnTo>
                    <a:pt x="1464881" y="566420"/>
                  </a:lnTo>
                  <a:lnTo>
                    <a:pt x="1464818" y="565150"/>
                  </a:lnTo>
                  <a:lnTo>
                    <a:pt x="1463446" y="553720"/>
                  </a:lnTo>
                  <a:close/>
                </a:path>
                <a:path w="3376929" h="1125220">
                  <a:moveTo>
                    <a:pt x="3134360" y="1024889"/>
                  </a:moveTo>
                  <a:lnTo>
                    <a:pt x="3103118" y="1033780"/>
                  </a:lnTo>
                  <a:lnTo>
                    <a:pt x="3070352" y="1042669"/>
                  </a:lnTo>
                  <a:lnTo>
                    <a:pt x="3000106" y="1058022"/>
                  </a:lnTo>
                  <a:lnTo>
                    <a:pt x="2963926" y="1064259"/>
                  </a:lnTo>
                  <a:lnTo>
                    <a:pt x="2926207" y="1071880"/>
                  </a:lnTo>
                  <a:lnTo>
                    <a:pt x="2887218" y="1078230"/>
                  </a:lnTo>
                  <a:lnTo>
                    <a:pt x="2722753" y="1098550"/>
                  </a:lnTo>
                  <a:lnTo>
                    <a:pt x="2636520" y="1106170"/>
                  </a:lnTo>
                  <a:lnTo>
                    <a:pt x="2592452" y="1108717"/>
                  </a:lnTo>
                  <a:lnTo>
                    <a:pt x="2547027" y="1110022"/>
                  </a:lnTo>
                  <a:lnTo>
                    <a:pt x="2547764" y="1110022"/>
                  </a:lnTo>
                  <a:lnTo>
                    <a:pt x="2504059" y="1112520"/>
                  </a:lnTo>
                  <a:lnTo>
                    <a:pt x="2709545" y="1112520"/>
                  </a:lnTo>
                  <a:lnTo>
                    <a:pt x="2723896" y="1111250"/>
                  </a:lnTo>
                  <a:lnTo>
                    <a:pt x="2848991" y="1096009"/>
                  </a:lnTo>
                  <a:lnTo>
                    <a:pt x="2889123" y="1089659"/>
                  </a:lnTo>
                  <a:lnTo>
                    <a:pt x="2928239" y="1084580"/>
                  </a:lnTo>
                  <a:lnTo>
                    <a:pt x="3003169" y="1069339"/>
                  </a:lnTo>
                  <a:lnTo>
                    <a:pt x="3038856" y="1062989"/>
                  </a:lnTo>
                  <a:lnTo>
                    <a:pt x="3073273" y="1054100"/>
                  </a:lnTo>
                  <a:lnTo>
                    <a:pt x="3106293" y="1046480"/>
                  </a:lnTo>
                  <a:lnTo>
                    <a:pt x="3137789" y="1037589"/>
                  </a:lnTo>
                  <a:lnTo>
                    <a:pt x="3167493" y="1028779"/>
                  </a:lnTo>
                  <a:lnTo>
                    <a:pt x="3175852" y="1026159"/>
                  </a:lnTo>
                  <a:lnTo>
                    <a:pt x="3134233" y="1026159"/>
                  </a:lnTo>
                  <a:lnTo>
                    <a:pt x="3134360" y="1024889"/>
                  </a:lnTo>
                  <a:close/>
                </a:path>
                <a:path w="3376929" h="1125220">
                  <a:moveTo>
                    <a:pt x="2193875" y="1094775"/>
                  </a:moveTo>
                  <a:lnTo>
                    <a:pt x="2193665" y="1094775"/>
                  </a:lnTo>
                  <a:lnTo>
                    <a:pt x="2194838" y="1094945"/>
                  </a:lnTo>
                  <a:lnTo>
                    <a:pt x="2193875" y="1094775"/>
                  </a:lnTo>
                  <a:close/>
                </a:path>
                <a:path w="3376929" h="1125220">
                  <a:moveTo>
                    <a:pt x="2107438" y="1076959"/>
                  </a:moveTo>
                  <a:lnTo>
                    <a:pt x="2107692" y="1078230"/>
                  </a:lnTo>
                  <a:lnTo>
                    <a:pt x="2112803" y="1078230"/>
                  </a:lnTo>
                  <a:lnTo>
                    <a:pt x="2107438" y="1076959"/>
                  </a:lnTo>
                  <a:close/>
                </a:path>
                <a:path w="3376929" h="1125220">
                  <a:moveTo>
                    <a:pt x="2024334" y="1055434"/>
                  </a:moveTo>
                  <a:lnTo>
                    <a:pt x="2024108" y="1055434"/>
                  </a:lnTo>
                  <a:lnTo>
                    <a:pt x="2026002" y="1055954"/>
                  </a:lnTo>
                  <a:lnTo>
                    <a:pt x="2024334" y="1055434"/>
                  </a:lnTo>
                  <a:close/>
                </a:path>
                <a:path w="3376929" h="1125220">
                  <a:moveTo>
                    <a:pt x="1943938" y="1028779"/>
                  </a:moveTo>
                  <a:lnTo>
                    <a:pt x="1943707" y="1028779"/>
                  </a:lnTo>
                  <a:lnTo>
                    <a:pt x="1945999" y="1029582"/>
                  </a:lnTo>
                  <a:lnTo>
                    <a:pt x="1943938" y="1028779"/>
                  </a:lnTo>
                  <a:close/>
                </a:path>
                <a:path w="3376929" h="1125220">
                  <a:moveTo>
                    <a:pt x="3319780" y="948689"/>
                  </a:moveTo>
                  <a:lnTo>
                    <a:pt x="3303397" y="960119"/>
                  </a:lnTo>
                  <a:lnTo>
                    <a:pt x="3303778" y="960119"/>
                  </a:lnTo>
                  <a:lnTo>
                    <a:pt x="3294702" y="964550"/>
                  </a:lnTo>
                  <a:lnTo>
                    <a:pt x="3293380" y="965156"/>
                  </a:lnTo>
                  <a:lnTo>
                    <a:pt x="3264940" y="979264"/>
                  </a:lnTo>
                  <a:lnTo>
                    <a:pt x="3242564" y="989330"/>
                  </a:lnTo>
                  <a:lnTo>
                    <a:pt x="3217941" y="998312"/>
                  </a:lnTo>
                  <a:lnTo>
                    <a:pt x="3191878" y="1008453"/>
                  </a:lnTo>
                  <a:lnTo>
                    <a:pt x="3164078" y="1017269"/>
                  </a:lnTo>
                  <a:lnTo>
                    <a:pt x="3134233" y="1026159"/>
                  </a:lnTo>
                  <a:lnTo>
                    <a:pt x="3175852" y="1026159"/>
                  </a:lnTo>
                  <a:lnTo>
                    <a:pt x="3222625" y="1010919"/>
                  </a:lnTo>
                  <a:lnTo>
                    <a:pt x="3270250" y="990600"/>
                  </a:lnTo>
                  <a:lnTo>
                    <a:pt x="3310001" y="970280"/>
                  </a:lnTo>
                  <a:lnTo>
                    <a:pt x="3339871" y="949959"/>
                  </a:lnTo>
                  <a:lnTo>
                    <a:pt x="3319526" y="949959"/>
                  </a:lnTo>
                  <a:lnTo>
                    <a:pt x="3319780" y="948689"/>
                  </a:lnTo>
                  <a:close/>
                </a:path>
                <a:path w="3376929" h="1125220">
                  <a:moveTo>
                    <a:pt x="1904619" y="1013459"/>
                  </a:moveTo>
                  <a:lnTo>
                    <a:pt x="1904873" y="1014730"/>
                  </a:lnTo>
                  <a:lnTo>
                    <a:pt x="1907878" y="1014730"/>
                  </a:lnTo>
                  <a:lnTo>
                    <a:pt x="1904619" y="1013459"/>
                  </a:lnTo>
                  <a:close/>
                </a:path>
                <a:path w="3376929" h="1125220">
                  <a:moveTo>
                    <a:pt x="3191914" y="1008453"/>
                  </a:moveTo>
                  <a:lnTo>
                    <a:pt x="3191701" y="1008453"/>
                  </a:lnTo>
                  <a:lnTo>
                    <a:pt x="3190737" y="1008825"/>
                  </a:lnTo>
                  <a:lnTo>
                    <a:pt x="3191914" y="1008453"/>
                  </a:lnTo>
                  <a:close/>
                </a:path>
                <a:path w="3376929" h="1125220">
                  <a:moveTo>
                    <a:pt x="1867316" y="998312"/>
                  </a:moveTo>
                  <a:lnTo>
                    <a:pt x="1867113" y="998312"/>
                  </a:lnTo>
                  <a:lnTo>
                    <a:pt x="1872742" y="1000759"/>
                  </a:lnTo>
                  <a:lnTo>
                    <a:pt x="1867316" y="998312"/>
                  </a:lnTo>
                  <a:close/>
                </a:path>
                <a:path w="3376929" h="1125220">
                  <a:moveTo>
                    <a:pt x="1830625" y="981804"/>
                  </a:moveTo>
                  <a:lnTo>
                    <a:pt x="1830408" y="981804"/>
                  </a:lnTo>
                  <a:lnTo>
                    <a:pt x="1832654" y="982808"/>
                  </a:lnTo>
                  <a:lnTo>
                    <a:pt x="1830625" y="981804"/>
                  </a:lnTo>
                  <a:close/>
                </a:path>
                <a:path w="3376929" h="1125220">
                  <a:moveTo>
                    <a:pt x="3264958" y="979264"/>
                  </a:moveTo>
                  <a:lnTo>
                    <a:pt x="3264722" y="979264"/>
                  </a:lnTo>
                  <a:lnTo>
                    <a:pt x="3262155" y="980524"/>
                  </a:lnTo>
                  <a:lnTo>
                    <a:pt x="3264958" y="979264"/>
                  </a:lnTo>
                  <a:close/>
                </a:path>
                <a:path w="3376929" h="1125220">
                  <a:moveTo>
                    <a:pt x="3293469" y="965156"/>
                  </a:moveTo>
                  <a:lnTo>
                    <a:pt x="3285154" y="969110"/>
                  </a:lnTo>
                  <a:lnTo>
                    <a:pt x="3285412" y="969110"/>
                  </a:lnTo>
                  <a:lnTo>
                    <a:pt x="3293469" y="965156"/>
                  </a:lnTo>
                  <a:close/>
                </a:path>
                <a:path w="3376929" h="1125220">
                  <a:moveTo>
                    <a:pt x="1795192" y="964031"/>
                  </a:moveTo>
                  <a:lnTo>
                    <a:pt x="1794967" y="964031"/>
                  </a:lnTo>
                  <a:lnTo>
                    <a:pt x="1797225" y="965156"/>
                  </a:lnTo>
                  <a:lnTo>
                    <a:pt x="1795192" y="964031"/>
                  </a:lnTo>
                  <a:close/>
                </a:path>
                <a:path w="3376929" h="1125220">
                  <a:moveTo>
                    <a:pt x="3360874" y="929766"/>
                  </a:moveTo>
                  <a:lnTo>
                    <a:pt x="3344408" y="929766"/>
                  </a:lnTo>
                  <a:lnTo>
                    <a:pt x="3339220" y="934593"/>
                  </a:lnTo>
                  <a:lnTo>
                    <a:pt x="3339185" y="934844"/>
                  </a:lnTo>
                  <a:lnTo>
                    <a:pt x="3337718" y="935989"/>
                  </a:lnTo>
                  <a:lnTo>
                    <a:pt x="3337263" y="936413"/>
                  </a:lnTo>
                  <a:lnTo>
                    <a:pt x="3333115" y="939800"/>
                  </a:lnTo>
                  <a:lnTo>
                    <a:pt x="3326795" y="944756"/>
                  </a:lnTo>
                  <a:lnTo>
                    <a:pt x="3326719" y="944998"/>
                  </a:lnTo>
                  <a:lnTo>
                    <a:pt x="3319526" y="949959"/>
                  </a:lnTo>
                  <a:lnTo>
                    <a:pt x="3339871" y="949959"/>
                  </a:lnTo>
                  <a:lnTo>
                    <a:pt x="3341243" y="948689"/>
                  </a:lnTo>
                  <a:lnTo>
                    <a:pt x="3347593" y="943609"/>
                  </a:lnTo>
                  <a:lnTo>
                    <a:pt x="3353435" y="938530"/>
                  </a:lnTo>
                  <a:lnTo>
                    <a:pt x="3358642" y="932180"/>
                  </a:lnTo>
                  <a:lnTo>
                    <a:pt x="3360874" y="929766"/>
                  </a:lnTo>
                  <a:close/>
                </a:path>
                <a:path w="3376929" h="1125220">
                  <a:moveTo>
                    <a:pt x="3326795" y="944756"/>
                  </a:moveTo>
                  <a:lnTo>
                    <a:pt x="3324769" y="946345"/>
                  </a:lnTo>
                  <a:lnTo>
                    <a:pt x="3326719" y="944998"/>
                  </a:lnTo>
                  <a:lnTo>
                    <a:pt x="3326795" y="944756"/>
                  </a:lnTo>
                  <a:close/>
                </a:path>
                <a:path w="3376929" h="1125220">
                  <a:moveTo>
                    <a:pt x="3339220" y="934593"/>
                  </a:moveTo>
                  <a:lnTo>
                    <a:pt x="3337718" y="935989"/>
                  </a:lnTo>
                  <a:lnTo>
                    <a:pt x="3339185" y="934844"/>
                  </a:lnTo>
                  <a:lnTo>
                    <a:pt x="3339220" y="934593"/>
                  </a:lnTo>
                  <a:close/>
                </a:path>
                <a:path w="3376929" h="1125220">
                  <a:moveTo>
                    <a:pt x="3359404" y="909319"/>
                  </a:moveTo>
                  <a:lnTo>
                    <a:pt x="3356356" y="914400"/>
                  </a:lnTo>
                  <a:lnTo>
                    <a:pt x="3356610" y="914400"/>
                  </a:lnTo>
                  <a:lnTo>
                    <a:pt x="3353054" y="919480"/>
                  </a:lnTo>
                  <a:lnTo>
                    <a:pt x="3353308" y="919480"/>
                  </a:lnTo>
                  <a:lnTo>
                    <a:pt x="3348990" y="924559"/>
                  </a:lnTo>
                  <a:lnTo>
                    <a:pt x="3349244" y="924559"/>
                  </a:lnTo>
                  <a:lnTo>
                    <a:pt x="3341814" y="932180"/>
                  </a:lnTo>
                  <a:lnTo>
                    <a:pt x="3344408" y="929766"/>
                  </a:lnTo>
                  <a:lnTo>
                    <a:pt x="3360874" y="929766"/>
                  </a:lnTo>
                  <a:lnTo>
                    <a:pt x="3363341" y="927100"/>
                  </a:lnTo>
                  <a:lnTo>
                    <a:pt x="3367278" y="922019"/>
                  </a:lnTo>
                  <a:lnTo>
                    <a:pt x="3370580" y="915669"/>
                  </a:lnTo>
                  <a:lnTo>
                    <a:pt x="3372713" y="910589"/>
                  </a:lnTo>
                  <a:lnTo>
                    <a:pt x="3359150" y="910589"/>
                  </a:lnTo>
                  <a:lnTo>
                    <a:pt x="3359404" y="909319"/>
                  </a:lnTo>
                  <a:close/>
                </a:path>
                <a:path w="3376929" h="1125220">
                  <a:moveTo>
                    <a:pt x="3362071" y="902969"/>
                  </a:moveTo>
                  <a:lnTo>
                    <a:pt x="3361549" y="904274"/>
                  </a:lnTo>
                  <a:lnTo>
                    <a:pt x="3359150" y="910589"/>
                  </a:lnTo>
                  <a:lnTo>
                    <a:pt x="3372713" y="910589"/>
                  </a:lnTo>
                  <a:lnTo>
                    <a:pt x="3373247" y="909319"/>
                  </a:lnTo>
                  <a:lnTo>
                    <a:pt x="3374355" y="905625"/>
                  </a:lnTo>
                  <a:lnTo>
                    <a:pt x="3361274" y="905625"/>
                  </a:lnTo>
                  <a:lnTo>
                    <a:pt x="3362071" y="902969"/>
                  </a:lnTo>
                  <a:close/>
                </a:path>
                <a:path w="3376929" h="1125220">
                  <a:moveTo>
                    <a:pt x="1697237" y="905625"/>
                  </a:moveTo>
                  <a:lnTo>
                    <a:pt x="1697025" y="905625"/>
                  </a:lnTo>
                  <a:lnTo>
                    <a:pt x="1701282" y="908383"/>
                  </a:lnTo>
                  <a:lnTo>
                    <a:pt x="1697237" y="905625"/>
                  </a:lnTo>
                  <a:close/>
                </a:path>
                <a:path w="3376929" h="1125220">
                  <a:moveTo>
                    <a:pt x="3364103" y="890269"/>
                  </a:moveTo>
                  <a:lnTo>
                    <a:pt x="3363849" y="895350"/>
                  </a:lnTo>
                  <a:lnTo>
                    <a:pt x="3362833" y="900430"/>
                  </a:lnTo>
                  <a:lnTo>
                    <a:pt x="3361274" y="905625"/>
                  </a:lnTo>
                  <a:lnTo>
                    <a:pt x="3374355" y="905625"/>
                  </a:lnTo>
                  <a:lnTo>
                    <a:pt x="3375152" y="902969"/>
                  </a:lnTo>
                  <a:lnTo>
                    <a:pt x="3376422" y="897889"/>
                  </a:lnTo>
                  <a:lnTo>
                    <a:pt x="3376803" y="891539"/>
                  </a:lnTo>
                  <a:lnTo>
                    <a:pt x="3364103" y="890269"/>
                  </a:lnTo>
                  <a:close/>
                </a:path>
                <a:path w="3376929" h="1125220">
                  <a:moveTo>
                    <a:pt x="1667647" y="885308"/>
                  </a:moveTo>
                  <a:lnTo>
                    <a:pt x="1667429" y="885308"/>
                  </a:lnTo>
                  <a:lnTo>
                    <a:pt x="1669546" y="886749"/>
                  </a:lnTo>
                  <a:lnTo>
                    <a:pt x="1667647" y="885308"/>
                  </a:lnTo>
                  <a:close/>
                </a:path>
                <a:path w="3376929" h="1125220">
                  <a:moveTo>
                    <a:pt x="1639690" y="863722"/>
                  </a:moveTo>
                  <a:lnTo>
                    <a:pt x="1639476" y="863722"/>
                  </a:lnTo>
                  <a:lnTo>
                    <a:pt x="1642811" y="866276"/>
                  </a:lnTo>
                  <a:lnTo>
                    <a:pt x="1639690" y="863722"/>
                  </a:lnTo>
                  <a:close/>
                </a:path>
                <a:path w="3376929" h="1125220">
                  <a:moveTo>
                    <a:pt x="1613542" y="842134"/>
                  </a:moveTo>
                  <a:lnTo>
                    <a:pt x="1613306" y="842134"/>
                  </a:lnTo>
                  <a:lnTo>
                    <a:pt x="1615286" y="843752"/>
                  </a:lnTo>
                  <a:lnTo>
                    <a:pt x="1613542" y="842134"/>
                  </a:lnTo>
                  <a:close/>
                </a:path>
                <a:path w="3376929" h="1125220">
                  <a:moveTo>
                    <a:pt x="1589149" y="819276"/>
                  </a:moveTo>
                  <a:lnTo>
                    <a:pt x="1588906" y="819276"/>
                  </a:lnTo>
                  <a:lnTo>
                    <a:pt x="1591849" y="822007"/>
                  </a:lnTo>
                  <a:lnTo>
                    <a:pt x="1589149" y="819276"/>
                  </a:lnTo>
                  <a:close/>
                </a:path>
                <a:path w="3376929" h="1125220">
                  <a:moveTo>
                    <a:pt x="1481455" y="664210"/>
                  </a:moveTo>
                  <a:lnTo>
                    <a:pt x="1481582" y="665479"/>
                  </a:lnTo>
                  <a:lnTo>
                    <a:pt x="1481937" y="665479"/>
                  </a:lnTo>
                  <a:lnTo>
                    <a:pt x="1481455" y="664210"/>
                  </a:lnTo>
                  <a:close/>
                </a:path>
                <a:path w="3376929" h="1125220">
                  <a:moveTo>
                    <a:pt x="1468501" y="614679"/>
                  </a:moveTo>
                  <a:lnTo>
                    <a:pt x="1468501" y="615950"/>
                  </a:lnTo>
                  <a:lnTo>
                    <a:pt x="1468729" y="615950"/>
                  </a:lnTo>
                  <a:lnTo>
                    <a:pt x="1468501" y="614679"/>
                  </a:lnTo>
                  <a:close/>
                </a:path>
                <a:path w="3376929" h="1125220">
                  <a:moveTo>
                    <a:pt x="1453311" y="516889"/>
                  </a:moveTo>
                  <a:lnTo>
                    <a:pt x="1440052" y="516889"/>
                  </a:lnTo>
                  <a:lnTo>
                    <a:pt x="1444752" y="529589"/>
                  </a:lnTo>
                  <a:lnTo>
                    <a:pt x="1447609" y="540173"/>
                  </a:lnTo>
                  <a:lnTo>
                    <a:pt x="1450721" y="554989"/>
                  </a:lnTo>
                  <a:lnTo>
                    <a:pt x="1450721" y="553720"/>
                  </a:lnTo>
                  <a:lnTo>
                    <a:pt x="1463446" y="553720"/>
                  </a:lnTo>
                  <a:lnTo>
                    <a:pt x="1463294" y="552450"/>
                  </a:lnTo>
                  <a:lnTo>
                    <a:pt x="1460500" y="538479"/>
                  </a:lnTo>
                  <a:lnTo>
                    <a:pt x="1456690" y="525779"/>
                  </a:lnTo>
                  <a:lnTo>
                    <a:pt x="1453311" y="516889"/>
                  </a:lnTo>
                  <a:close/>
                </a:path>
                <a:path w="3376929" h="1125220">
                  <a:moveTo>
                    <a:pt x="1419174" y="455929"/>
                  </a:moveTo>
                  <a:lnTo>
                    <a:pt x="1403350" y="455929"/>
                  </a:lnTo>
                  <a:lnTo>
                    <a:pt x="1412748" y="468629"/>
                  </a:lnTo>
                  <a:lnTo>
                    <a:pt x="1421002" y="481329"/>
                  </a:lnTo>
                  <a:lnTo>
                    <a:pt x="1428369" y="492760"/>
                  </a:lnTo>
                  <a:lnTo>
                    <a:pt x="1434719" y="505460"/>
                  </a:lnTo>
                  <a:lnTo>
                    <a:pt x="1440180" y="518160"/>
                  </a:lnTo>
                  <a:lnTo>
                    <a:pt x="1440052" y="516889"/>
                  </a:lnTo>
                  <a:lnTo>
                    <a:pt x="1453311" y="516889"/>
                  </a:lnTo>
                  <a:lnTo>
                    <a:pt x="1451864" y="513079"/>
                  </a:lnTo>
                  <a:lnTo>
                    <a:pt x="1446149" y="500379"/>
                  </a:lnTo>
                  <a:lnTo>
                    <a:pt x="1439418" y="486410"/>
                  </a:lnTo>
                  <a:lnTo>
                    <a:pt x="1431671" y="473710"/>
                  </a:lnTo>
                  <a:lnTo>
                    <a:pt x="1423035" y="461010"/>
                  </a:lnTo>
                  <a:lnTo>
                    <a:pt x="1419174" y="455929"/>
                  </a:lnTo>
                  <a:close/>
                </a:path>
                <a:path w="3376929" h="1125220">
                  <a:moveTo>
                    <a:pt x="1318818" y="360679"/>
                  </a:moveTo>
                  <a:lnTo>
                    <a:pt x="1298448" y="360679"/>
                  </a:lnTo>
                  <a:lnTo>
                    <a:pt x="1314450" y="373379"/>
                  </a:lnTo>
                  <a:lnTo>
                    <a:pt x="1329563" y="384810"/>
                  </a:lnTo>
                  <a:lnTo>
                    <a:pt x="1344041" y="396239"/>
                  </a:lnTo>
                  <a:lnTo>
                    <a:pt x="1357771" y="409066"/>
                  </a:lnTo>
                  <a:lnTo>
                    <a:pt x="1358021" y="409066"/>
                  </a:lnTo>
                  <a:lnTo>
                    <a:pt x="1366476" y="416822"/>
                  </a:lnTo>
                  <a:lnTo>
                    <a:pt x="1370457" y="420370"/>
                  </a:lnTo>
                  <a:lnTo>
                    <a:pt x="1382268" y="431800"/>
                  </a:lnTo>
                  <a:lnTo>
                    <a:pt x="1393444" y="444500"/>
                  </a:lnTo>
                  <a:lnTo>
                    <a:pt x="1393190" y="444500"/>
                  </a:lnTo>
                  <a:lnTo>
                    <a:pt x="1403477" y="457200"/>
                  </a:lnTo>
                  <a:lnTo>
                    <a:pt x="1403350" y="455929"/>
                  </a:lnTo>
                  <a:lnTo>
                    <a:pt x="1419174" y="455929"/>
                  </a:lnTo>
                  <a:lnTo>
                    <a:pt x="1413383" y="448310"/>
                  </a:lnTo>
                  <a:lnTo>
                    <a:pt x="1402969" y="435610"/>
                  </a:lnTo>
                  <a:lnTo>
                    <a:pt x="1391539" y="424179"/>
                  </a:lnTo>
                  <a:lnTo>
                    <a:pt x="1379347" y="411479"/>
                  </a:lnTo>
                  <a:lnTo>
                    <a:pt x="1366266" y="398779"/>
                  </a:lnTo>
                  <a:lnTo>
                    <a:pt x="1352296" y="387350"/>
                  </a:lnTo>
                  <a:lnTo>
                    <a:pt x="1337564" y="374650"/>
                  </a:lnTo>
                  <a:lnTo>
                    <a:pt x="1322070" y="363220"/>
                  </a:lnTo>
                  <a:lnTo>
                    <a:pt x="1318818" y="360679"/>
                  </a:lnTo>
                  <a:close/>
                </a:path>
                <a:path w="3376929" h="1125220">
                  <a:moveTo>
                    <a:pt x="1286820" y="337820"/>
                  </a:moveTo>
                  <a:lnTo>
                    <a:pt x="1264158" y="337820"/>
                  </a:lnTo>
                  <a:lnTo>
                    <a:pt x="1281684" y="349250"/>
                  </a:lnTo>
                  <a:lnTo>
                    <a:pt x="1298575" y="361950"/>
                  </a:lnTo>
                  <a:lnTo>
                    <a:pt x="1298448" y="360679"/>
                  </a:lnTo>
                  <a:lnTo>
                    <a:pt x="1318818" y="360679"/>
                  </a:lnTo>
                  <a:lnTo>
                    <a:pt x="1305814" y="350520"/>
                  </a:lnTo>
                  <a:lnTo>
                    <a:pt x="1288796" y="339089"/>
                  </a:lnTo>
                  <a:lnTo>
                    <a:pt x="1286820" y="337820"/>
                  </a:lnTo>
                  <a:close/>
                </a:path>
                <a:path w="3376929" h="1125220">
                  <a:moveTo>
                    <a:pt x="1213358" y="293370"/>
                  </a:moveTo>
                  <a:lnTo>
                    <a:pt x="1186815" y="293370"/>
                  </a:lnTo>
                  <a:lnTo>
                    <a:pt x="1207135" y="304800"/>
                  </a:lnTo>
                  <a:lnTo>
                    <a:pt x="1226820" y="316229"/>
                  </a:lnTo>
                  <a:lnTo>
                    <a:pt x="1245870" y="326389"/>
                  </a:lnTo>
                  <a:lnTo>
                    <a:pt x="1264285" y="339089"/>
                  </a:lnTo>
                  <a:lnTo>
                    <a:pt x="1264158" y="337820"/>
                  </a:lnTo>
                  <a:lnTo>
                    <a:pt x="1286820" y="337820"/>
                  </a:lnTo>
                  <a:lnTo>
                    <a:pt x="1271016" y="327660"/>
                  </a:lnTo>
                  <a:lnTo>
                    <a:pt x="1252474" y="316229"/>
                  </a:lnTo>
                  <a:lnTo>
                    <a:pt x="1233297" y="304800"/>
                  </a:lnTo>
                  <a:lnTo>
                    <a:pt x="1213358" y="293370"/>
                  </a:lnTo>
                  <a:close/>
                </a:path>
                <a:path w="3376929" h="1125220">
                  <a:moveTo>
                    <a:pt x="998599" y="211269"/>
                  </a:moveTo>
                  <a:lnTo>
                    <a:pt x="1050925" y="231139"/>
                  </a:lnTo>
                  <a:lnTo>
                    <a:pt x="1098677" y="251460"/>
                  </a:lnTo>
                  <a:lnTo>
                    <a:pt x="1121664" y="261620"/>
                  </a:lnTo>
                  <a:lnTo>
                    <a:pt x="1144016" y="273050"/>
                  </a:lnTo>
                  <a:lnTo>
                    <a:pt x="1165733" y="283210"/>
                  </a:lnTo>
                  <a:lnTo>
                    <a:pt x="1186942" y="294639"/>
                  </a:lnTo>
                  <a:lnTo>
                    <a:pt x="1186815" y="293370"/>
                  </a:lnTo>
                  <a:lnTo>
                    <a:pt x="1213358" y="293370"/>
                  </a:lnTo>
                  <a:lnTo>
                    <a:pt x="1192784" y="283210"/>
                  </a:lnTo>
                  <a:lnTo>
                    <a:pt x="1171448" y="271779"/>
                  </a:lnTo>
                  <a:lnTo>
                    <a:pt x="1149477" y="261620"/>
                  </a:lnTo>
                  <a:lnTo>
                    <a:pt x="1126998" y="250189"/>
                  </a:lnTo>
                  <a:lnTo>
                    <a:pt x="1080008" y="229870"/>
                  </a:lnTo>
                  <a:lnTo>
                    <a:pt x="1055624" y="219710"/>
                  </a:lnTo>
                  <a:lnTo>
                    <a:pt x="1035729" y="212174"/>
                  </a:lnTo>
                  <a:lnTo>
                    <a:pt x="1001262" y="212174"/>
                  </a:lnTo>
                  <a:lnTo>
                    <a:pt x="998599" y="211269"/>
                  </a:lnTo>
                  <a:close/>
                </a:path>
                <a:path w="3376929" h="1125220">
                  <a:moveTo>
                    <a:pt x="76278" y="32184"/>
                  </a:moveTo>
                  <a:lnTo>
                    <a:pt x="76216" y="36829"/>
                  </a:lnTo>
                  <a:lnTo>
                    <a:pt x="76109" y="44893"/>
                  </a:lnTo>
                  <a:lnTo>
                    <a:pt x="136271" y="46989"/>
                  </a:lnTo>
                  <a:lnTo>
                    <a:pt x="204089" y="50800"/>
                  </a:lnTo>
                  <a:lnTo>
                    <a:pt x="271525" y="55879"/>
                  </a:lnTo>
                  <a:lnTo>
                    <a:pt x="338455" y="62229"/>
                  </a:lnTo>
                  <a:lnTo>
                    <a:pt x="404749" y="69850"/>
                  </a:lnTo>
                  <a:lnTo>
                    <a:pt x="534670" y="90170"/>
                  </a:lnTo>
                  <a:lnTo>
                    <a:pt x="598043" y="101600"/>
                  </a:lnTo>
                  <a:lnTo>
                    <a:pt x="660273" y="114300"/>
                  </a:lnTo>
                  <a:lnTo>
                    <a:pt x="721106" y="128270"/>
                  </a:lnTo>
                  <a:lnTo>
                    <a:pt x="837846" y="158557"/>
                  </a:lnTo>
                  <a:lnTo>
                    <a:pt x="894461" y="176529"/>
                  </a:lnTo>
                  <a:lnTo>
                    <a:pt x="948690" y="194310"/>
                  </a:lnTo>
                  <a:lnTo>
                    <a:pt x="1001262" y="212174"/>
                  </a:lnTo>
                  <a:lnTo>
                    <a:pt x="1035729" y="212174"/>
                  </a:lnTo>
                  <a:lnTo>
                    <a:pt x="952881" y="181610"/>
                  </a:lnTo>
                  <a:lnTo>
                    <a:pt x="898271" y="163829"/>
                  </a:lnTo>
                  <a:lnTo>
                    <a:pt x="783844" y="130810"/>
                  </a:lnTo>
                  <a:lnTo>
                    <a:pt x="724153" y="115570"/>
                  </a:lnTo>
                  <a:lnTo>
                    <a:pt x="663067" y="101600"/>
                  </a:lnTo>
                  <a:lnTo>
                    <a:pt x="600583" y="88900"/>
                  </a:lnTo>
                  <a:lnTo>
                    <a:pt x="536956" y="77470"/>
                  </a:lnTo>
                  <a:lnTo>
                    <a:pt x="406400" y="57150"/>
                  </a:lnTo>
                  <a:lnTo>
                    <a:pt x="339851" y="49529"/>
                  </a:lnTo>
                  <a:lnTo>
                    <a:pt x="272669" y="43179"/>
                  </a:lnTo>
                  <a:lnTo>
                    <a:pt x="205105" y="38100"/>
                  </a:lnTo>
                  <a:lnTo>
                    <a:pt x="136906" y="34289"/>
                  </a:lnTo>
                  <a:lnTo>
                    <a:pt x="76278" y="32184"/>
                  </a:lnTo>
                  <a:close/>
                </a:path>
                <a:path w="3376929" h="1125220">
                  <a:moveTo>
                    <a:pt x="76708" y="0"/>
                  </a:moveTo>
                  <a:lnTo>
                    <a:pt x="0" y="36829"/>
                  </a:lnTo>
                  <a:lnTo>
                    <a:pt x="75692" y="76200"/>
                  </a:lnTo>
                  <a:lnTo>
                    <a:pt x="75810" y="67310"/>
                  </a:lnTo>
                  <a:lnTo>
                    <a:pt x="75878" y="62229"/>
                  </a:lnTo>
                  <a:lnTo>
                    <a:pt x="75962" y="55879"/>
                  </a:lnTo>
                  <a:lnTo>
                    <a:pt x="76081" y="46989"/>
                  </a:lnTo>
                  <a:lnTo>
                    <a:pt x="76109" y="44893"/>
                  </a:lnTo>
                  <a:lnTo>
                    <a:pt x="63373" y="44450"/>
                  </a:lnTo>
                  <a:lnTo>
                    <a:pt x="63563" y="38100"/>
                  </a:lnTo>
                  <a:lnTo>
                    <a:pt x="63677" y="34289"/>
                  </a:lnTo>
                  <a:lnTo>
                    <a:pt x="63753" y="31750"/>
                  </a:lnTo>
                  <a:lnTo>
                    <a:pt x="76284" y="31750"/>
                  </a:lnTo>
                  <a:lnTo>
                    <a:pt x="76708" y="0"/>
                  </a:lnTo>
                  <a:close/>
                </a:path>
                <a:path w="3376929" h="1125220">
                  <a:moveTo>
                    <a:pt x="63753" y="31750"/>
                  </a:moveTo>
                  <a:lnTo>
                    <a:pt x="63411" y="43179"/>
                  </a:lnTo>
                  <a:lnTo>
                    <a:pt x="63373" y="44450"/>
                  </a:lnTo>
                  <a:lnTo>
                    <a:pt x="76109" y="44893"/>
                  </a:lnTo>
                  <a:lnTo>
                    <a:pt x="76216" y="36829"/>
                  </a:lnTo>
                  <a:lnTo>
                    <a:pt x="76278" y="32184"/>
                  </a:lnTo>
                  <a:lnTo>
                    <a:pt x="63753" y="31750"/>
                  </a:lnTo>
                  <a:close/>
                </a:path>
                <a:path w="3376929" h="1125220">
                  <a:moveTo>
                    <a:pt x="76284" y="31750"/>
                  </a:moveTo>
                  <a:lnTo>
                    <a:pt x="63753" y="31750"/>
                  </a:lnTo>
                  <a:lnTo>
                    <a:pt x="76278" y="32184"/>
                  </a:lnTo>
                  <a:lnTo>
                    <a:pt x="76284" y="31750"/>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1" name="object 51"/>
          <p:cNvSpPr txBox="1"/>
          <p:nvPr/>
        </p:nvSpPr>
        <p:spPr>
          <a:xfrm>
            <a:off x="8555355" y="3344875"/>
            <a:ext cx="1789430" cy="307975"/>
          </a:xfrm>
          <a:prstGeom prst="rect">
            <a:avLst/>
          </a:prstGeom>
          <a:solidFill>
            <a:srgbClr val="FFFFFF"/>
          </a:solidFill>
        </p:spPr>
        <p:txBody>
          <a:bodyPr vert="horz" wrap="square" lIns="0" tIns="34290" rIns="0" bIns="0" rtlCol="0">
            <a:spAutoFit/>
          </a:bodyPr>
          <a:lstStyle/>
          <a:p>
            <a:pPr marL="92075" marR="0" lvl="0" indent="0" defTabSz="914400" eaLnBrk="1" fontAlgn="auto" latinLnBrk="0" hangingPunct="1">
              <a:lnSpc>
                <a:spcPct val="100000"/>
              </a:lnSpc>
              <a:spcBef>
                <a:spcPts val="27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latin typeface="Calibri"/>
                <a:cs typeface="Calibri"/>
              </a:rPr>
              <a:t>Downloads</a:t>
            </a:r>
            <a:r>
              <a:rPr kumimoji="0" sz="1400" b="1" i="0" u="none" strike="noStrike" kern="0" cap="none" spc="-55" normalizeH="0" baseline="0" noProof="0" dirty="0">
                <a:ln>
                  <a:noFill/>
                </a:ln>
                <a:solidFill>
                  <a:sysClr val="windowText" lastClr="000000"/>
                </a:solidFill>
                <a:effectLst/>
                <a:uLnTx/>
                <a:uFillTx/>
                <a:latin typeface="Calibri"/>
                <a:cs typeface="Calibri"/>
              </a:rPr>
              <a:t> </a:t>
            </a:r>
            <a:r>
              <a:rPr kumimoji="0" sz="1400" b="1" i="0" u="none" strike="noStrike" kern="0" cap="none" spc="0" normalizeH="0" baseline="0" noProof="0" dirty="0">
                <a:ln>
                  <a:noFill/>
                </a:ln>
                <a:solidFill>
                  <a:sysClr val="windowText" lastClr="000000"/>
                </a:solidFill>
                <a:effectLst/>
                <a:uLnTx/>
                <a:uFillTx/>
                <a:latin typeface="Calibri"/>
                <a:cs typeface="Calibri"/>
              </a:rPr>
              <a:t>data</a:t>
            </a:r>
            <a:r>
              <a:rPr kumimoji="0" sz="1400" b="1" i="0" u="none" strike="noStrike" kern="0" cap="none" spc="-55" normalizeH="0" baseline="0" noProof="0" dirty="0">
                <a:ln>
                  <a:noFill/>
                </a:ln>
                <a:solidFill>
                  <a:sysClr val="windowText" lastClr="000000"/>
                </a:solidFill>
                <a:effectLst/>
                <a:uLnTx/>
                <a:uFillTx/>
                <a:latin typeface="Calibri"/>
                <a:cs typeface="Calibri"/>
              </a:rPr>
              <a:t> </a:t>
            </a:r>
            <a:r>
              <a:rPr kumimoji="0" sz="1400" b="1" i="0" u="none" strike="noStrike" kern="0" cap="none" spc="-20" normalizeH="0" baseline="0" noProof="0" dirty="0">
                <a:ln>
                  <a:noFill/>
                </a:ln>
                <a:solidFill>
                  <a:sysClr val="windowText" lastClr="000000"/>
                </a:solidFill>
                <a:effectLst/>
                <a:uLnTx/>
                <a:uFillTx/>
                <a:latin typeface="Calibri"/>
                <a:cs typeface="Calibri"/>
              </a:rPr>
              <a:t>from</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42" name="object 42"/>
          <p:cNvSpPr txBox="1"/>
          <p:nvPr/>
        </p:nvSpPr>
        <p:spPr>
          <a:xfrm>
            <a:off x="6432930" y="4008501"/>
            <a:ext cx="858519" cy="45275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Calibri"/>
                <a:cs typeface="Calibri"/>
              </a:rPr>
              <a:t>Downloads </a:t>
            </a:r>
            <a:r>
              <a:rPr kumimoji="0" sz="1400" b="1" i="0" u="none" strike="noStrike" kern="0" cap="none" spc="0" normalizeH="0" baseline="0" noProof="0" dirty="0">
                <a:ln>
                  <a:noFill/>
                </a:ln>
                <a:solidFill>
                  <a:sysClr val="windowText" lastClr="000000"/>
                </a:solidFill>
                <a:effectLst/>
                <a:uLnTx/>
                <a:uFillTx/>
                <a:latin typeface="Calibri"/>
                <a:cs typeface="Calibri"/>
              </a:rPr>
              <a:t>data</a:t>
            </a:r>
            <a:r>
              <a:rPr kumimoji="0" sz="1400" b="1" i="0" u="none" strike="noStrike" kern="0" cap="none" spc="-55" normalizeH="0" baseline="0" noProof="0" dirty="0">
                <a:ln>
                  <a:noFill/>
                </a:ln>
                <a:solidFill>
                  <a:sysClr val="windowText" lastClr="000000"/>
                </a:solidFill>
                <a:effectLst/>
                <a:uLnTx/>
                <a:uFillTx/>
                <a:latin typeface="Calibri"/>
                <a:cs typeface="Calibri"/>
              </a:rPr>
              <a:t> </a:t>
            </a:r>
            <a:r>
              <a:rPr kumimoji="0" sz="1400" b="1" i="0" u="none" strike="noStrike" kern="0" cap="none" spc="-20" normalizeH="0" baseline="0" noProof="0" dirty="0">
                <a:ln>
                  <a:noFill/>
                </a:ln>
                <a:solidFill>
                  <a:sysClr val="windowText" lastClr="000000"/>
                </a:solidFill>
                <a:effectLst/>
                <a:uLnTx/>
                <a:uFillTx/>
                <a:latin typeface="Calibri"/>
                <a:cs typeface="Calibri"/>
              </a:rPr>
              <a:t>from</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39" name="object 39"/>
          <p:cNvSpPr txBox="1"/>
          <p:nvPr/>
        </p:nvSpPr>
        <p:spPr>
          <a:xfrm>
            <a:off x="6084570" y="6111341"/>
            <a:ext cx="1623060" cy="4521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2800" b="1" i="0" u="none" strike="noStrike" kern="0" cap="none" spc="0" normalizeH="0" baseline="0" noProof="0" dirty="0">
                <a:ln>
                  <a:noFill/>
                </a:ln>
                <a:solidFill>
                  <a:srgbClr val="1F487C"/>
                </a:solidFill>
                <a:effectLst/>
                <a:uLnTx/>
                <a:uFillTx/>
                <a:latin typeface="Calibri"/>
                <a:cs typeface="Calibri"/>
              </a:rPr>
              <a:t>WIS2</a:t>
            </a:r>
            <a:r>
              <a:rPr kumimoji="0" sz="2800" b="1" i="0" u="none" strike="noStrike" kern="0" cap="none" spc="-60" normalizeH="0" baseline="0" noProof="0" dirty="0">
                <a:ln>
                  <a:noFill/>
                </a:ln>
                <a:solidFill>
                  <a:srgbClr val="1F487C"/>
                </a:solidFill>
                <a:effectLst/>
                <a:uLnTx/>
                <a:uFillTx/>
                <a:latin typeface="Calibri"/>
                <a:cs typeface="Calibri"/>
              </a:rPr>
              <a:t> </a:t>
            </a:r>
            <a:r>
              <a:rPr kumimoji="0" sz="2800" b="1" i="0" u="none" strike="noStrike" kern="0" cap="none" spc="-20" normalizeH="0" baseline="0" noProof="0" dirty="0">
                <a:ln>
                  <a:noFill/>
                </a:ln>
                <a:solidFill>
                  <a:srgbClr val="1F487C"/>
                </a:solidFill>
                <a:effectLst/>
                <a:uLnTx/>
                <a:uFillTx/>
                <a:latin typeface="Calibri"/>
                <a:cs typeface="Calibri"/>
              </a:rPr>
              <a:t>node</a:t>
            </a:r>
            <a:endParaRPr kumimoji="0" sz="28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403730" y="745947"/>
            <a:ext cx="3149600" cy="6350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4000" b="0" i="0" u="none" strike="noStrike" kern="0" cap="none" spc="0" normalizeH="0" baseline="0" noProof="0" dirty="0">
                <a:ln>
                  <a:noFill/>
                </a:ln>
                <a:solidFill>
                  <a:srgbClr val="1F487C"/>
                </a:solidFill>
                <a:effectLst/>
                <a:uLnTx/>
                <a:uFillTx/>
                <a:latin typeface="Calibri"/>
                <a:cs typeface="Calibri"/>
              </a:rPr>
              <a:t>Global </a:t>
            </a:r>
            <a:r>
              <a:rPr kumimoji="0" sz="4000" b="0" i="0" u="none" strike="noStrike" kern="0" cap="none" spc="-10" normalizeH="0" baseline="0" noProof="0" dirty="0">
                <a:ln>
                  <a:noFill/>
                </a:ln>
                <a:solidFill>
                  <a:srgbClr val="1F487C"/>
                </a:solidFill>
                <a:effectLst/>
                <a:uLnTx/>
                <a:uFillTx/>
                <a:latin typeface="Calibri"/>
                <a:cs typeface="Calibri"/>
              </a:rPr>
              <a:t>Services</a:t>
            </a:r>
            <a:endParaRPr kumimoji="0" sz="4000" b="0" i="0" u="none" strike="noStrike" kern="0" cap="none" spc="0" normalizeH="0" baseline="0" noProof="0">
              <a:ln>
                <a:noFill/>
              </a:ln>
              <a:solidFill>
                <a:sysClr val="windowText" lastClr="000000"/>
              </a:solidFill>
              <a:effectLst/>
              <a:uLnTx/>
              <a:uFillTx/>
              <a:latin typeface="Calibri"/>
              <a:cs typeface="Calibri"/>
            </a:endParaRPr>
          </a:p>
        </p:txBody>
      </p:sp>
      <p:grpSp>
        <p:nvGrpSpPr>
          <p:cNvPr id="2" name="object 2"/>
          <p:cNvGrpSpPr/>
          <p:nvPr/>
        </p:nvGrpSpPr>
        <p:grpSpPr>
          <a:xfrm>
            <a:off x="2317935" y="1530094"/>
            <a:ext cx="989330" cy="977265"/>
            <a:chOff x="2317935" y="1530094"/>
            <a:chExt cx="989330" cy="977265"/>
          </a:xfrm>
        </p:grpSpPr>
        <p:pic>
          <p:nvPicPr>
            <p:cNvPr id="3" name="object 3"/>
            <p:cNvPicPr/>
            <p:nvPr/>
          </p:nvPicPr>
          <p:blipFill>
            <a:blip r:embed="rId2" cstate="print"/>
            <a:stretch>
              <a:fillRect/>
            </a:stretch>
          </p:blipFill>
          <p:spPr>
            <a:xfrm>
              <a:off x="2317935" y="1530094"/>
              <a:ext cx="989225" cy="976899"/>
            </a:xfrm>
            <a:prstGeom prst="rect">
              <a:avLst/>
            </a:prstGeom>
          </p:spPr>
        </p:pic>
        <p:sp>
          <p:nvSpPr>
            <p:cNvPr id="4" name="object 4"/>
            <p:cNvSpPr/>
            <p:nvPr/>
          </p:nvSpPr>
          <p:spPr>
            <a:xfrm>
              <a:off x="2351658" y="1539874"/>
              <a:ext cx="926465" cy="914400"/>
            </a:xfrm>
            <a:custGeom>
              <a:avLst/>
              <a:gdLst/>
              <a:ahLst/>
              <a:cxnLst/>
              <a:rect l="l" t="t" r="r" b="b"/>
              <a:pathLst>
                <a:path w="926464" h="914400">
                  <a:moveTo>
                    <a:pt x="463169" y="0"/>
                  </a:moveTo>
                  <a:lnTo>
                    <a:pt x="415816" y="2360"/>
                  </a:lnTo>
                  <a:lnTo>
                    <a:pt x="369830" y="9289"/>
                  </a:lnTo>
                  <a:lnTo>
                    <a:pt x="325445" y="20557"/>
                  </a:lnTo>
                  <a:lnTo>
                    <a:pt x="282892" y="35933"/>
                  </a:lnTo>
                  <a:lnTo>
                    <a:pt x="242405" y="55187"/>
                  </a:lnTo>
                  <a:lnTo>
                    <a:pt x="204216" y="78090"/>
                  </a:lnTo>
                  <a:lnTo>
                    <a:pt x="168560" y="104411"/>
                  </a:lnTo>
                  <a:lnTo>
                    <a:pt x="135667" y="133921"/>
                  </a:lnTo>
                  <a:lnTo>
                    <a:pt x="105772" y="166390"/>
                  </a:lnTo>
                  <a:lnTo>
                    <a:pt x="79108" y="201587"/>
                  </a:lnTo>
                  <a:lnTo>
                    <a:pt x="55906" y="239283"/>
                  </a:lnTo>
                  <a:lnTo>
                    <a:pt x="36401" y="279249"/>
                  </a:lnTo>
                  <a:lnTo>
                    <a:pt x="20825" y="321253"/>
                  </a:lnTo>
                  <a:lnTo>
                    <a:pt x="9410" y="365066"/>
                  </a:lnTo>
                  <a:lnTo>
                    <a:pt x="2391" y="410458"/>
                  </a:lnTo>
                  <a:lnTo>
                    <a:pt x="0" y="457200"/>
                  </a:lnTo>
                  <a:lnTo>
                    <a:pt x="2391" y="503941"/>
                  </a:lnTo>
                  <a:lnTo>
                    <a:pt x="9410" y="549333"/>
                  </a:lnTo>
                  <a:lnTo>
                    <a:pt x="20825" y="593146"/>
                  </a:lnTo>
                  <a:lnTo>
                    <a:pt x="36401" y="635150"/>
                  </a:lnTo>
                  <a:lnTo>
                    <a:pt x="55906" y="675116"/>
                  </a:lnTo>
                  <a:lnTo>
                    <a:pt x="79108" y="712812"/>
                  </a:lnTo>
                  <a:lnTo>
                    <a:pt x="105772" y="748009"/>
                  </a:lnTo>
                  <a:lnTo>
                    <a:pt x="135667" y="780478"/>
                  </a:lnTo>
                  <a:lnTo>
                    <a:pt x="168560" y="809988"/>
                  </a:lnTo>
                  <a:lnTo>
                    <a:pt x="204216" y="836309"/>
                  </a:lnTo>
                  <a:lnTo>
                    <a:pt x="242405" y="859212"/>
                  </a:lnTo>
                  <a:lnTo>
                    <a:pt x="282892" y="878466"/>
                  </a:lnTo>
                  <a:lnTo>
                    <a:pt x="325445" y="893842"/>
                  </a:lnTo>
                  <a:lnTo>
                    <a:pt x="369830" y="905110"/>
                  </a:lnTo>
                  <a:lnTo>
                    <a:pt x="415816" y="912039"/>
                  </a:lnTo>
                  <a:lnTo>
                    <a:pt x="463169" y="914400"/>
                  </a:lnTo>
                  <a:lnTo>
                    <a:pt x="510520" y="912039"/>
                  </a:lnTo>
                  <a:lnTo>
                    <a:pt x="556501" y="905110"/>
                  </a:lnTo>
                  <a:lnTo>
                    <a:pt x="600880" y="893842"/>
                  </a:lnTo>
                  <a:lnTo>
                    <a:pt x="643425" y="878466"/>
                  </a:lnTo>
                  <a:lnTo>
                    <a:pt x="683903" y="859212"/>
                  </a:lnTo>
                  <a:lnTo>
                    <a:pt x="722080" y="836309"/>
                  </a:lnTo>
                  <a:lnTo>
                    <a:pt x="757726" y="809988"/>
                  </a:lnTo>
                  <a:lnTo>
                    <a:pt x="790606" y="780478"/>
                  </a:lnTo>
                  <a:lnTo>
                    <a:pt x="820489" y="748009"/>
                  </a:lnTo>
                  <a:lnTo>
                    <a:pt x="847143" y="712812"/>
                  </a:lnTo>
                  <a:lnTo>
                    <a:pt x="870333" y="675116"/>
                  </a:lnTo>
                  <a:lnTo>
                    <a:pt x="889829" y="635150"/>
                  </a:lnTo>
                  <a:lnTo>
                    <a:pt x="905397" y="593146"/>
                  </a:lnTo>
                  <a:lnTo>
                    <a:pt x="916805" y="549333"/>
                  </a:lnTo>
                  <a:lnTo>
                    <a:pt x="923820" y="503941"/>
                  </a:lnTo>
                  <a:lnTo>
                    <a:pt x="926211" y="457200"/>
                  </a:lnTo>
                  <a:lnTo>
                    <a:pt x="923820" y="410458"/>
                  </a:lnTo>
                  <a:lnTo>
                    <a:pt x="916805" y="365066"/>
                  </a:lnTo>
                  <a:lnTo>
                    <a:pt x="905397" y="321253"/>
                  </a:lnTo>
                  <a:lnTo>
                    <a:pt x="889829" y="279249"/>
                  </a:lnTo>
                  <a:lnTo>
                    <a:pt x="870333" y="239283"/>
                  </a:lnTo>
                  <a:lnTo>
                    <a:pt x="847143" y="201587"/>
                  </a:lnTo>
                  <a:lnTo>
                    <a:pt x="820489" y="166390"/>
                  </a:lnTo>
                  <a:lnTo>
                    <a:pt x="790606" y="133921"/>
                  </a:lnTo>
                  <a:lnTo>
                    <a:pt x="757726" y="104411"/>
                  </a:lnTo>
                  <a:lnTo>
                    <a:pt x="722080" y="78090"/>
                  </a:lnTo>
                  <a:lnTo>
                    <a:pt x="683903" y="55187"/>
                  </a:lnTo>
                  <a:lnTo>
                    <a:pt x="643425" y="35933"/>
                  </a:lnTo>
                  <a:lnTo>
                    <a:pt x="600880" y="20557"/>
                  </a:lnTo>
                  <a:lnTo>
                    <a:pt x="556501" y="9289"/>
                  </a:lnTo>
                  <a:lnTo>
                    <a:pt x="510520" y="2360"/>
                  </a:lnTo>
                  <a:lnTo>
                    <a:pt x="463169" y="0"/>
                  </a:lnTo>
                  <a:close/>
                </a:path>
              </a:pathLst>
            </a:custGeom>
            <a:solidFill>
              <a:srgbClr val="FCEAD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626372" y="1753247"/>
              <a:ext cx="472440" cy="488315"/>
            </a:xfrm>
            <a:custGeom>
              <a:avLst/>
              <a:gdLst/>
              <a:ahLst/>
              <a:cxnLst/>
              <a:rect l="l" t="t" r="r" b="b"/>
              <a:pathLst>
                <a:path w="472439" h="488314">
                  <a:moveTo>
                    <a:pt x="159715" y="151053"/>
                  </a:moveTo>
                  <a:lnTo>
                    <a:pt x="83324" y="151053"/>
                  </a:lnTo>
                  <a:lnTo>
                    <a:pt x="83324" y="402285"/>
                  </a:lnTo>
                  <a:lnTo>
                    <a:pt x="159715" y="402285"/>
                  </a:lnTo>
                  <a:lnTo>
                    <a:pt x="159715" y="151053"/>
                  </a:lnTo>
                  <a:close/>
                </a:path>
                <a:path w="472439" h="488314">
                  <a:moveTo>
                    <a:pt x="263867" y="317"/>
                  </a:moveTo>
                  <a:lnTo>
                    <a:pt x="187490" y="317"/>
                  </a:lnTo>
                  <a:lnTo>
                    <a:pt x="187490" y="402285"/>
                  </a:lnTo>
                  <a:lnTo>
                    <a:pt x="263867" y="402285"/>
                  </a:lnTo>
                  <a:lnTo>
                    <a:pt x="263867" y="317"/>
                  </a:lnTo>
                  <a:close/>
                </a:path>
                <a:path w="472439" h="488314">
                  <a:moveTo>
                    <a:pt x="368020" y="151053"/>
                  </a:moveTo>
                  <a:lnTo>
                    <a:pt x="291642" y="151053"/>
                  </a:lnTo>
                  <a:lnTo>
                    <a:pt x="291642" y="402285"/>
                  </a:lnTo>
                  <a:lnTo>
                    <a:pt x="368020" y="402285"/>
                  </a:lnTo>
                  <a:lnTo>
                    <a:pt x="368020" y="151053"/>
                  </a:lnTo>
                  <a:close/>
                </a:path>
                <a:path w="472439" h="488314">
                  <a:moveTo>
                    <a:pt x="472173" y="445414"/>
                  </a:moveTo>
                  <a:lnTo>
                    <a:pt x="41668" y="445414"/>
                  </a:lnTo>
                  <a:lnTo>
                    <a:pt x="41668" y="0"/>
                  </a:lnTo>
                  <a:lnTo>
                    <a:pt x="0" y="0"/>
                  </a:lnTo>
                  <a:lnTo>
                    <a:pt x="0" y="445414"/>
                  </a:lnTo>
                  <a:lnTo>
                    <a:pt x="0" y="488022"/>
                  </a:lnTo>
                  <a:lnTo>
                    <a:pt x="472173" y="488022"/>
                  </a:lnTo>
                  <a:lnTo>
                    <a:pt x="472173" y="445414"/>
                  </a:lnTo>
                  <a:close/>
                </a:path>
                <a:path w="472439" h="488314">
                  <a:moveTo>
                    <a:pt x="472173" y="273075"/>
                  </a:moveTo>
                  <a:lnTo>
                    <a:pt x="395795" y="273075"/>
                  </a:lnTo>
                  <a:lnTo>
                    <a:pt x="395795" y="402285"/>
                  </a:lnTo>
                  <a:lnTo>
                    <a:pt x="472173" y="402285"/>
                  </a:lnTo>
                  <a:lnTo>
                    <a:pt x="472173" y="27307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3263010" y="1463166"/>
            <a:ext cx="864235" cy="45339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1F487C"/>
                </a:solidFill>
                <a:effectLst/>
                <a:uLnTx/>
                <a:uFillTx/>
                <a:latin typeface="Calibri"/>
                <a:cs typeface="Calibri"/>
              </a:rPr>
              <a:t>Global</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10" normalizeH="0" baseline="0" noProof="0" dirty="0">
                <a:ln>
                  <a:noFill/>
                </a:ln>
                <a:solidFill>
                  <a:srgbClr val="1F487C"/>
                </a:solidFill>
                <a:effectLst/>
                <a:uLnTx/>
                <a:uFillTx/>
                <a:latin typeface="Calibri"/>
                <a:cs typeface="Calibri"/>
              </a:rPr>
              <a:t>Monitoring</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12" name="object 12"/>
          <p:cNvSpPr txBox="1"/>
          <p:nvPr/>
        </p:nvSpPr>
        <p:spPr>
          <a:xfrm>
            <a:off x="2192527" y="3007868"/>
            <a:ext cx="768350" cy="66611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1F487C"/>
                </a:solidFill>
                <a:effectLst/>
                <a:uLnTx/>
                <a:uFillTx/>
                <a:latin typeface="Calibri"/>
                <a:cs typeface="Calibri"/>
              </a:rPr>
              <a:t>Global Discovery Catalogue</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13" name="object 13"/>
          <p:cNvSpPr txBox="1"/>
          <p:nvPr/>
        </p:nvSpPr>
        <p:spPr>
          <a:xfrm>
            <a:off x="4604765" y="3115818"/>
            <a:ext cx="523875" cy="45275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1F487C"/>
                </a:solidFill>
                <a:effectLst/>
                <a:uLnTx/>
                <a:uFillTx/>
                <a:latin typeface="Calibri"/>
                <a:cs typeface="Calibri"/>
              </a:rPr>
              <a:t>Global Broker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7" name="object 7"/>
          <p:cNvGrpSpPr/>
          <p:nvPr/>
        </p:nvGrpSpPr>
        <p:grpSpPr>
          <a:xfrm>
            <a:off x="5967915" y="2907790"/>
            <a:ext cx="989330" cy="977265"/>
            <a:chOff x="5967915" y="2907790"/>
            <a:chExt cx="989330" cy="977265"/>
          </a:xfrm>
        </p:grpSpPr>
        <p:pic>
          <p:nvPicPr>
            <p:cNvPr id="8" name="object 8"/>
            <p:cNvPicPr/>
            <p:nvPr/>
          </p:nvPicPr>
          <p:blipFill>
            <a:blip r:embed="rId3" cstate="print"/>
            <a:stretch>
              <a:fillRect/>
            </a:stretch>
          </p:blipFill>
          <p:spPr>
            <a:xfrm>
              <a:off x="5967915" y="2907790"/>
              <a:ext cx="989225" cy="976899"/>
            </a:xfrm>
            <a:prstGeom prst="rect">
              <a:avLst/>
            </a:prstGeom>
          </p:spPr>
        </p:pic>
        <p:sp>
          <p:nvSpPr>
            <p:cNvPr id="9" name="object 9"/>
            <p:cNvSpPr/>
            <p:nvPr/>
          </p:nvSpPr>
          <p:spPr>
            <a:xfrm>
              <a:off x="6002147" y="2918586"/>
              <a:ext cx="926465" cy="914400"/>
            </a:xfrm>
            <a:custGeom>
              <a:avLst/>
              <a:gdLst/>
              <a:ahLst/>
              <a:cxnLst/>
              <a:rect l="l" t="t" r="r" b="b"/>
              <a:pathLst>
                <a:path w="926465" h="914400">
                  <a:moveTo>
                    <a:pt x="463041" y="0"/>
                  </a:moveTo>
                  <a:lnTo>
                    <a:pt x="415690" y="2360"/>
                  </a:lnTo>
                  <a:lnTo>
                    <a:pt x="369709" y="9289"/>
                  </a:lnTo>
                  <a:lnTo>
                    <a:pt x="325330" y="20557"/>
                  </a:lnTo>
                  <a:lnTo>
                    <a:pt x="282785" y="35933"/>
                  </a:lnTo>
                  <a:lnTo>
                    <a:pt x="242307" y="55187"/>
                  </a:lnTo>
                  <a:lnTo>
                    <a:pt x="204130" y="78090"/>
                  </a:lnTo>
                  <a:lnTo>
                    <a:pt x="168484" y="104411"/>
                  </a:lnTo>
                  <a:lnTo>
                    <a:pt x="135604" y="133921"/>
                  </a:lnTo>
                  <a:lnTo>
                    <a:pt x="105721" y="166390"/>
                  </a:lnTo>
                  <a:lnTo>
                    <a:pt x="79067" y="201587"/>
                  </a:lnTo>
                  <a:lnTo>
                    <a:pt x="55877" y="239283"/>
                  </a:lnTo>
                  <a:lnTo>
                    <a:pt x="36381" y="279249"/>
                  </a:lnTo>
                  <a:lnTo>
                    <a:pt x="20813" y="321253"/>
                  </a:lnTo>
                  <a:lnTo>
                    <a:pt x="9405" y="365066"/>
                  </a:lnTo>
                  <a:lnTo>
                    <a:pt x="2390" y="410458"/>
                  </a:lnTo>
                  <a:lnTo>
                    <a:pt x="0" y="457200"/>
                  </a:lnTo>
                  <a:lnTo>
                    <a:pt x="2390" y="503962"/>
                  </a:lnTo>
                  <a:lnTo>
                    <a:pt x="9405" y="549370"/>
                  </a:lnTo>
                  <a:lnTo>
                    <a:pt x="20813" y="593193"/>
                  </a:lnTo>
                  <a:lnTo>
                    <a:pt x="36381" y="635204"/>
                  </a:lnTo>
                  <a:lnTo>
                    <a:pt x="55877" y="675172"/>
                  </a:lnTo>
                  <a:lnTo>
                    <a:pt x="79067" y="712868"/>
                  </a:lnTo>
                  <a:lnTo>
                    <a:pt x="105721" y="748062"/>
                  </a:lnTo>
                  <a:lnTo>
                    <a:pt x="135604" y="780526"/>
                  </a:lnTo>
                  <a:lnTo>
                    <a:pt x="168484" y="810029"/>
                  </a:lnTo>
                  <a:lnTo>
                    <a:pt x="204130" y="836343"/>
                  </a:lnTo>
                  <a:lnTo>
                    <a:pt x="242307" y="859238"/>
                  </a:lnTo>
                  <a:lnTo>
                    <a:pt x="282785" y="878484"/>
                  </a:lnTo>
                  <a:lnTo>
                    <a:pt x="325330" y="893853"/>
                  </a:lnTo>
                  <a:lnTo>
                    <a:pt x="369709" y="905115"/>
                  </a:lnTo>
                  <a:lnTo>
                    <a:pt x="415690" y="912040"/>
                  </a:lnTo>
                  <a:lnTo>
                    <a:pt x="463041" y="914400"/>
                  </a:lnTo>
                  <a:lnTo>
                    <a:pt x="510394" y="912040"/>
                  </a:lnTo>
                  <a:lnTo>
                    <a:pt x="556380" y="905115"/>
                  </a:lnTo>
                  <a:lnTo>
                    <a:pt x="600765" y="893853"/>
                  </a:lnTo>
                  <a:lnTo>
                    <a:pt x="643318" y="878484"/>
                  </a:lnTo>
                  <a:lnTo>
                    <a:pt x="683805" y="859238"/>
                  </a:lnTo>
                  <a:lnTo>
                    <a:pt x="721994" y="836343"/>
                  </a:lnTo>
                  <a:lnTo>
                    <a:pt x="757650" y="810029"/>
                  </a:lnTo>
                  <a:lnTo>
                    <a:pt x="790543" y="780526"/>
                  </a:lnTo>
                  <a:lnTo>
                    <a:pt x="820438" y="748062"/>
                  </a:lnTo>
                  <a:lnTo>
                    <a:pt x="847102" y="712868"/>
                  </a:lnTo>
                  <a:lnTo>
                    <a:pt x="870304" y="675172"/>
                  </a:lnTo>
                  <a:lnTo>
                    <a:pt x="889809" y="635204"/>
                  </a:lnTo>
                  <a:lnTo>
                    <a:pt x="905385" y="593193"/>
                  </a:lnTo>
                  <a:lnTo>
                    <a:pt x="916800" y="549370"/>
                  </a:lnTo>
                  <a:lnTo>
                    <a:pt x="923819" y="503962"/>
                  </a:lnTo>
                  <a:lnTo>
                    <a:pt x="926210" y="457200"/>
                  </a:lnTo>
                  <a:lnTo>
                    <a:pt x="923819" y="410458"/>
                  </a:lnTo>
                  <a:lnTo>
                    <a:pt x="916800" y="365066"/>
                  </a:lnTo>
                  <a:lnTo>
                    <a:pt x="905385" y="321253"/>
                  </a:lnTo>
                  <a:lnTo>
                    <a:pt x="889809" y="279249"/>
                  </a:lnTo>
                  <a:lnTo>
                    <a:pt x="870304" y="239283"/>
                  </a:lnTo>
                  <a:lnTo>
                    <a:pt x="847102" y="201587"/>
                  </a:lnTo>
                  <a:lnTo>
                    <a:pt x="820438" y="166390"/>
                  </a:lnTo>
                  <a:lnTo>
                    <a:pt x="790543" y="133921"/>
                  </a:lnTo>
                  <a:lnTo>
                    <a:pt x="757650" y="104411"/>
                  </a:lnTo>
                  <a:lnTo>
                    <a:pt x="721994" y="78090"/>
                  </a:lnTo>
                  <a:lnTo>
                    <a:pt x="683805" y="55187"/>
                  </a:lnTo>
                  <a:lnTo>
                    <a:pt x="643318" y="35933"/>
                  </a:lnTo>
                  <a:lnTo>
                    <a:pt x="600765" y="20557"/>
                  </a:lnTo>
                  <a:lnTo>
                    <a:pt x="556380" y="9289"/>
                  </a:lnTo>
                  <a:lnTo>
                    <a:pt x="510394" y="2360"/>
                  </a:lnTo>
                  <a:lnTo>
                    <a:pt x="463041"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6258331" y="3104451"/>
              <a:ext cx="389255" cy="546100"/>
            </a:xfrm>
            <a:custGeom>
              <a:avLst/>
              <a:gdLst/>
              <a:ahLst/>
              <a:cxnLst/>
              <a:rect l="l" t="t" r="r" b="b"/>
              <a:pathLst>
                <a:path w="389254" h="546100">
                  <a:moveTo>
                    <a:pt x="388835" y="373253"/>
                  </a:moveTo>
                  <a:lnTo>
                    <a:pt x="378879" y="391363"/>
                  </a:lnTo>
                  <a:lnTo>
                    <a:pt x="351193" y="407111"/>
                  </a:lnTo>
                  <a:lnTo>
                    <a:pt x="347179" y="408305"/>
                  </a:lnTo>
                  <a:lnTo>
                    <a:pt x="347179" y="465137"/>
                  </a:lnTo>
                  <a:lnTo>
                    <a:pt x="347179" y="482358"/>
                  </a:lnTo>
                  <a:lnTo>
                    <a:pt x="341617" y="488111"/>
                  </a:lnTo>
                  <a:lnTo>
                    <a:pt x="324954" y="488111"/>
                  </a:lnTo>
                  <a:lnTo>
                    <a:pt x="319405" y="482358"/>
                  </a:lnTo>
                  <a:lnTo>
                    <a:pt x="319405" y="465137"/>
                  </a:lnTo>
                  <a:lnTo>
                    <a:pt x="324954" y="459397"/>
                  </a:lnTo>
                  <a:lnTo>
                    <a:pt x="341617" y="459397"/>
                  </a:lnTo>
                  <a:lnTo>
                    <a:pt x="347179" y="465137"/>
                  </a:lnTo>
                  <a:lnTo>
                    <a:pt x="347179" y="408305"/>
                  </a:lnTo>
                  <a:lnTo>
                    <a:pt x="309054" y="419569"/>
                  </a:lnTo>
                  <a:lnTo>
                    <a:pt x="255701" y="427736"/>
                  </a:lnTo>
                  <a:lnTo>
                    <a:pt x="194411" y="430682"/>
                  </a:lnTo>
                  <a:lnTo>
                    <a:pt x="133134" y="427736"/>
                  </a:lnTo>
                  <a:lnTo>
                    <a:pt x="79781" y="419569"/>
                  </a:lnTo>
                  <a:lnTo>
                    <a:pt x="37630" y="407111"/>
                  </a:lnTo>
                  <a:lnTo>
                    <a:pt x="9944" y="391363"/>
                  </a:lnTo>
                  <a:lnTo>
                    <a:pt x="0" y="373253"/>
                  </a:lnTo>
                  <a:lnTo>
                    <a:pt x="0" y="488111"/>
                  </a:lnTo>
                  <a:lnTo>
                    <a:pt x="37630" y="521957"/>
                  </a:lnTo>
                  <a:lnTo>
                    <a:pt x="79781" y="534416"/>
                  </a:lnTo>
                  <a:lnTo>
                    <a:pt x="133134" y="542594"/>
                  </a:lnTo>
                  <a:lnTo>
                    <a:pt x="194411" y="545528"/>
                  </a:lnTo>
                  <a:lnTo>
                    <a:pt x="255701" y="542594"/>
                  </a:lnTo>
                  <a:lnTo>
                    <a:pt x="309054" y="534416"/>
                  </a:lnTo>
                  <a:lnTo>
                    <a:pt x="351193" y="521957"/>
                  </a:lnTo>
                  <a:lnTo>
                    <a:pt x="378879" y="506209"/>
                  </a:lnTo>
                  <a:lnTo>
                    <a:pt x="388835" y="488111"/>
                  </a:lnTo>
                  <a:lnTo>
                    <a:pt x="388835" y="459397"/>
                  </a:lnTo>
                  <a:lnTo>
                    <a:pt x="388835" y="430682"/>
                  </a:lnTo>
                  <a:lnTo>
                    <a:pt x="388835" y="373253"/>
                  </a:lnTo>
                  <a:close/>
                </a:path>
                <a:path w="389254" h="546100">
                  <a:moveTo>
                    <a:pt x="388835" y="229692"/>
                  </a:moveTo>
                  <a:lnTo>
                    <a:pt x="378879" y="247802"/>
                  </a:lnTo>
                  <a:lnTo>
                    <a:pt x="351193" y="263550"/>
                  </a:lnTo>
                  <a:lnTo>
                    <a:pt x="347179" y="264744"/>
                  </a:lnTo>
                  <a:lnTo>
                    <a:pt x="347179" y="321576"/>
                  </a:lnTo>
                  <a:lnTo>
                    <a:pt x="347179" y="338797"/>
                  </a:lnTo>
                  <a:lnTo>
                    <a:pt x="341617" y="344551"/>
                  </a:lnTo>
                  <a:lnTo>
                    <a:pt x="324954" y="344551"/>
                  </a:lnTo>
                  <a:lnTo>
                    <a:pt x="319405" y="338797"/>
                  </a:lnTo>
                  <a:lnTo>
                    <a:pt x="319405" y="321576"/>
                  </a:lnTo>
                  <a:lnTo>
                    <a:pt x="324954" y="315836"/>
                  </a:lnTo>
                  <a:lnTo>
                    <a:pt x="341617" y="315836"/>
                  </a:lnTo>
                  <a:lnTo>
                    <a:pt x="347179" y="321576"/>
                  </a:lnTo>
                  <a:lnTo>
                    <a:pt x="347179" y="264744"/>
                  </a:lnTo>
                  <a:lnTo>
                    <a:pt x="309054" y="276009"/>
                  </a:lnTo>
                  <a:lnTo>
                    <a:pt x="255701" y="284175"/>
                  </a:lnTo>
                  <a:lnTo>
                    <a:pt x="194411" y="287121"/>
                  </a:lnTo>
                  <a:lnTo>
                    <a:pt x="133134" y="284175"/>
                  </a:lnTo>
                  <a:lnTo>
                    <a:pt x="79781" y="276009"/>
                  </a:lnTo>
                  <a:lnTo>
                    <a:pt x="37630" y="263550"/>
                  </a:lnTo>
                  <a:lnTo>
                    <a:pt x="9944" y="247802"/>
                  </a:lnTo>
                  <a:lnTo>
                    <a:pt x="0" y="229692"/>
                  </a:lnTo>
                  <a:lnTo>
                    <a:pt x="0" y="344551"/>
                  </a:lnTo>
                  <a:lnTo>
                    <a:pt x="37630" y="378396"/>
                  </a:lnTo>
                  <a:lnTo>
                    <a:pt x="79781" y="390855"/>
                  </a:lnTo>
                  <a:lnTo>
                    <a:pt x="133134" y="399034"/>
                  </a:lnTo>
                  <a:lnTo>
                    <a:pt x="194411" y="401967"/>
                  </a:lnTo>
                  <a:lnTo>
                    <a:pt x="255701" y="399034"/>
                  </a:lnTo>
                  <a:lnTo>
                    <a:pt x="309054" y="390855"/>
                  </a:lnTo>
                  <a:lnTo>
                    <a:pt x="351193" y="378396"/>
                  </a:lnTo>
                  <a:lnTo>
                    <a:pt x="378879" y="362648"/>
                  </a:lnTo>
                  <a:lnTo>
                    <a:pt x="388835" y="344551"/>
                  </a:lnTo>
                  <a:lnTo>
                    <a:pt x="388835" y="315836"/>
                  </a:lnTo>
                  <a:lnTo>
                    <a:pt x="388835" y="287121"/>
                  </a:lnTo>
                  <a:lnTo>
                    <a:pt x="388835" y="229692"/>
                  </a:lnTo>
                  <a:close/>
                </a:path>
                <a:path w="389254" h="546100">
                  <a:moveTo>
                    <a:pt x="388835" y="86131"/>
                  </a:moveTo>
                  <a:lnTo>
                    <a:pt x="378879" y="104241"/>
                  </a:lnTo>
                  <a:lnTo>
                    <a:pt x="351193" y="119989"/>
                  </a:lnTo>
                  <a:lnTo>
                    <a:pt x="347179" y="121183"/>
                  </a:lnTo>
                  <a:lnTo>
                    <a:pt x="347179" y="178015"/>
                  </a:lnTo>
                  <a:lnTo>
                    <a:pt x="347179" y="195237"/>
                  </a:lnTo>
                  <a:lnTo>
                    <a:pt x="341617" y="200990"/>
                  </a:lnTo>
                  <a:lnTo>
                    <a:pt x="324954" y="200990"/>
                  </a:lnTo>
                  <a:lnTo>
                    <a:pt x="319405" y="195237"/>
                  </a:lnTo>
                  <a:lnTo>
                    <a:pt x="319405" y="178015"/>
                  </a:lnTo>
                  <a:lnTo>
                    <a:pt x="324954" y="172275"/>
                  </a:lnTo>
                  <a:lnTo>
                    <a:pt x="341617" y="172275"/>
                  </a:lnTo>
                  <a:lnTo>
                    <a:pt x="347179" y="178015"/>
                  </a:lnTo>
                  <a:lnTo>
                    <a:pt x="347179" y="121183"/>
                  </a:lnTo>
                  <a:lnTo>
                    <a:pt x="309054" y="132448"/>
                  </a:lnTo>
                  <a:lnTo>
                    <a:pt x="255701" y="140614"/>
                  </a:lnTo>
                  <a:lnTo>
                    <a:pt x="194411" y="143560"/>
                  </a:lnTo>
                  <a:lnTo>
                    <a:pt x="133134" y="140614"/>
                  </a:lnTo>
                  <a:lnTo>
                    <a:pt x="79781" y="132448"/>
                  </a:lnTo>
                  <a:lnTo>
                    <a:pt x="37630" y="119989"/>
                  </a:lnTo>
                  <a:lnTo>
                    <a:pt x="9944" y="104241"/>
                  </a:lnTo>
                  <a:lnTo>
                    <a:pt x="0" y="86131"/>
                  </a:lnTo>
                  <a:lnTo>
                    <a:pt x="0" y="200990"/>
                  </a:lnTo>
                  <a:lnTo>
                    <a:pt x="37630" y="234835"/>
                  </a:lnTo>
                  <a:lnTo>
                    <a:pt x="79781" y="247294"/>
                  </a:lnTo>
                  <a:lnTo>
                    <a:pt x="133134" y="255473"/>
                  </a:lnTo>
                  <a:lnTo>
                    <a:pt x="194411" y="258406"/>
                  </a:lnTo>
                  <a:lnTo>
                    <a:pt x="255701" y="255473"/>
                  </a:lnTo>
                  <a:lnTo>
                    <a:pt x="309054" y="247294"/>
                  </a:lnTo>
                  <a:lnTo>
                    <a:pt x="351193" y="234835"/>
                  </a:lnTo>
                  <a:lnTo>
                    <a:pt x="378879" y="219087"/>
                  </a:lnTo>
                  <a:lnTo>
                    <a:pt x="388835" y="200990"/>
                  </a:lnTo>
                  <a:lnTo>
                    <a:pt x="388835" y="172275"/>
                  </a:lnTo>
                  <a:lnTo>
                    <a:pt x="388835" y="143560"/>
                  </a:lnTo>
                  <a:lnTo>
                    <a:pt x="388835" y="86131"/>
                  </a:lnTo>
                  <a:close/>
                </a:path>
                <a:path w="389254" h="546100">
                  <a:moveTo>
                    <a:pt x="388835" y="57429"/>
                  </a:moveTo>
                  <a:lnTo>
                    <a:pt x="351332" y="23507"/>
                  </a:lnTo>
                  <a:lnTo>
                    <a:pt x="309245" y="11074"/>
                  </a:lnTo>
                  <a:lnTo>
                    <a:pt x="255866" y="2921"/>
                  </a:lnTo>
                  <a:lnTo>
                    <a:pt x="194411" y="0"/>
                  </a:lnTo>
                  <a:lnTo>
                    <a:pt x="132969" y="2921"/>
                  </a:lnTo>
                  <a:lnTo>
                    <a:pt x="79590" y="11074"/>
                  </a:lnTo>
                  <a:lnTo>
                    <a:pt x="37503" y="23507"/>
                  </a:lnTo>
                  <a:lnTo>
                    <a:pt x="9906" y="39268"/>
                  </a:lnTo>
                  <a:lnTo>
                    <a:pt x="0" y="57429"/>
                  </a:lnTo>
                  <a:lnTo>
                    <a:pt x="9906" y="75577"/>
                  </a:lnTo>
                  <a:lnTo>
                    <a:pt x="37503" y="91338"/>
                  </a:lnTo>
                  <a:lnTo>
                    <a:pt x="79590" y="103771"/>
                  </a:lnTo>
                  <a:lnTo>
                    <a:pt x="132969" y="111925"/>
                  </a:lnTo>
                  <a:lnTo>
                    <a:pt x="194411" y="114846"/>
                  </a:lnTo>
                  <a:lnTo>
                    <a:pt x="255866" y="111925"/>
                  </a:lnTo>
                  <a:lnTo>
                    <a:pt x="309245" y="103771"/>
                  </a:lnTo>
                  <a:lnTo>
                    <a:pt x="351332" y="91338"/>
                  </a:lnTo>
                  <a:lnTo>
                    <a:pt x="378929" y="75577"/>
                  </a:lnTo>
                  <a:lnTo>
                    <a:pt x="388835" y="5742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txBox="1"/>
          <p:nvPr/>
        </p:nvSpPr>
        <p:spPr>
          <a:xfrm>
            <a:off x="7014464" y="3115818"/>
            <a:ext cx="508000" cy="45275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1F487C"/>
                </a:solidFill>
                <a:effectLst/>
                <a:uLnTx/>
                <a:uFillTx/>
                <a:latin typeface="Calibri"/>
                <a:cs typeface="Calibri"/>
              </a:rPr>
              <a:t>Global Cache</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23" name="object 23"/>
          <p:cNvGrpSpPr/>
          <p:nvPr/>
        </p:nvGrpSpPr>
        <p:grpSpPr>
          <a:xfrm>
            <a:off x="697991" y="3926966"/>
            <a:ext cx="2274570" cy="1304290"/>
            <a:chOff x="697991" y="3926966"/>
            <a:chExt cx="2274570" cy="1304290"/>
          </a:xfrm>
        </p:grpSpPr>
        <p:pic>
          <p:nvPicPr>
            <p:cNvPr id="24" name="object 24"/>
            <p:cNvPicPr/>
            <p:nvPr/>
          </p:nvPicPr>
          <p:blipFill>
            <a:blip r:embed="rId4" cstate="print"/>
            <a:stretch>
              <a:fillRect/>
            </a:stretch>
          </p:blipFill>
          <p:spPr>
            <a:xfrm>
              <a:off x="697991" y="4799075"/>
              <a:ext cx="2274570" cy="432054"/>
            </a:xfrm>
            <a:prstGeom prst="rect">
              <a:avLst/>
            </a:prstGeom>
          </p:spPr>
        </p:pic>
        <p:sp>
          <p:nvSpPr>
            <p:cNvPr id="25" name="object 25"/>
            <p:cNvSpPr/>
            <p:nvPr/>
          </p:nvSpPr>
          <p:spPr>
            <a:xfrm>
              <a:off x="714514" y="3926966"/>
              <a:ext cx="1800225" cy="1233805"/>
            </a:xfrm>
            <a:custGeom>
              <a:avLst/>
              <a:gdLst/>
              <a:ahLst/>
              <a:cxnLst/>
              <a:rect l="l" t="t" r="r" b="b"/>
              <a:pathLst>
                <a:path w="1800225" h="1233804">
                  <a:moveTo>
                    <a:pt x="1594345" y="0"/>
                  </a:moveTo>
                  <a:lnTo>
                    <a:pt x="205625" y="0"/>
                  </a:lnTo>
                  <a:lnTo>
                    <a:pt x="158477" y="5431"/>
                  </a:lnTo>
                  <a:lnTo>
                    <a:pt x="115196" y="20902"/>
                  </a:lnTo>
                  <a:lnTo>
                    <a:pt x="77017" y="45176"/>
                  </a:lnTo>
                  <a:lnTo>
                    <a:pt x="45173" y="77020"/>
                  </a:lnTo>
                  <a:lnTo>
                    <a:pt x="20900" y="115197"/>
                  </a:lnTo>
                  <a:lnTo>
                    <a:pt x="5430" y="158473"/>
                  </a:lnTo>
                  <a:lnTo>
                    <a:pt x="0" y="205612"/>
                  </a:lnTo>
                  <a:lnTo>
                    <a:pt x="0" y="1028064"/>
                  </a:lnTo>
                  <a:lnTo>
                    <a:pt x="5430" y="1075244"/>
                  </a:lnTo>
                  <a:lnTo>
                    <a:pt x="20900" y="1118535"/>
                  </a:lnTo>
                  <a:lnTo>
                    <a:pt x="45173" y="1156710"/>
                  </a:lnTo>
                  <a:lnTo>
                    <a:pt x="77017" y="1188541"/>
                  </a:lnTo>
                  <a:lnTo>
                    <a:pt x="115196" y="1212798"/>
                  </a:lnTo>
                  <a:lnTo>
                    <a:pt x="158477" y="1228253"/>
                  </a:lnTo>
                  <a:lnTo>
                    <a:pt x="205625" y="1233677"/>
                  </a:lnTo>
                  <a:lnTo>
                    <a:pt x="1594345" y="1233677"/>
                  </a:lnTo>
                  <a:lnTo>
                    <a:pt x="1641484" y="1228253"/>
                  </a:lnTo>
                  <a:lnTo>
                    <a:pt x="1684760" y="1212798"/>
                  </a:lnTo>
                  <a:lnTo>
                    <a:pt x="1722937" y="1188541"/>
                  </a:lnTo>
                  <a:lnTo>
                    <a:pt x="1754781" y="1156710"/>
                  </a:lnTo>
                  <a:lnTo>
                    <a:pt x="1779056" y="1118535"/>
                  </a:lnTo>
                  <a:lnTo>
                    <a:pt x="1794526" y="1075244"/>
                  </a:lnTo>
                  <a:lnTo>
                    <a:pt x="1799958" y="1028064"/>
                  </a:lnTo>
                  <a:lnTo>
                    <a:pt x="1799958" y="205612"/>
                  </a:lnTo>
                  <a:lnTo>
                    <a:pt x="1794526" y="158473"/>
                  </a:lnTo>
                  <a:lnTo>
                    <a:pt x="1779056" y="115197"/>
                  </a:lnTo>
                  <a:lnTo>
                    <a:pt x="1754781" y="77020"/>
                  </a:lnTo>
                  <a:lnTo>
                    <a:pt x="1722937" y="45176"/>
                  </a:lnTo>
                  <a:lnTo>
                    <a:pt x="1684760" y="20902"/>
                  </a:lnTo>
                  <a:lnTo>
                    <a:pt x="1641484" y="5431"/>
                  </a:lnTo>
                  <a:lnTo>
                    <a:pt x="1594345" y="0"/>
                  </a:lnTo>
                  <a:close/>
                </a:path>
              </a:pathLst>
            </a:custGeom>
            <a:solidFill>
              <a:srgbClr val="EBF0D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6"/>
          <p:cNvSpPr txBox="1"/>
          <p:nvPr/>
        </p:nvSpPr>
        <p:spPr>
          <a:xfrm>
            <a:off x="853541" y="4144467"/>
            <a:ext cx="1510030" cy="580390"/>
          </a:xfrm>
          <a:prstGeom prst="rect">
            <a:avLst/>
          </a:prstGeom>
        </p:spPr>
        <p:txBody>
          <a:bodyPr vert="horz" wrap="square" lIns="0" tIns="31750" rIns="0" bIns="0" rtlCol="0">
            <a:spAutoFit/>
          </a:bodyPr>
          <a:lstStyle/>
          <a:p>
            <a:pPr marL="12700" marR="5080" lvl="0" indent="0" defTabSz="914400" eaLnBrk="1" fontAlgn="auto" latinLnBrk="0" hangingPunct="1">
              <a:lnSpc>
                <a:spcPct val="90100"/>
              </a:lnSpc>
              <a:spcBef>
                <a:spcPts val="250"/>
              </a:spcBef>
              <a:spcAft>
                <a:spcPts val="0"/>
              </a:spcAft>
              <a:buClrTx/>
              <a:buSzTx/>
              <a:buFontTx/>
              <a:buNone/>
              <a:tabLst/>
              <a:defRPr/>
            </a:pPr>
            <a:r>
              <a:rPr kumimoji="0" sz="1300" b="1" i="0" u="none" strike="noStrike" kern="0" cap="none" spc="0" normalizeH="0" baseline="0" noProof="0" dirty="0">
                <a:ln>
                  <a:noFill/>
                </a:ln>
                <a:solidFill>
                  <a:srgbClr val="0F243E"/>
                </a:solidFill>
                <a:effectLst/>
                <a:uLnTx/>
                <a:uFillTx/>
                <a:latin typeface="Calibri"/>
                <a:cs typeface="Calibri"/>
              </a:rPr>
              <a:t>Provides</a:t>
            </a:r>
            <a:r>
              <a:rPr kumimoji="0" sz="1300" b="1" i="0" u="none" strike="noStrike" kern="0" cap="none" spc="-25"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an</a:t>
            </a:r>
            <a:r>
              <a:rPr kumimoji="0" sz="1300" b="1" i="0" u="none" strike="noStrike" kern="0" cap="none" spc="-25"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API</a:t>
            </a:r>
            <a:r>
              <a:rPr kumimoji="0" sz="1300" b="1" i="0" u="none" strike="noStrike" kern="0" cap="none" spc="-25" normalizeH="0" baseline="0" noProof="0" dirty="0">
                <a:ln>
                  <a:noFill/>
                </a:ln>
                <a:solidFill>
                  <a:srgbClr val="0F243E"/>
                </a:solidFill>
                <a:effectLst/>
                <a:uLnTx/>
                <a:uFillTx/>
                <a:latin typeface="Calibri"/>
                <a:cs typeface="Calibri"/>
              </a:rPr>
              <a:t> to </a:t>
            </a:r>
            <a:r>
              <a:rPr kumimoji="0" sz="1300" b="1" i="0" u="none" strike="noStrike" kern="0" cap="none" spc="0" normalizeH="0" baseline="0" noProof="0" dirty="0">
                <a:ln>
                  <a:noFill/>
                </a:ln>
                <a:solidFill>
                  <a:srgbClr val="0F243E"/>
                </a:solidFill>
                <a:effectLst/>
                <a:uLnTx/>
                <a:uFillTx/>
                <a:latin typeface="Calibri"/>
                <a:cs typeface="Calibri"/>
              </a:rPr>
              <a:t>discover</a:t>
            </a:r>
            <a:r>
              <a:rPr kumimoji="0" sz="1300" b="1" i="0" u="none" strike="noStrike" kern="0" cap="none" spc="-45"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datasets</a:t>
            </a:r>
            <a:r>
              <a:rPr kumimoji="0" sz="1300" b="1" i="0" u="none" strike="noStrike" kern="0" cap="none" spc="-45" normalizeH="0" baseline="0" noProof="0" dirty="0">
                <a:ln>
                  <a:noFill/>
                </a:ln>
                <a:solidFill>
                  <a:srgbClr val="0F243E"/>
                </a:solidFill>
                <a:effectLst/>
                <a:uLnTx/>
                <a:uFillTx/>
                <a:latin typeface="Calibri"/>
                <a:cs typeface="Calibri"/>
              </a:rPr>
              <a:t> </a:t>
            </a:r>
            <a:r>
              <a:rPr kumimoji="0" sz="1300" b="1" i="0" u="none" strike="noStrike" kern="0" cap="none" spc="-25" normalizeH="0" baseline="0" noProof="0" dirty="0">
                <a:ln>
                  <a:noFill/>
                </a:ln>
                <a:solidFill>
                  <a:srgbClr val="0F243E"/>
                </a:solidFill>
                <a:effectLst/>
                <a:uLnTx/>
                <a:uFillTx/>
                <a:latin typeface="Calibri"/>
                <a:cs typeface="Calibri"/>
              </a:rPr>
              <a:t>and </a:t>
            </a:r>
            <a:r>
              <a:rPr kumimoji="0" sz="1300" b="1" i="0" u="none" strike="noStrike" kern="0" cap="none" spc="-10" normalizeH="0" baseline="0" noProof="0" dirty="0">
                <a:ln>
                  <a:noFill/>
                </a:ln>
                <a:solidFill>
                  <a:srgbClr val="0F243E"/>
                </a:solidFill>
                <a:effectLst/>
                <a:uLnTx/>
                <a:uFillTx/>
                <a:latin typeface="Calibri"/>
                <a:cs typeface="Calibri"/>
              </a:rPr>
              <a:t>services</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19" name="object 19"/>
          <p:cNvGrpSpPr/>
          <p:nvPr/>
        </p:nvGrpSpPr>
        <p:grpSpPr>
          <a:xfrm>
            <a:off x="3134232" y="3926966"/>
            <a:ext cx="2231390" cy="1290955"/>
            <a:chOff x="3134232" y="3926966"/>
            <a:chExt cx="2231390" cy="1290955"/>
          </a:xfrm>
        </p:grpSpPr>
        <p:pic>
          <p:nvPicPr>
            <p:cNvPr id="20" name="object 20"/>
            <p:cNvPicPr/>
            <p:nvPr/>
          </p:nvPicPr>
          <p:blipFill>
            <a:blip r:embed="rId5" cstate="print"/>
            <a:stretch>
              <a:fillRect/>
            </a:stretch>
          </p:blipFill>
          <p:spPr>
            <a:xfrm>
              <a:off x="3145508" y="4812577"/>
              <a:ext cx="2219761" cy="405050"/>
            </a:xfrm>
            <a:prstGeom prst="rect">
              <a:avLst/>
            </a:prstGeom>
          </p:spPr>
        </p:pic>
        <p:sp>
          <p:nvSpPr>
            <p:cNvPr id="21" name="object 21"/>
            <p:cNvSpPr/>
            <p:nvPr/>
          </p:nvSpPr>
          <p:spPr>
            <a:xfrm>
              <a:off x="3134232" y="3926966"/>
              <a:ext cx="1800225" cy="1233805"/>
            </a:xfrm>
            <a:custGeom>
              <a:avLst/>
              <a:gdLst/>
              <a:ahLst/>
              <a:cxnLst/>
              <a:rect l="l" t="t" r="r" b="b"/>
              <a:pathLst>
                <a:path w="1800225" h="1233804">
                  <a:moveTo>
                    <a:pt x="1594358" y="0"/>
                  </a:moveTo>
                  <a:lnTo>
                    <a:pt x="205613" y="0"/>
                  </a:lnTo>
                  <a:lnTo>
                    <a:pt x="158473" y="5431"/>
                  </a:lnTo>
                  <a:lnTo>
                    <a:pt x="115197" y="20902"/>
                  </a:lnTo>
                  <a:lnTo>
                    <a:pt x="77020" y="45176"/>
                  </a:lnTo>
                  <a:lnTo>
                    <a:pt x="45176" y="77020"/>
                  </a:lnTo>
                  <a:lnTo>
                    <a:pt x="20902" y="115197"/>
                  </a:lnTo>
                  <a:lnTo>
                    <a:pt x="5431" y="158473"/>
                  </a:lnTo>
                  <a:lnTo>
                    <a:pt x="0" y="205612"/>
                  </a:lnTo>
                  <a:lnTo>
                    <a:pt x="0" y="1028064"/>
                  </a:lnTo>
                  <a:lnTo>
                    <a:pt x="5431" y="1075244"/>
                  </a:lnTo>
                  <a:lnTo>
                    <a:pt x="20902" y="1118535"/>
                  </a:lnTo>
                  <a:lnTo>
                    <a:pt x="45176" y="1156710"/>
                  </a:lnTo>
                  <a:lnTo>
                    <a:pt x="77020" y="1188541"/>
                  </a:lnTo>
                  <a:lnTo>
                    <a:pt x="115197" y="1212798"/>
                  </a:lnTo>
                  <a:lnTo>
                    <a:pt x="158473" y="1228253"/>
                  </a:lnTo>
                  <a:lnTo>
                    <a:pt x="205613" y="1233677"/>
                  </a:lnTo>
                  <a:lnTo>
                    <a:pt x="1594358" y="1233677"/>
                  </a:lnTo>
                  <a:lnTo>
                    <a:pt x="1641497" y="1228253"/>
                  </a:lnTo>
                  <a:lnTo>
                    <a:pt x="1684773" y="1212798"/>
                  </a:lnTo>
                  <a:lnTo>
                    <a:pt x="1722950" y="1188541"/>
                  </a:lnTo>
                  <a:lnTo>
                    <a:pt x="1754794" y="1156710"/>
                  </a:lnTo>
                  <a:lnTo>
                    <a:pt x="1779068" y="1118535"/>
                  </a:lnTo>
                  <a:lnTo>
                    <a:pt x="1794539" y="1075244"/>
                  </a:lnTo>
                  <a:lnTo>
                    <a:pt x="1799970" y="1028064"/>
                  </a:lnTo>
                  <a:lnTo>
                    <a:pt x="1799970" y="205612"/>
                  </a:lnTo>
                  <a:lnTo>
                    <a:pt x="1794539" y="158473"/>
                  </a:lnTo>
                  <a:lnTo>
                    <a:pt x="1779068" y="115197"/>
                  </a:lnTo>
                  <a:lnTo>
                    <a:pt x="1754794" y="77020"/>
                  </a:lnTo>
                  <a:lnTo>
                    <a:pt x="1722950" y="45176"/>
                  </a:lnTo>
                  <a:lnTo>
                    <a:pt x="1684773" y="20902"/>
                  </a:lnTo>
                  <a:lnTo>
                    <a:pt x="1641497" y="5431"/>
                  </a:lnTo>
                  <a:lnTo>
                    <a:pt x="1594358"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2" name="object 22"/>
          <p:cNvSpPr txBox="1"/>
          <p:nvPr/>
        </p:nvSpPr>
        <p:spPr>
          <a:xfrm>
            <a:off x="3362071" y="4055745"/>
            <a:ext cx="1323975" cy="936625"/>
          </a:xfrm>
          <a:prstGeom prst="rect">
            <a:avLst/>
          </a:prstGeom>
        </p:spPr>
        <p:txBody>
          <a:bodyPr vert="horz" wrap="square" lIns="0" tIns="34925" rIns="0" bIns="0" rtlCol="0">
            <a:spAutoFit/>
          </a:bodyPr>
          <a:lstStyle/>
          <a:p>
            <a:pPr marL="12700" marR="5080" lvl="0" indent="0" defTabSz="914400" eaLnBrk="1" fontAlgn="auto" latinLnBrk="0" hangingPunct="1">
              <a:lnSpc>
                <a:spcPts val="1400"/>
              </a:lnSpc>
              <a:spcBef>
                <a:spcPts val="275"/>
              </a:spcBef>
              <a:spcAft>
                <a:spcPts val="0"/>
              </a:spcAft>
              <a:buClrTx/>
              <a:buSzTx/>
              <a:buFontTx/>
              <a:buNone/>
              <a:tabLst/>
              <a:defRPr/>
            </a:pPr>
            <a:r>
              <a:rPr kumimoji="0" sz="1300" b="1" i="0" u="none" strike="noStrike" kern="0" cap="none" spc="0" normalizeH="0" baseline="0" noProof="0" dirty="0">
                <a:ln>
                  <a:noFill/>
                </a:ln>
                <a:solidFill>
                  <a:srgbClr val="0F243E"/>
                </a:solidFill>
                <a:effectLst/>
                <a:uLnTx/>
                <a:uFillTx/>
                <a:latin typeface="Calibri"/>
                <a:cs typeface="Calibri"/>
              </a:rPr>
              <a:t>Sends</a:t>
            </a:r>
            <a:r>
              <a:rPr kumimoji="0" sz="1300" b="1" i="0" u="none" strike="noStrike" kern="0" cap="none" spc="-20" normalizeH="0" baseline="0" noProof="0" dirty="0">
                <a:ln>
                  <a:noFill/>
                </a:ln>
                <a:solidFill>
                  <a:srgbClr val="0F243E"/>
                </a:solidFill>
                <a:effectLst/>
                <a:uLnTx/>
                <a:uFillTx/>
                <a:latin typeface="Calibri"/>
                <a:cs typeface="Calibri"/>
              </a:rPr>
              <a:t> </a:t>
            </a:r>
            <a:r>
              <a:rPr kumimoji="0" sz="1300" b="1" i="0" u="none" strike="noStrike" kern="0" cap="none" spc="-10" normalizeH="0" baseline="0" noProof="0" dirty="0">
                <a:ln>
                  <a:noFill/>
                </a:ln>
                <a:solidFill>
                  <a:srgbClr val="0F243E"/>
                </a:solidFill>
                <a:effectLst/>
                <a:uLnTx/>
                <a:uFillTx/>
                <a:latin typeface="Calibri"/>
                <a:cs typeface="Calibri"/>
              </a:rPr>
              <a:t>notifications </a:t>
            </a:r>
            <a:r>
              <a:rPr kumimoji="0" sz="1300" b="1" i="0" u="none" strike="noStrike" kern="0" cap="none" spc="0" normalizeH="0" baseline="0" noProof="0" dirty="0">
                <a:ln>
                  <a:noFill/>
                </a:ln>
                <a:solidFill>
                  <a:srgbClr val="0F243E"/>
                </a:solidFill>
                <a:effectLst/>
                <a:uLnTx/>
                <a:uFillTx/>
                <a:latin typeface="Calibri"/>
                <a:cs typeface="Calibri"/>
              </a:rPr>
              <a:t>of</a:t>
            </a:r>
            <a:r>
              <a:rPr kumimoji="0" sz="1300" b="1" i="0" u="none" strike="noStrike" kern="0" cap="none" spc="-1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new</a:t>
            </a:r>
            <a:r>
              <a:rPr kumimoji="0" sz="1300" b="1" i="0" u="none" strike="noStrike" kern="0" cap="none" spc="-2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data</a:t>
            </a:r>
            <a:r>
              <a:rPr kumimoji="0" sz="1300" b="1" i="0" u="none" strike="noStrike" kern="0" cap="none" spc="-1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to</a:t>
            </a:r>
            <a:r>
              <a:rPr kumimoji="0" sz="1300" b="1" i="0" u="none" strike="noStrike" kern="0" cap="none" spc="-5" normalizeH="0" baseline="0" noProof="0" dirty="0">
                <a:ln>
                  <a:noFill/>
                </a:ln>
                <a:solidFill>
                  <a:srgbClr val="0F243E"/>
                </a:solidFill>
                <a:effectLst/>
                <a:uLnTx/>
                <a:uFillTx/>
                <a:latin typeface="Calibri"/>
                <a:cs typeface="Calibri"/>
              </a:rPr>
              <a:t> </a:t>
            </a:r>
            <a:r>
              <a:rPr kumimoji="0" sz="1300" b="1" i="0" u="none" strike="noStrike" kern="0" cap="none" spc="-25" normalizeH="0" baseline="0" noProof="0" dirty="0">
                <a:ln>
                  <a:noFill/>
                </a:ln>
                <a:solidFill>
                  <a:srgbClr val="0F243E"/>
                </a:solidFill>
                <a:effectLst/>
                <a:uLnTx/>
                <a:uFillTx/>
                <a:latin typeface="Calibri"/>
                <a:cs typeface="Calibri"/>
              </a:rPr>
              <a:t>be </a:t>
            </a:r>
            <a:r>
              <a:rPr kumimoji="0" sz="1300" b="1" i="0" u="none" strike="noStrike" kern="0" cap="none" spc="0" normalizeH="0" baseline="0" noProof="0" dirty="0">
                <a:ln>
                  <a:noFill/>
                </a:ln>
                <a:solidFill>
                  <a:srgbClr val="0F243E"/>
                </a:solidFill>
                <a:effectLst/>
                <a:uLnTx/>
                <a:uFillTx/>
                <a:latin typeface="Calibri"/>
                <a:cs typeface="Calibri"/>
              </a:rPr>
              <a:t>downloaded</a:t>
            </a:r>
            <a:r>
              <a:rPr kumimoji="0" sz="1300" b="1" i="0" u="none" strike="noStrike" kern="0" cap="none" spc="-70" normalizeH="0" baseline="0" noProof="0" dirty="0">
                <a:ln>
                  <a:noFill/>
                </a:ln>
                <a:solidFill>
                  <a:srgbClr val="0F243E"/>
                </a:solidFill>
                <a:effectLst/>
                <a:uLnTx/>
                <a:uFillTx/>
                <a:latin typeface="Calibri"/>
                <a:cs typeface="Calibri"/>
              </a:rPr>
              <a:t> </a:t>
            </a:r>
            <a:r>
              <a:rPr kumimoji="0" sz="1300" b="1" i="0" u="none" strike="noStrike" kern="0" cap="none" spc="-20" normalizeH="0" baseline="0" noProof="0" dirty="0">
                <a:ln>
                  <a:noFill/>
                </a:ln>
                <a:solidFill>
                  <a:srgbClr val="0F243E"/>
                </a:solidFill>
                <a:effectLst/>
                <a:uLnTx/>
                <a:uFillTx/>
                <a:latin typeface="Calibri"/>
                <a:cs typeface="Calibri"/>
              </a:rPr>
              <a:t>from </a:t>
            </a:r>
            <a:r>
              <a:rPr kumimoji="0" sz="1300" b="1" i="0" u="none" strike="noStrike" kern="0" cap="none" spc="0" normalizeH="0" baseline="0" noProof="0" dirty="0">
                <a:ln>
                  <a:noFill/>
                </a:ln>
                <a:solidFill>
                  <a:srgbClr val="0F243E"/>
                </a:solidFill>
                <a:effectLst/>
                <a:uLnTx/>
                <a:uFillTx/>
                <a:latin typeface="Calibri"/>
                <a:cs typeface="Calibri"/>
              </a:rPr>
              <a:t>Global</a:t>
            </a:r>
            <a:r>
              <a:rPr kumimoji="0" sz="1300" b="1" i="0" u="none" strike="noStrike" kern="0" cap="none" spc="-25"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Caches</a:t>
            </a:r>
            <a:r>
              <a:rPr kumimoji="0" sz="1300" b="1" i="0" u="none" strike="noStrike" kern="0" cap="none" spc="-30" normalizeH="0" baseline="0" noProof="0" dirty="0">
                <a:ln>
                  <a:noFill/>
                </a:ln>
                <a:solidFill>
                  <a:srgbClr val="0F243E"/>
                </a:solidFill>
                <a:effectLst/>
                <a:uLnTx/>
                <a:uFillTx/>
                <a:latin typeface="Calibri"/>
                <a:cs typeface="Calibri"/>
              </a:rPr>
              <a:t> </a:t>
            </a:r>
            <a:r>
              <a:rPr kumimoji="0" sz="1300" b="1" i="0" u="none" strike="noStrike" kern="0" cap="none" spc="-25" normalizeH="0" baseline="0" noProof="0" dirty="0">
                <a:ln>
                  <a:noFill/>
                </a:ln>
                <a:solidFill>
                  <a:srgbClr val="0F243E"/>
                </a:solidFill>
                <a:effectLst/>
                <a:uLnTx/>
                <a:uFillTx/>
                <a:latin typeface="Calibri"/>
                <a:cs typeface="Calibri"/>
              </a:rPr>
              <a:t>or </a:t>
            </a:r>
            <a:r>
              <a:rPr kumimoji="0" sz="1300" b="1" i="0" u="none" strike="noStrike" kern="0" cap="none" spc="0" normalizeH="0" baseline="0" noProof="0" dirty="0">
                <a:ln>
                  <a:noFill/>
                </a:ln>
                <a:solidFill>
                  <a:srgbClr val="0F243E"/>
                </a:solidFill>
                <a:effectLst/>
                <a:uLnTx/>
                <a:uFillTx/>
                <a:latin typeface="Calibri"/>
                <a:cs typeface="Calibri"/>
              </a:rPr>
              <a:t>WIS2</a:t>
            </a:r>
            <a:r>
              <a:rPr kumimoji="0" sz="1300" b="1" i="0" u="none" strike="noStrike" kern="0" cap="none" spc="-25" normalizeH="0" baseline="0" noProof="0" dirty="0">
                <a:ln>
                  <a:noFill/>
                </a:ln>
                <a:solidFill>
                  <a:srgbClr val="0F243E"/>
                </a:solidFill>
                <a:effectLst/>
                <a:uLnTx/>
                <a:uFillTx/>
                <a:latin typeface="Calibri"/>
                <a:cs typeface="Calibri"/>
              </a:rPr>
              <a:t> </a:t>
            </a:r>
            <a:r>
              <a:rPr kumimoji="0" sz="1300" b="1" i="0" u="none" strike="noStrike" kern="0" cap="none" spc="-10" normalizeH="0" baseline="0" noProof="0" dirty="0">
                <a:ln>
                  <a:noFill/>
                </a:ln>
                <a:solidFill>
                  <a:srgbClr val="0F243E"/>
                </a:solidFill>
                <a:effectLst/>
                <a:uLnTx/>
                <a:uFillTx/>
                <a:latin typeface="Calibri"/>
                <a:cs typeface="Calibri"/>
              </a:rPr>
              <a:t>nodes</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15" name="object 15"/>
          <p:cNvGrpSpPr/>
          <p:nvPr/>
        </p:nvGrpSpPr>
        <p:grpSpPr>
          <a:xfrm>
            <a:off x="5560186" y="3926966"/>
            <a:ext cx="2231390" cy="1290955"/>
            <a:chOff x="5560186" y="3926966"/>
            <a:chExt cx="2231390" cy="1290955"/>
          </a:xfrm>
        </p:grpSpPr>
        <p:pic>
          <p:nvPicPr>
            <p:cNvPr id="16" name="object 16"/>
            <p:cNvPicPr/>
            <p:nvPr/>
          </p:nvPicPr>
          <p:blipFill>
            <a:blip r:embed="rId6" cstate="print"/>
            <a:stretch>
              <a:fillRect/>
            </a:stretch>
          </p:blipFill>
          <p:spPr>
            <a:xfrm>
              <a:off x="5571716" y="4812577"/>
              <a:ext cx="2219761" cy="405050"/>
            </a:xfrm>
            <a:prstGeom prst="rect">
              <a:avLst/>
            </a:prstGeom>
          </p:spPr>
        </p:pic>
        <p:sp>
          <p:nvSpPr>
            <p:cNvPr id="17" name="object 17"/>
            <p:cNvSpPr/>
            <p:nvPr/>
          </p:nvSpPr>
          <p:spPr>
            <a:xfrm>
              <a:off x="5560186" y="3926966"/>
              <a:ext cx="1800225" cy="1233805"/>
            </a:xfrm>
            <a:custGeom>
              <a:avLst/>
              <a:gdLst/>
              <a:ahLst/>
              <a:cxnLst/>
              <a:rect l="l" t="t" r="r" b="b"/>
              <a:pathLst>
                <a:path w="1800225" h="1233804">
                  <a:moveTo>
                    <a:pt x="1594358" y="0"/>
                  </a:moveTo>
                  <a:lnTo>
                    <a:pt x="205612" y="0"/>
                  </a:lnTo>
                  <a:lnTo>
                    <a:pt x="158473" y="5431"/>
                  </a:lnTo>
                  <a:lnTo>
                    <a:pt x="115197" y="20902"/>
                  </a:lnTo>
                  <a:lnTo>
                    <a:pt x="77020" y="45176"/>
                  </a:lnTo>
                  <a:lnTo>
                    <a:pt x="45176" y="77020"/>
                  </a:lnTo>
                  <a:lnTo>
                    <a:pt x="20902" y="115197"/>
                  </a:lnTo>
                  <a:lnTo>
                    <a:pt x="5431" y="158473"/>
                  </a:lnTo>
                  <a:lnTo>
                    <a:pt x="0" y="205612"/>
                  </a:lnTo>
                  <a:lnTo>
                    <a:pt x="0" y="1028064"/>
                  </a:lnTo>
                  <a:lnTo>
                    <a:pt x="5431" y="1075244"/>
                  </a:lnTo>
                  <a:lnTo>
                    <a:pt x="20902" y="1118535"/>
                  </a:lnTo>
                  <a:lnTo>
                    <a:pt x="45176" y="1156710"/>
                  </a:lnTo>
                  <a:lnTo>
                    <a:pt x="77020" y="1188541"/>
                  </a:lnTo>
                  <a:lnTo>
                    <a:pt x="115197" y="1212798"/>
                  </a:lnTo>
                  <a:lnTo>
                    <a:pt x="158473" y="1228253"/>
                  </a:lnTo>
                  <a:lnTo>
                    <a:pt x="205612" y="1233677"/>
                  </a:lnTo>
                  <a:lnTo>
                    <a:pt x="1594358" y="1233677"/>
                  </a:lnTo>
                  <a:lnTo>
                    <a:pt x="1641497" y="1228253"/>
                  </a:lnTo>
                  <a:lnTo>
                    <a:pt x="1684773" y="1212798"/>
                  </a:lnTo>
                  <a:lnTo>
                    <a:pt x="1722950" y="1188541"/>
                  </a:lnTo>
                  <a:lnTo>
                    <a:pt x="1754794" y="1156710"/>
                  </a:lnTo>
                  <a:lnTo>
                    <a:pt x="1779068" y="1118535"/>
                  </a:lnTo>
                  <a:lnTo>
                    <a:pt x="1794539" y="1075244"/>
                  </a:lnTo>
                  <a:lnTo>
                    <a:pt x="1799970" y="1028064"/>
                  </a:lnTo>
                  <a:lnTo>
                    <a:pt x="1799970" y="205612"/>
                  </a:lnTo>
                  <a:lnTo>
                    <a:pt x="1794539" y="158473"/>
                  </a:lnTo>
                  <a:lnTo>
                    <a:pt x="1779068" y="115197"/>
                  </a:lnTo>
                  <a:lnTo>
                    <a:pt x="1754794" y="77020"/>
                  </a:lnTo>
                  <a:lnTo>
                    <a:pt x="1722950" y="45176"/>
                  </a:lnTo>
                  <a:lnTo>
                    <a:pt x="1684773" y="20902"/>
                  </a:lnTo>
                  <a:lnTo>
                    <a:pt x="1641497" y="5431"/>
                  </a:lnTo>
                  <a:lnTo>
                    <a:pt x="1594358"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8" name="object 18"/>
          <p:cNvSpPr txBox="1"/>
          <p:nvPr/>
        </p:nvSpPr>
        <p:spPr>
          <a:xfrm>
            <a:off x="5699886" y="4144467"/>
            <a:ext cx="1405255" cy="758825"/>
          </a:xfrm>
          <a:prstGeom prst="rect">
            <a:avLst/>
          </a:prstGeom>
        </p:spPr>
        <p:txBody>
          <a:bodyPr vert="horz" wrap="square" lIns="0" tIns="32384" rIns="0" bIns="0" rtlCol="0">
            <a:spAutoFit/>
          </a:bodyPr>
          <a:lstStyle/>
          <a:p>
            <a:pPr marL="12700" marR="5080" lvl="0" indent="0" defTabSz="914400" eaLnBrk="1" fontAlgn="auto" latinLnBrk="0" hangingPunct="1">
              <a:lnSpc>
                <a:spcPct val="90000"/>
              </a:lnSpc>
              <a:spcBef>
                <a:spcPts val="254"/>
              </a:spcBef>
              <a:spcAft>
                <a:spcPts val="0"/>
              </a:spcAft>
              <a:buClrTx/>
              <a:buSzTx/>
              <a:buFontTx/>
              <a:buNone/>
              <a:tabLst/>
              <a:defRPr/>
            </a:pPr>
            <a:r>
              <a:rPr kumimoji="0" sz="1300" b="1" i="0" u="none" strike="noStrike" kern="0" cap="none" spc="0" normalizeH="0" baseline="0" noProof="0" dirty="0">
                <a:ln>
                  <a:noFill/>
                </a:ln>
                <a:solidFill>
                  <a:srgbClr val="0F243E"/>
                </a:solidFill>
                <a:effectLst/>
                <a:uLnTx/>
                <a:uFillTx/>
                <a:latin typeface="Calibri"/>
                <a:cs typeface="Calibri"/>
              </a:rPr>
              <a:t>Provides</a:t>
            </a:r>
            <a:r>
              <a:rPr kumimoji="0" sz="1300" b="1" i="0" u="none" strike="noStrike" kern="0" cap="none" spc="-35"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users</a:t>
            </a:r>
            <a:r>
              <a:rPr kumimoji="0" sz="1300" b="1" i="0" u="none" strike="noStrike" kern="0" cap="none" spc="-35" normalizeH="0" baseline="0" noProof="0" dirty="0">
                <a:ln>
                  <a:noFill/>
                </a:ln>
                <a:solidFill>
                  <a:srgbClr val="0F243E"/>
                </a:solidFill>
                <a:effectLst/>
                <a:uLnTx/>
                <a:uFillTx/>
                <a:latin typeface="Calibri"/>
                <a:cs typeface="Calibri"/>
              </a:rPr>
              <a:t> </a:t>
            </a:r>
            <a:r>
              <a:rPr kumimoji="0" sz="1300" b="1" i="0" u="none" strike="noStrike" kern="0" cap="none" spc="-20" normalizeH="0" baseline="0" noProof="0" dirty="0">
                <a:ln>
                  <a:noFill/>
                </a:ln>
                <a:solidFill>
                  <a:srgbClr val="0F243E"/>
                </a:solidFill>
                <a:effectLst/>
                <a:uLnTx/>
                <a:uFillTx/>
                <a:latin typeface="Calibri"/>
                <a:cs typeface="Calibri"/>
              </a:rPr>
              <a:t>HTTP </a:t>
            </a:r>
            <a:r>
              <a:rPr kumimoji="0" sz="1300" b="1" i="0" u="none" strike="noStrike" kern="0" cap="none" spc="0" normalizeH="0" baseline="0" noProof="0" dirty="0">
                <a:ln>
                  <a:noFill/>
                </a:ln>
                <a:solidFill>
                  <a:srgbClr val="0F243E"/>
                </a:solidFill>
                <a:effectLst/>
                <a:uLnTx/>
                <a:uFillTx/>
                <a:latin typeface="Calibri"/>
                <a:cs typeface="Calibri"/>
              </a:rPr>
              <a:t>download</a:t>
            </a:r>
            <a:r>
              <a:rPr kumimoji="0" sz="1300" b="1" i="0" u="none" strike="noStrike" kern="0" cap="none" spc="-3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of</a:t>
            </a:r>
            <a:r>
              <a:rPr kumimoji="0" sz="1300" b="1" i="0" u="none" strike="noStrike" kern="0" cap="none" spc="-35" normalizeH="0" baseline="0" noProof="0" dirty="0">
                <a:ln>
                  <a:noFill/>
                </a:ln>
                <a:solidFill>
                  <a:srgbClr val="0F243E"/>
                </a:solidFill>
                <a:effectLst/>
                <a:uLnTx/>
                <a:uFillTx/>
                <a:latin typeface="Calibri"/>
                <a:cs typeface="Calibri"/>
              </a:rPr>
              <a:t> </a:t>
            </a:r>
            <a:r>
              <a:rPr kumimoji="0" sz="1300" b="1" i="0" u="sng" strike="noStrike" kern="0" cap="none" spc="-20" normalizeH="0" baseline="0" noProof="0" dirty="0">
                <a:ln>
                  <a:noFill/>
                </a:ln>
                <a:solidFill>
                  <a:srgbClr val="0F243E"/>
                </a:solidFill>
                <a:effectLst/>
                <a:uLnTx/>
                <a:uFill>
                  <a:solidFill>
                    <a:srgbClr val="0F243E"/>
                  </a:solidFill>
                </a:uFill>
                <a:latin typeface="Calibri"/>
                <a:cs typeface="Calibri"/>
              </a:rPr>
              <a:t>core</a:t>
            </a:r>
            <a:r>
              <a:rPr kumimoji="0" sz="1300" b="1" i="0" u="none" strike="noStrike" kern="0" cap="none" spc="-2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data</a:t>
            </a:r>
            <a:r>
              <a:rPr kumimoji="0" sz="1300" b="1" i="0" u="none" strike="noStrike" kern="0" cap="none" spc="-40" normalizeH="0" baseline="0" noProof="0" dirty="0">
                <a:ln>
                  <a:noFill/>
                </a:ln>
                <a:solidFill>
                  <a:srgbClr val="0F243E"/>
                </a:solidFill>
                <a:effectLst/>
                <a:uLnTx/>
                <a:uFillTx/>
                <a:latin typeface="Calibri"/>
                <a:cs typeface="Calibri"/>
              </a:rPr>
              <a:t> </a:t>
            </a:r>
            <a:r>
              <a:rPr kumimoji="0" sz="1300" b="1" i="0" u="none" strike="noStrike" kern="0" cap="none" spc="0" normalizeH="0" baseline="0" noProof="0" dirty="0">
                <a:ln>
                  <a:noFill/>
                </a:ln>
                <a:solidFill>
                  <a:srgbClr val="0F243E"/>
                </a:solidFill>
                <a:effectLst/>
                <a:uLnTx/>
                <a:uFillTx/>
                <a:latin typeface="Calibri"/>
                <a:cs typeface="Calibri"/>
              </a:rPr>
              <a:t>cached</a:t>
            </a:r>
            <a:r>
              <a:rPr kumimoji="0" sz="1300" b="1" i="0" u="none" strike="noStrike" kern="0" cap="none" spc="-10" normalizeH="0" baseline="0" noProof="0" dirty="0">
                <a:ln>
                  <a:noFill/>
                </a:ln>
                <a:solidFill>
                  <a:srgbClr val="0F243E"/>
                </a:solidFill>
                <a:effectLst/>
                <a:uLnTx/>
                <a:uFillTx/>
                <a:latin typeface="Calibri"/>
                <a:cs typeface="Calibri"/>
              </a:rPr>
              <a:t> </a:t>
            </a:r>
            <a:r>
              <a:rPr kumimoji="0" sz="1300" b="1" i="0" u="none" strike="noStrike" kern="0" cap="none" spc="-20" normalizeH="0" baseline="0" noProof="0" dirty="0">
                <a:ln>
                  <a:noFill/>
                </a:ln>
                <a:solidFill>
                  <a:srgbClr val="0F243E"/>
                </a:solidFill>
                <a:effectLst/>
                <a:uLnTx/>
                <a:uFillTx/>
                <a:latin typeface="Calibri"/>
                <a:cs typeface="Calibri"/>
              </a:rPr>
              <a:t>from </a:t>
            </a:r>
            <a:r>
              <a:rPr kumimoji="0" sz="1300" b="1" i="0" u="none" strike="noStrike" kern="0" cap="none" spc="0" normalizeH="0" baseline="0" noProof="0" dirty="0">
                <a:ln>
                  <a:noFill/>
                </a:ln>
                <a:solidFill>
                  <a:srgbClr val="0F243E"/>
                </a:solidFill>
                <a:effectLst/>
                <a:uLnTx/>
                <a:uFillTx/>
                <a:latin typeface="Calibri"/>
                <a:cs typeface="Calibri"/>
              </a:rPr>
              <a:t>WIS2</a:t>
            </a:r>
            <a:r>
              <a:rPr kumimoji="0" sz="1300" b="1" i="0" u="none" strike="noStrike" kern="0" cap="none" spc="-25" normalizeH="0" baseline="0" noProof="0" dirty="0">
                <a:ln>
                  <a:noFill/>
                </a:ln>
                <a:solidFill>
                  <a:srgbClr val="0F243E"/>
                </a:solidFill>
                <a:effectLst/>
                <a:uLnTx/>
                <a:uFillTx/>
                <a:latin typeface="Calibri"/>
                <a:cs typeface="Calibri"/>
              </a:rPr>
              <a:t> </a:t>
            </a:r>
            <a:r>
              <a:rPr kumimoji="0" sz="1300" b="1" i="0" u="none" strike="noStrike" kern="0" cap="none" spc="-10" normalizeH="0" baseline="0" noProof="0" dirty="0">
                <a:ln>
                  <a:noFill/>
                </a:ln>
                <a:solidFill>
                  <a:srgbClr val="0F243E"/>
                </a:solidFill>
                <a:effectLst/>
                <a:uLnTx/>
                <a:uFillTx/>
                <a:latin typeface="Calibri"/>
                <a:cs typeface="Calibri"/>
              </a:rPr>
              <a:t>nodes</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27" name="object 27"/>
          <p:cNvGrpSpPr/>
          <p:nvPr/>
        </p:nvGrpSpPr>
        <p:grpSpPr>
          <a:xfrm>
            <a:off x="1114044" y="630910"/>
            <a:ext cx="10434320" cy="5201920"/>
            <a:chOff x="1114044" y="630910"/>
            <a:chExt cx="10434320" cy="5201920"/>
          </a:xfrm>
        </p:grpSpPr>
        <p:sp>
          <p:nvSpPr>
            <p:cNvPr id="28" name="object 28"/>
            <p:cNvSpPr/>
            <p:nvPr/>
          </p:nvSpPr>
          <p:spPr>
            <a:xfrm>
              <a:off x="1947036" y="1125855"/>
              <a:ext cx="8792210" cy="1927225"/>
            </a:xfrm>
            <a:custGeom>
              <a:avLst/>
              <a:gdLst/>
              <a:ahLst/>
              <a:cxnLst/>
              <a:rect l="l" t="t" r="r" b="b"/>
              <a:pathLst>
                <a:path w="8792210" h="1927225">
                  <a:moveTo>
                    <a:pt x="8791829" y="0"/>
                  </a:moveTo>
                  <a:lnTo>
                    <a:pt x="0" y="1926717"/>
                  </a:lnTo>
                </a:path>
              </a:pathLst>
            </a:custGeom>
            <a:ln w="9525">
              <a:solidFill>
                <a:srgbClr val="9BBA58"/>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p:nvPr/>
          </p:nvSpPr>
          <p:spPr>
            <a:xfrm>
              <a:off x="4368291" y="1655444"/>
              <a:ext cx="5967730" cy="1397635"/>
            </a:xfrm>
            <a:custGeom>
              <a:avLst/>
              <a:gdLst/>
              <a:ahLst/>
              <a:cxnLst/>
              <a:rect l="l" t="t" r="r" b="b"/>
              <a:pathLst>
                <a:path w="5967730" h="1397635">
                  <a:moveTo>
                    <a:pt x="5967603" y="0"/>
                  </a:moveTo>
                  <a:lnTo>
                    <a:pt x="0" y="1397127"/>
                  </a:lnTo>
                </a:path>
              </a:pathLst>
            </a:custGeom>
            <a:ln w="9525">
              <a:solidFill>
                <a:srgbClr val="C0504D"/>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30"/>
            <p:cNvSpPr/>
            <p:nvPr/>
          </p:nvSpPr>
          <p:spPr>
            <a:xfrm>
              <a:off x="6792722" y="2061972"/>
              <a:ext cx="3903345" cy="990600"/>
            </a:xfrm>
            <a:custGeom>
              <a:avLst/>
              <a:gdLst/>
              <a:ahLst/>
              <a:cxnLst/>
              <a:rect l="l" t="t" r="r" b="b"/>
              <a:pathLst>
                <a:path w="3903345" h="990600">
                  <a:moveTo>
                    <a:pt x="3902836" y="0"/>
                  </a:moveTo>
                  <a:lnTo>
                    <a:pt x="0" y="990600"/>
                  </a:lnTo>
                </a:path>
              </a:pathLst>
            </a:custGeom>
            <a:ln w="9525">
              <a:solidFill>
                <a:srgbClr val="4F81BC"/>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1" name="object 31"/>
            <p:cNvPicPr/>
            <p:nvPr/>
          </p:nvPicPr>
          <p:blipFill>
            <a:blip r:embed="rId7" cstate="print"/>
            <a:stretch>
              <a:fillRect/>
            </a:stretch>
          </p:blipFill>
          <p:spPr>
            <a:xfrm>
              <a:off x="6230041" y="2170430"/>
              <a:ext cx="1229176" cy="335407"/>
            </a:xfrm>
            <a:prstGeom prst="rect">
              <a:avLst/>
            </a:prstGeom>
          </p:spPr>
        </p:pic>
        <p:pic>
          <p:nvPicPr>
            <p:cNvPr id="32" name="object 32"/>
            <p:cNvPicPr/>
            <p:nvPr/>
          </p:nvPicPr>
          <p:blipFill>
            <a:blip r:embed="rId8" cstate="print"/>
            <a:stretch>
              <a:fillRect/>
            </a:stretch>
          </p:blipFill>
          <p:spPr>
            <a:xfrm>
              <a:off x="7656957" y="2333625"/>
              <a:ext cx="1310259" cy="377825"/>
            </a:xfrm>
            <a:prstGeom prst="rect">
              <a:avLst/>
            </a:prstGeom>
          </p:spPr>
        </p:pic>
        <p:pic>
          <p:nvPicPr>
            <p:cNvPr id="33" name="object 33"/>
            <p:cNvPicPr/>
            <p:nvPr/>
          </p:nvPicPr>
          <p:blipFill>
            <a:blip r:embed="rId9" cstate="print"/>
            <a:stretch>
              <a:fillRect/>
            </a:stretch>
          </p:blipFill>
          <p:spPr>
            <a:xfrm>
              <a:off x="3535679" y="2898660"/>
              <a:ext cx="1005865" cy="995159"/>
            </a:xfrm>
            <a:prstGeom prst="rect">
              <a:avLst/>
            </a:prstGeom>
          </p:spPr>
        </p:pic>
        <p:sp>
          <p:nvSpPr>
            <p:cNvPr id="34" name="object 34"/>
            <p:cNvSpPr/>
            <p:nvPr/>
          </p:nvSpPr>
          <p:spPr>
            <a:xfrm>
              <a:off x="3577717" y="2918587"/>
              <a:ext cx="926465" cy="914400"/>
            </a:xfrm>
            <a:custGeom>
              <a:avLst/>
              <a:gdLst/>
              <a:ahLst/>
              <a:cxnLst/>
              <a:rect l="l" t="t" r="r" b="b"/>
              <a:pathLst>
                <a:path w="926464" h="914400">
                  <a:moveTo>
                    <a:pt x="463042" y="0"/>
                  </a:moveTo>
                  <a:lnTo>
                    <a:pt x="415690" y="2360"/>
                  </a:lnTo>
                  <a:lnTo>
                    <a:pt x="369709" y="9289"/>
                  </a:lnTo>
                  <a:lnTo>
                    <a:pt x="325330" y="20557"/>
                  </a:lnTo>
                  <a:lnTo>
                    <a:pt x="282785" y="35933"/>
                  </a:lnTo>
                  <a:lnTo>
                    <a:pt x="242307" y="55187"/>
                  </a:lnTo>
                  <a:lnTo>
                    <a:pt x="204130" y="78090"/>
                  </a:lnTo>
                  <a:lnTo>
                    <a:pt x="168484" y="104411"/>
                  </a:lnTo>
                  <a:lnTo>
                    <a:pt x="135604" y="133921"/>
                  </a:lnTo>
                  <a:lnTo>
                    <a:pt x="105721" y="166390"/>
                  </a:lnTo>
                  <a:lnTo>
                    <a:pt x="79067" y="201587"/>
                  </a:lnTo>
                  <a:lnTo>
                    <a:pt x="55877" y="239283"/>
                  </a:lnTo>
                  <a:lnTo>
                    <a:pt x="36381" y="279249"/>
                  </a:lnTo>
                  <a:lnTo>
                    <a:pt x="20813" y="321253"/>
                  </a:lnTo>
                  <a:lnTo>
                    <a:pt x="9405" y="365066"/>
                  </a:lnTo>
                  <a:lnTo>
                    <a:pt x="2390" y="410458"/>
                  </a:lnTo>
                  <a:lnTo>
                    <a:pt x="0" y="457200"/>
                  </a:lnTo>
                  <a:lnTo>
                    <a:pt x="2390" y="503962"/>
                  </a:lnTo>
                  <a:lnTo>
                    <a:pt x="9405" y="549370"/>
                  </a:lnTo>
                  <a:lnTo>
                    <a:pt x="20813" y="593193"/>
                  </a:lnTo>
                  <a:lnTo>
                    <a:pt x="36381" y="635204"/>
                  </a:lnTo>
                  <a:lnTo>
                    <a:pt x="55877" y="675172"/>
                  </a:lnTo>
                  <a:lnTo>
                    <a:pt x="79067" y="712868"/>
                  </a:lnTo>
                  <a:lnTo>
                    <a:pt x="105721" y="748062"/>
                  </a:lnTo>
                  <a:lnTo>
                    <a:pt x="135604" y="780526"/>
                  </a:lnTo>
                  <a:lnTo>
                    <a:pt x="168484" y="810029"/>
                  </a:lnTo>
                  <a:lnTo>
                    <a:pt x="204130" y="836343"/>
                  </a:lnTo>
                  <a:lnTo>
                    <a:pt x="242307" y="859238"/>
                  </a:lnTo>
                  <a:lnTo>
                    <a:pt x="282785" y="878484"/>
                  </a:lnTo>
                  <a:lnTo>
                    <a:pt x="325330" y="893853"/>
                  </a:lnTo>
                  <a:lnTo>
                    <a:pt x="369709" y="905115"/>
                  </a:lnTo>
                  <a:lnTo>
                    <a:pt x="415690" y="912040"/>
                  </a:lnTo>
                  <a:lnTo>
                    <a:pt x="463042" y="914400"/>
                  </a:lnTo>
                  <a:lnTo>
                    <a:pt x="510394" y="912040"/>
                  </a:lnTo>
                  <a:lnTo>
                    <a:pt x="556380" y="905115"/>
                  </a:lnTo>
                  <a:lnTo>
                    <a:pt x="600765" y="893853"/>
                  </a:lnTo>
                  <a:lnTo>
                    <a:pt x="643318" y="878484"/>
                  </a:lnTo>
                  <a:lnTo>
                    <a:pt x="683805" y="859238"/>
                  </a:lnTo>
                  <a:lnTo>
                    <a:pt x="721994" y="836343"/>
                  </a:lnTo>
                  <a:lnTo>
                    <a:pt x="757650" y="810029"/>
                  </a:lnTo>
                  <a:lnTo>
                    <a:pt x="790543" y="780526"/>
                  </a:lnTo>
                  <a:lnTo>
                    <a:pt x="820438" y="748062"/>
                  </a:lnTo>
                  <a:lnTo>
                    <a:pt x="847102" y="712868"/>
                  </a:lnTo>
                  <a:lnTo>
                    <a:pt x="870304" y="675172"/>
                  </a:lnTo>
                  <a:lnTo>
                    <a:pt x="889809" y="635204"/>
                  </a:lnTo>
                  <a:lnTo>
                    <a:pt x="905385" y="593193"/>
                  </a:lnTo>
                  <a:lnTo>
                    <a:pt x="916800" y="549370"/>
                  </a:lnTo>
                  <a:lnTo>
                    <a:pt x="923819" y="503962"/>
                  </a:lnTo>
                  <a:lnTo>
                    <a:pt x="926211" y="457200"/>
                  </a:lnTo>
                  <a:lnTo>
                    <a:pt x="923819" y="410458"/>
                  </a:lnTo>
                  <a:lnTo>
                    <a:pt x="916800" y="365066"/>
                  </a:lnTo>
                  <a:lnTo>
                    <a:pt x="905385" y="321253"/>
                  </a:lnTo>
                  <a:lnTo>
                    <a:pt x="889809" y="279249"/>
                  </a:lnTo>
                  <a:lnTo>
                    <a:pt x="870304" y="239283"/>
                  </a:lnTo>
                  <a:lnTo>
                    <a:pt x="847102" y="201587"/>
                  </a:lnTo>
                  <a:lnTo>
                    <a:pt x="820438" y="166390"/>
                  </a:lnTo>
                  <a:lnTo>
                    <a:pt x="790543" y="133921"/>
                  </a:lnTo>
                  <a:lnTo>
                    <a:pt x="757650" y="104411"/>
                  </a:lnTo>
                  <a:lnTo>
                    <a:pt x="721994" y="78090"/>
                  </a:lnTo>
                  <a:lnTo>
                    <a:pt x="683805" y="55187"/>
                  </a:lnTo>
                  <a:lnTo>
                    <a:pt x="643318" y="35933"/>
                  </a:lnTo>
                  <a:lnTo>
                    <a:pt x="600765" y="20557"/>
                  </a:lnTo>
                  <a:lnTo>
                    <a:pt x="556380" y="9289"/>
                  </a:lnTo>
                  <a:lnTo>
                    <a:pt x="510394" y="2360"/>
                  </a:lnTo>
                  <a:lnTo>
                    <a:pt x="463042" y="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p:cNvSpPr/>
            <p:nvPr/>
          </p:nvSpPr>
          <p:spPr>
            <a:xfrm>
              <a:off x="3734557" y="3039903"/>
              <a:ext cx="612140" cy="575310"/>
            </a:xfrm>
            <a:custGeom>
              <a:avLst/>
              <a:gdLst/>
              <a:ahLst/>
              <a:cxnLst/>
              <a:rect l="l" t="t" r="r" b="b"/>
              <a:pathLst>
                <a:path w="612139" h="575310">
                  <a:moveTo>
                    <a:pt x="393612" y="389783"/>
                  </a:moveTo>
                  <a:lnTo>
                    <a:pt x="348268" y="389783"/>
                  </a:lnTo>
                  <a:lnTo>
                    <a:pt x="434478" y="476040"/>
                  </a:lnTo>
                  <a:lnTo>
                    <a:pt x="426853" y="496053"/>
                  </a:lnTo>
                  <a:lnTo>
                    <a:pt x="431636" y="537261"/>
                  </a:lnTo>
                  <a:lnTo>
                    <a:pt x="465688" y="569976"/>
                  </a:lnTo>
                  <a:lnTo>
                    <a:pt x="490189" y="574706"/>
                  </a:lnTo>
                  <a:lnTo>
                    <a:pt x="514689" y="569976"/>
                  </a:lnTo>
                  <a:lnTo>
                    <a:pt x="536140" y="555787"/>
                  </a:lnTo>
                  <a:lnTo>
                    <a:pt x="550322" y="534324"/>
                  </a:lnTo>
                  <a:lnTo>
                    <a:pt x="555049" y="509810"/>
                  </a:lnTo>
                  <a:lnTo>
                    <a:pt x="550322" y="485296"/>
                  </a:lnTo>
                  <a:lnTo>
                    <a:pt x="536140" y="463834"/>
                  </a:lnTo>
                  <a:lnTo>
                    <a:pt x="522324" y="454069"/>
                  </a:lnTo>
                  <a:lnTo>
                    <a:pt x="457250" y="454069"/>
                  </a:lnTo>
                  <a:lnTo>
                    <a:pt x="393612" y="389783"/>
                  </a:lnTo>
                  <a:close/>
                </a:path>
                <a:path w="612139" h="575310">
                  <a:moveTo>
                    <a:pt x="113734" y="444711"/>
                  </a:moveTo>
                  <a:lnTo>
                    <a:pt x="93516" y="450508"/>
                  </a:lnTo>
                  <a:lnTo>
                    <a:pt x="75814" y="463020"/>
                  </a:lnTo>
                  <a:lnTo>
                    <a:pt x="61632" y="484482"/>
                  </a:lnTo>
                  <a:lnTo>
                    <a:pt x="56905" y="508996"/>
                  </a:lnTo>
                  <a:lnTo>
                    <a:pt x="61632" y="533510"/>
                  </a:lnTo>
                  <a:lnTo>
                    <a:pt x="75814" y="554973"/>
                  </a:lnTo>
                  <a:lnTo>
                    <a:pt x="97265" y="569162"/>
                  </a:lnTo>
                  <a:lnTo>
                    <a:pt x="121765" y="573892"/>
                  </a:lnTo>
                  <a:lnTo>
                    <a:pt x="146266" y="569163"/>
                  </a:lnTo>
                  <a:lnTo>
                    <a:pt x="167717" y="554973"/>
                  </a:lnTo>
                  <a:lnTo>
                    <a:pt x="180221" y="537261"/>
                  </a:lnTo>
                  <a:lnTo>
                    <a:pt x="185987" y="517134"/>
                  </a:lnTo>
                  <a:lnTo>
                    <a:pt x="185701" y="509810"/>
                  </a:lnTo>
                  <a:lnTo>
                    <a:pt x="185101" y="496053"/>
                  </a:lnTo>
                  <a:lnTo>
                    <a:pt x="177476" y="476040"/>
                  </a:lnTo>
                  <a:lnTo>
                    <a:pt x="200248" y="453255"/>
                  </a:lnTo>
                  <a:lnTo>
                    <a:pt x="154704" y="453255"/>
                  </a:lnTo>
                  <a:lnTo>
                    <a:pt x="134714" y="445626"/>
                  </a:lnTo>
                  <a:lnTo>
                    <a:pt x="113734" y="444711"/>
                  </a:lnTo>
                  <a:close/>
                </a:path>
                <a:path w="612139" h="575310">
                  <a:moveTo>
                    <a:pt x="498575" y="445626"/>
                  </a:moveTo>
                  <a:lnTo>
                    <a:pt x="495889" y="445626"/>
                  </a:lnTo>
                  <a:lnTo>
                    <a:pt x="477239" y="446440"/>
                  </a:lnTo>
                  <a:lnTo>
                    <a:pt x="457250" y="454069"/>
                  </a:lnTo>
                  <a:lnTo>
                    <a:pt x="522324" y="454069"/>
                  </a:lnTo>
                  <a:lnTo>
                    <a:pt x="518438" y="451322"/>
                  </a:lnTo>
                  <a:lnTo>
                    <a:pt x="498575" y="445626"/>
                  </a:lnTo>
                  <a:close/>
                </a:path>
                <a:path w="612139" h="575310">
                  <a:moveTo>
                    <a:pt x="202191" y="264466"/>
                  </a:moveTo>
                  <a:lnTo>
                    <a:pt x="116479" y="264466"/>
                  </a:lnTo>
                  <a:lnTo>
                    <a:pt x="223834" y="308408"/>
                  </a:lnTo>
                  <a:lnTo>
                    <a:pt x="223021" y="311663"/>
                  </a:lnTo>
                  <a:lnTo>
                    <a:pt x="232285" y="356864"/>
                  </a:lnTo>
                  <a:lnTo>
                    <a:pt x="239287" y="367812"/>
                  </a:lnTo>
                  <a:lnTo>
                    <a:pt x="154704" y="453255"/>
                  </a:lnTo>
                  <a:lnTo>
                    <a:pt x="200248" y="453255"/>
                  </a:lnTo>
                  <a:lnTo>
                    <a:pt x="263685" y="389783"/>
                  </a:lnTo>
                  <a:lnTo>
                    <a:pt x="393612" y="389783"/>
                  </a:lnTo>
                  <a:lnTo>
                    <a:pt x="372667" y="368626"/>
                  </a:lnTo>
                  <a:lnTo>
                    <a:pt x="379669" y="357793"/>
                  </a:lnTo>
                  <a:lnTo>
                    <a:pt x="384765" y="346044"/>
                  </a:lnTo>
                  <a:lnTo>
                    <a:pt x="387878" y="333380"/>
                  </a:lnTo>
                  <a:lnTo>
                    <a:pt x="388933" y="319801"/>
                  </a:lnTo>
                  <a:lnTo>
                    <a:pt x="388933" y="312477"/>
                  </a:lnTo>
                  <a:lnTo>
                    <a:pt x="388120" y="309222"/>
                  </a:lnTo>
                  <a:lnTo>
                    <a:pt x="461678" y="279114"/>
                  </a:lnTo>
                  <a:lnTo>
                    <a:pt x="376734" y="279114"/>
                  </a:lnTo>
                  <a:lnTo>
                    <a:pt x="376130" y="278300"/>
                  </a:lnTo>
                  <a:lnTo>
                    <a:pt x="235220" y="278300"/>
                  </a:lnTo>
                  <a:lnTo>
                    <a:pt x="202191" y="264466"/>
                  </a:lnTo>
                  <a:close/>
                </a:path>
                <a:path w="612139" h="575310">
                  <a:moveTo>
                    <a:pt x="348268" y="389783"/>
                  </a:moveTo>
                  <a:lnTo>
                    <a:pt x="263685" y="389783"/>
                  </a:lnTo>
                  <a:lnTo>
                    <a:pt x="273127" y="394653"/>
                  </a:lnTo>
                  <a:lnTo>
                    <a:pt x="283103" y="398225"/>
                  </a:lnTo>
                  <a:lnTo>
                    <a:pt x="293536" y="400425"/>
                  </a:lnTo>
                  <a:lnTo>
                    <a:pt x="304350" y="401175"/>
                  </a:lnTo>
                  <a:lnTo>
                    <a:pt x="307604" y="401175"/>
                  </a:lnTo>
                  <a:lnTo>
                    <a:pt x="318418" y="400425"/>
                  </a:lnTo>
                  <a:lnTo>
                    <a:pt x="328851" y="398225"/>
                  </a:lnTo>
                  <a:lnTo>
                    <a:pt x="338826" y="394653"/>
                  </a:lnTo>
                  <a:lnTo>
                    <a:pt x="348268" y="389783"/>
                  </a:lnTo>
                  <a:close/>
                </a:path>
                <a:path w="612139" h="575310">
                  <a:moveTo>
                    <a:pt x="597218" y="265280"/>
                  </a:moveTo>
                  <a:lnTo>
                    <a:pt x="495475" y="265280"/>
                  </a:lnTo>
                  <a:lnTo>
                    <a:pt x="510737" y="279800"/>
                  </a:lnTo>
                  <a:lnTo>
                    <a:pt x="529735" y="288675"/>
                  </a:lnTo>
                  <a:lnTo>
                    <a:pt x="550716" y="291142"/>
                  </a:lnTo>
                  <a:lnTo>
                    <a:pt x="571925" y="286438"/>
                  </a:lnTo>
                  <a:lnTo>
                    <a:pt x="593058" y="271599"/>
                  </a:lnTo>
                  <a:lnTo>
                    <a:pt x="597093" y="265471"/>
                  </a:lnTo>
                  <a:lnTo>
                    <a:pt x="597218" y="265280"/>
                  </a:lnTo>
                  <a:close/>
                </a:path>
                <a:path w="612139" h="575310">
                  <a:moveTo>
                    <a:pt x="64987" y="160129"/>
                  </a:moveTo>
                  <a:lnTo>
                    <a:pt x="40436" y="164986"/>
                  </a:lnTo>
                  <a:lnTo>
                    <a:pt x="19544" y="178692"/>
                  </a:lnTo>
                  <a:lnTo>
                    <a:pt x="5057" y="200180"/>
                  </a:lnTo>
                  <a:lnTo>
                    <a:pt x="0" y="225661"/>
                  </a:lnTo>
                  <a:lnTo>
                    <a:pt x="4854" y="250226"/>
                  </a:lnTo>
                  <a:lnTo>
                    <a:pt x="18553" y="271129"/>
                  </a:lnTo>
                  <a:lnTo>
                    <a:pt x="40029" y="285624"/>
                  </a:lnTo>
                  <a:lnTo>
                    <a:pt x="61238" y="290442"/>
                  </a:lnTo>
                  <a:lnTo>
                    <a:pt x="82219" y="288167"/>
                  </a:lnTo>
                  <a:lnTo>
                    <a:pt x="101217" y="279330"/>
                  </a:lnTo>
                  <a:lnTo>
                    <a:pt x="116479" y="264466"/>
                  </a:lnTo>
                  <a:lnTo>
                    <a:pt x="202191" y="264466"/>
                  </a:lnTo>
                  <a:lnTo>
                    <a:pt x="130305" y="234358"/>
                  </a:lnTo>
                  <a:lnTo>
                    <a:pt x="129816" y="213951"/>
                  </a:lnTo>
                  <a:lnTo>
                    <a:pt x="129797" y="213137"/>
                  </a:lnTo>
                  <a:lnTo>
                    <a:pt x="122579" y="193365"/>
                  </a:lnTo>
                  <a:lnTo>
                    <a:pt x="109261" y="176798"/>
                  </a:lnTo>
                  <a:lnTo>
                    <a:pt x="90453" y="165189"/>
                  </a:lnTo>
                  <a:lnTo>
                    <a:pt x="64987" y="160129"/>
                  </a:lnTo>
                  <a:close/>
                </a:path>
                <a:path w="612139" h="575310">
                  <a:moveTo>
                    <a:pt x="546967" y="160943"/>
                  </a:moveTo>
                  <a:lnTo>
                    <a:pt x="503036" y="177612"/>
                  </a:lnTo>
                  <a:lnTo>
                    <a:pt x="482272" y="213951"/>
                  </a:lnTo>
                  <a:lnTo>
                    <a:pt x="481673" y="234358"/>
                  </a:lnTo>
                  <a:lnTo>
                    <a:pt x="481649" y="235172"/>
                  </a:lnTo>
                  <a:lnTo>
                    <a:pt x="376734" y="279114"/>
                  </a:lnTo>
                  <a:lnTo>
                    <a:pt x="461678" y="279114"/>
                  </a:lnTo>
                  <a:lnTo>
                    <a:pt x="495475" y="265280"/>
                  </a:lnTo>
                  <a:lnTo>
                    <a:pt x="597218" y="265280"/>
                  </a:lnTo>
                  <a:lnTo>
                    <a:pt x="606795" y="250735"/>
                  </a:lnTo>
                  <a:lnTo>
                    <a:pt x="611840" y="226360"/>
                  </a:lnTo>
                  <a:lnTo>
                    <a:pt x="606897" y="200994"/>
                  </a:lnTo>
                  <a:lnTo>
                    <a:pt x="592410" y="179506"/>
                  </a:lnTo>
                  <a:lnTo>
                    <a:pt x="571518" y="165800"/>
                  </a:lnTo>
                  <a:lnTo>
                    <a:pt x="546967" y="160943"/>
                  </a:lnTo>
                  <a:close/>
                </a:path>
                <a:path w="612139" h="575310">
                  <a:moveTo>
                    <a:pt x="305977" y="0"/>
                  </a:moveTo>
                  <a:lnTo>
                    <a:pt x="280714" y="5136"/>
                  </a:lnTo>
                  <a:lnTo>
                    <a:pt x="260026" y="19122"/>
                  </a:lnTo>
                  <a:lnTo>
                    <a:pt x="246047" y="39822"/>
                  </a:lnTo>
                  <a:lnTo>
                    <a:pt x="240913" y="65099"/>
                  </a:lnTo>
                  <a:lnTo>
                    <a:pt x="244649" y="86561"/>
                  </a:lnTo>
                  <a:lnTo>
                    <a:pt x="254943" y="104972"/>
                  </a:lnTo>
                  <a:lnTo>
                    <a:pt x="270421" y="119111"/>
                  </a:lnTo>
                  <a:lnTo>
                    <a:pt x="289711" y="127757"/>
                  </a:lnTo>
                  <a:lnTo>
                    <a:pt x="289711" y="240054"/>
                  </a:lnTo>
                  <a:lnTo>
                    <a:pt x="272848" y="245000"/>
                  </a:lnTo>
                  <a:lnTo>
                    <a:pt x="257891" y="253379"/>
                  </a:lnTo>
                  <a:lnTo>
                    <a:pt x="245221" y="264657"/>
                  </a:lnTo>
                  <a:lnTo>
                    <a:pt x="235220" y="278300"/>
                  </a:lnTo>
                  <a:lnTo>
                    <a:pt x="376130" y="278300"/>
                  </a:lnTo>
                  <a:lnTo>
                    <a:pt x="366618" y="265471"/>
                  </a:lnTo>
                  <a:lnTo>
                    <a:pt x="353758" y="254193"/>
                  </a:lnTo>
                  <a:lnTo>
                    <a:pt x="338763" y="245814"/>
                  </a:lnTo>
                  <a:lnTo>
                    <a:pt x="322243" y="240868"/>
                  </a:lnTo>
                  <a:lnTo>
                    <a:pt x="322243" y="127757"/>
                  </a:lnTo>
                  <a:lnTo>
                    <a:pt x="341533" y="119111"/>
                  </a:lnTo>
                  <a:lnTo>
                    <a:pt x="357011" y="104973"/>
                  </a:lnTo>
                  <a:lnTo>
                    <a:pt x="367305" y="86562"/>
                  </a:lnTo>
                  <a:lnTo>
                    <a:pt x="371041" y="65099"/>
                  </a:lnTo>
                  <a:lnTo>
                    <a:pt x="365907" y="39822"/>
                  </a:lnTo>
                  <a:lnTo>
                    <a:pt x="351928" y="19123"/>
                  </a:lnTo>
                  <a:lnTo>
                    <a:pt x="331240" y="5136"/>
                  </a:lnTo>
                  <a:lnTo>
                    <a:pt x="305977"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6" name="object 36"/>
            <p:cNvPicPr/>
            <p:nvPr/>
          </p:nvPicPr>
          <p:blipFill>
            <a:blip r:embed="rId10" cstate="print"/>
            <a:stretch>
              <a:fillRect/>
            </a:stretch>
          </p:blipFill>
          <p:spPr>
            <a:xfrm>
              <a:off x="1114044" y="2898660"/>
              <a:ext cx="1007376" cy="995159"/>
            </a:xfrm>
            <a:prstGeom prst="rect">
              <a:avLst/>
            </a:prstGeom>
          </p:spPr>
        </p:pic>
        <p:sp>
          <p:nvSpPr>
            <p:cNvPr id="37" name="object 37"/>
            <p:cNvSpPr/>
            <p:nvPr/>
          </p:nvSpPr>
          <p:spPr>
            <a:xfrm>
              <a:off x="1156449" y="2918587"/>
              <a:ext cx="926465" cy="914400"/>
            </a:xfrm>
            <a:custGeom>
              <a:avLst/>
              <a:gdLst/>
              <a:ahLst/>
              <a:cxnLst/>
              <a:rect l="l" t="t" r="r" b="b"/>
              <a:pathLst>
                <a:path w="926464" h="914400">
                  <a:moveTo>
                    <a:pt x="463054" y="0"/>
                  </a:moveTo>
                  <a:lnTo>
                    <a:pt x="415703" y="2360"/>
                  </a:lnTo>
                  <a:lnTo>
                    <a:pt x="369721" y="9289"/>
                  </a:lnTo>
                  <a:lnTo>
                    <a:pt x="325341" y="20557"/>
                  </a:lnTo>
                  <a:lnTo>
                    <a:pt x="282796" y="35933"/>
                  </a:lnTo>
                  <a:lnTo>
                    <a:pt x="242317" y="55187"/>
                  </a:lnTo>
                  <a:lnTo>
                    <a:pt x="204138" y="78090"/>
                  </a:lnTo>
                  <a:lnTo>
                    <a:pt x="168492" y="104411"/>
                  </a:lnTo>
                  <a:lnTo>
                    <a:pt x="135610" y="133921"/>
                  </a:lnTo>
                  <a:lnTo>
                    <a:pt x="105726" y="166390"/>
                  </a:lnTo>
                  <a:lnTo>
                    <a:pt x="79071" y="201587"/>
                  </a:lnTo>
                  <a:lnTo>
                    <a:pt x="55880" y="239283"/>
                  </a:lnTo>
                  <a:lnTo>
                    <a:pt x="36383" y="279249"/>
                  </a:lnTo>
                  <a:lnTo>
                    <a:pt x="20814" y="321253"/>
                  </a:lnTo>
                  <a:lnTo>
                    <a:pt x="9405" y="365066"/>
                  </a:lnTo>
                  <a:lnTo>
                    <a:pt x="2390" y="410458"/>
                  </a:lnTo>
                  <a:lnTo>
                    <a:pt x="0" y="457200"/>
                  </a:lnTo>
                  <a:lnTo>
                    <a:pt x="2390" y="503962"/>
                  </a:lnTo>
                  <a:lnTo>
                    <a:pt x="9405" y="549370"/>
                  </a:lnTo>
                  <a:lnTo>
                    <a:pt x="20814" y="593193"/>
                  </a:lnTo>
                  <a:lnTo>
                    <a:pt x="36383" y="635204"/>
                  </a:lnTo>
                  <a:lnTo>
                    <a:pt x="55880" y="675172"/>
                  </a:lnTo>
                  <a:lnTo>
                    <a:pt x="79071" y="712868"/>
                  </a:lnTo>
                  <a:lnTo>
                    <a:pt x="105726" y="748062"/>
                  </a:lnTo>
                  <a:lnTo>
                    <a:pt x="135610" y="780526"/>
                  </a:lnTo>
                  <a:lnTo>
                    <a:pt x="168492" y="810029"/>
                  </a:lnTo>
                  <a:lnTo>
                    <a:pt x="204138" y="836343"/>
                  </a:lnTo>
                  <a:lnTo>
                    <a:pt x="242317" y="859238"/>
                  </a:lnTo>
                  <a:lnTo>
                    <a:pt x="282796" y="878484"/>
                  </a:lnTo>
                  <a:lnTo>
                    <a:pt x="325341" y="893853"/>
                  </a:lnTo>
                  <a:lnTo>
                    <a:pt x="369721" y="905115"/>
                  </a:lnTo>
                  <a:lnTo>
                    <a:pt x="415703" y="912040"/>
                  </a:lnTo>
                  <a:lnTo>
                    <a:pt x="463054" y="914400"/>
                  </a:lnTo>
                  <a:lnTo>
                    <a:pt x="510407" y="912040"/>
                  </a:lnTo>
                  <a:lnTo>
                    <a:pt x="556392" y="905115"/>
                  </a:lnTo>
                  <a:lnTo>
                    <a:pt x="600778" y="893853"/>
                  </a:lnTo>
                  <a:lnTo>
                    <a:pt x="643331" y="878484"/>
                  </a:lnTo>
                  <a:lnTo>
                    <a:pt x="683818" y="859238"/>
                  </a:lnTo>
                  <a:lnTo>
                    <a:pt x="722006" y="836343"/>
                  </a:lnTo>
                  <a:lnTo>
                    <a:pt x="757663" y="810029"/>
                  </a:lnTo>
                  <a:lnTo>
                    <a:pt x="790555" y="780526"/>
                  </a:lnTo>
                  <a:lnTo>
                    <a:pt x="820450" y="748062"/>
                  </a:lnTo>
                  <a:lnTo>
                    <a:pt x="847115" y="712868"/>
                  </a:lnTo>
                  <a:lnTo>
                    <a:pt x="870317" y="675172"/>
                  </a:lnTo>
                  <a:lnTo>
                    <a:pt x="889822" y="635204"/>
                  </a:lnTo>
                  <a:lnTo>
                    <a:pt x="905398" y="593193"/>
                  </a:lnTo>
                  <a:lnTo>
                    <a:pt x="916812" y="549370"/>
                  </a:lnTo>
                  <a:lnTo>
                    <a:pt x="923832" y="503962"/>
                  </a:lnTo>
                  <a:lnTo>
                    <a:pt x="926223" y="457200"/>
                  </a:lnTo>
                  <a:lnTo>
                    <a:pt x="923832" y="410458"/>
                  </a:lnTo>
                  <a:lnTo>
                    <a:pt x="916812" y="365066"/>
                  </a:lnTo>
                  <a:lnTo>
                    <a:pt x="905398" y="321253"/>
                  </a:lnTo>
                  <a:lnTo>
                    <a:pt x="889822" y="279249"/>
                  </a:lnTo>
                  <a:lnTo>
                    <a:pt x="870317" y="239283"/>
                  </a:lnTo>
                  <a:lnTo>
                    <a:pt x="847115" y="201587"/>
                  </a:lnTo>
                  <a:lnTo>
                    <a:pt x="820450" y="166390"/>
                  </a:lnTo>
                  <a:lnTo>
                    <a:pt x="790555" y="133921"/>
                  </a:lnTo>
                  <a:lnTo>
                    <a:pt x="757663" y="104411"/>
                  </a:lnTo>
                  <a:lnTo>
                    <a:pt x="722006" y="78090"/>
                  </a:lnTo>
                  <a:lnTo>
                    <a:pt x="683818" y="55187"/>
                  </a:lnTo>
                  <a:lnTo>
                    <a:pt x="643331" y="35933"/>
                  </a:lnTo>
                  <a:lnTo>
                    <a:pt x="600778" y="20557"/>
                  </a:lnTo>
                  <a:lnTo>
                    <a:pt x="556392" y="9289"/>
                  </a:lnTo>
                  <a:lnTo>
                    <a:pt x="510407" y="2360"/>
                  </a:lnTo>
                  <a:lnTo>
                    <a:pt x="463054" y="0"/>
                  </a:lnTo>
                  <a:close/>
                </a:path>
              </a:pathLst>
            </a:custGeom>
            <a:solidFill>
              <a:srgbClr val="EBF0D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p:cNvSpPr/>
            <p:nvPr/>
          </p:nvSpPr>
          <p:spPr>
            <a:xfrm>
              <a:off x="1274624" y="3096617"/>
              <a:ext cx="680085" cy="607060"/>
            </a:xfrm>
            <a:custGeom>
              <a:avLst/>
              <a:gdLst/>
              <a:ahLst/>
              <a:cxnLst/>
              <a:rect l="l" t="t" r="r" b="b"/>
              <a:pathLst>
                <a:path w="680085" h="607060">
                  <a:moveTo>
                    <a:pt x="403841" y="0"/>
                  </a:moveTo>
                  <a:lnTo>
                    <a:pt x="49030" y="123157"/>
                  </a:lnTo>
                  <a:lnTo>
                    <a:pt x="26903" y="163012"/>
                  </a:lnTo>
                  <a:lnTo>
                    <a:pt x="23215" y="197586"/>
                  </a:lnTo>
                  <a:lnTo>
                    <a:pt x="23431" y="206962"/>
                  </a:lnTo>
                  <a:lnTo>
                    <a:pt x="24216" y="216299"/>
                  </a:lnTo>
                  <a:lnTo>
                    <a:pt x="25570" y="225571"/>
                  </a:lnTo>
                  <a:lnTo>
                    <a:pt x="27487" y="234752"/>
                  </a:lnTo>
                  <a:lnTo>
                    <a:pt x="19343" y="243160"/>
                  </a:lnTo>
                  <a:lnTo>
                    <a:pt x="10404" y="257174"/>
                  </a:lnTo>
                  <a:lnTo>
                    <a:pt x="10322" y="257303"/>
                  </a:lnTo>
                  <a:lnTo>
                    <a:pt x="3011" y="277979"/>
                  </a:lnTo>
                  <a:lnTo>
                    <a:pt x="0" y="305986"/>
                  </a:lnTo>
                  <a:lnTo>
                    <a:pt x="1727" y="328756"/>
                  </a:lnTo>
                  <a:lnTo>
                    <a:pt x="7052" y="350811"/>
                  </a:lnTo>
                  <a:lnTo>
                    <a:pt x="15837" y="371727"/>
                  </a:lnTo>
                  <a:lnTo>
                    <a:pt x="27944" y="391081"/>
                  </a:lnTo>
                  <a:lnTo>
                    <a:pt x="25792" y="400643"/>
                  </a:lnTo>
                  <a:lnTo>
                    <a:pt x="24284" y="410317"/>
                  </a:lnTo>
                  <a:lnTo>
                    <a:pt x="23422" y="420191"/>
                  </a:lnTo>
                  <a:lnTo>
                    <a:pt x="23328" y="424582"/>
                  </a:lnTo>
                  <a:lnTo>
                    <a:pt x="23215" y="429873"/>
                  </a:lnTo>
                  <a:lnTo>
                    <a:pt x="26948" y="464626"/>
                  </a:lnTo>
                  <a:lnTo>
                    <a:pt x="26973" y="464856"/>
                  </a:lnTo>
                  <a:lnTo>
                    <a:pt x="43849" y="502595"/>
                  </a:lnTo>
                  <a:lnTo>
                    <a:pt x="299041" y="606734"/>
                  </a:lnTo>
                  <a:lnTo>
                    <a:pt x="301968" y="606915"/>
                  </a:lnTo>
                  <a:lnTo>
                    <a:pt x="302915" y="606734"/>
                  </a:lnTo>
                  <a:lnTo>
                    <a:pt x="342260" y="590836"/>
                  </a:lnTo>
                  <a:lnTo>
                    <a:pt x="300982" y="590836"/>
                  </a:lnTo>
                  <a:lnTo>
                    <a:pt x="57756" y="495081"/>
                  </a:lnTo>
                  <a:lnTo>
                    <a:pt x="53185" y="488940"/>
                  </a:lnTo>
                  <a:lnTo>
                    <a:pt x="46814" y="476424"/>
                  </a:lnTo>
                  <a:lnTo>
                    <a:pt x="41151" y="456935"/>
                  </a:lnTo>
                  <a:lnTo>
                    <a:pt x="38706" y="429873"/>
                  </a:lnTo>
                  <a:lnTo>
                    <a:pt x="38818" y="424582"/>
                  </a:lnTo>
                  <a:lnTo>
                    <a:pt x="44755" y="389029"/>
                  </a:lnTo>
                  <a:lnTo>
                    <a:pt x="44123" y="386151"/>
                  </a:lnTo>
                  <a:lnTo>
                    <a:pt x="22193" y="347324"/>
                  </a:lnTo>
                  <a:lnTo>
                    <a:pt x="15495" y="305986"/>
                  </a:lnTo>
                  <a:lnTo>
                    <a:pt x="19001" y="278731"/>
                  </a:lnTo>
                  <a:lnTo>
                    <a:pt x="19098" y="277979"/>
                  </a:lnTo>
                  <a:lnTo>
                    <a:pt x="19223" y="277004"/>
                  </a:lnTo>
                  <a:lnTo>
                    <a:pt x="27505" y="258151"/>
                  </a:lnTo>
                  <a:lnTo>
                    <a:pt x="35971" y="247821"/>
                  </a:lnTo>
                  <a:lnTo>
                    <a:pt x="40253" y="244437"/>
                  </a:lnTo>
                  <a:lnTo>
                    <a:pt x="43355" y="242643"/>
                  </a:lnTo>
                  <a:lnTo>
                    <a:pt x="44813" y="238959"/>
                  </a:lnTo>
                  <a:lnTo>
                    <a:pt x="38731" y="197586"/>
                  </a:lnTo>
                  <a:lnTo>
                    <a:pt x="40989" y="171557"/>
                  </a:lnTo>
                  <a:lnTo>
                    <a:pt x="41020" y="171200"/>
                  </a:lnTo>
                  <a:lnTo>
                    <a:pt x="402752" y="16131"/>
                  </a:lnTo>
                  <a:lnTo>
                    <a:pt x="447433" y="16131"/>
                  </a:lnTo>
                  <a:lnTo>
                    <a:pt x="405512" y="645"/>
                  </a:lnTo>
                  <a:lnTo>
                    <a:pt x="403841" y="0"/>
                  </a:lnTo>
                  <a:close/>
                </a:path>
                <a:path w="680085" h="607060">
                  <a:moveTo>
                    <a:pt x="666353" y="439597"/>
                  </a:moveTo>
                  <a:lnTo>
                    <a:pt x="620614" y="439597"/>
                  </a:lnTo>
                  <a:lnTo>
                    <a:pt x="649183" y="449921"/>
                  </a:lnTo>
                  <a:lnTo>
                    <a:pt x="649183" y="450070"/>
                  </a:lnTo>
                  <a:lnTo>
                    <a:pt x="300982" y="590836"/>
                  </a:lnTo>
                  <a:lnTo>
                    <a:pt x="342260" y="590836"/>
                  </a:lnTo>
                  <a:lnTo>
                    <a:pt x="678009" y="455102"/>
                  </a:lnTo>
                  <a:lnTo>
                    <a:pt x="679944" y="450592"/>
                  </a:lnTo>
                  <a:lnTo>
                    <a:pt x="677493" y="444566"/>
                  </a:lnTo>
                  <a:lnTo>
                    <a:pt x="675881" y="442965"/>
                  </a:lnTo>
                  <a:lnTo>
                    <a:pt x="666353" y="439597"/>
                  </a:lnTo>
                  <a:close/>
                </a:path>
                <a:path w="680085" h="607060">
                  <a:moveTo>
                    <a:pt x="70009" y="383725"/>
                  </a:moveTo>
                  <a:lnTo>
                    <a:pt x="65520" y="385680"/>
                  </a:lnTo>
                  <a:lnTo>
                    <a:pt x="63598" y="390565"/>
                  </a:lnTo>
                  <a:lnTo>
                    <a:pt x="63501" y="391081"/>
                  </a:lnTo>
                  <a:lnTo>
                    <a:pt x="63418" y="473104"/>
                  </a:lnTo>
                  <a:lnTo>
                    <a:pt x="65359" y="475963"/>
                  </a:lnTo>
                  <a:lnTo>
                    <a:pt x="300008" y="568401"/>
                  </a:lnTo>
                  <a:lnTo>
                    <a:pt x="302065" y="568401"/>
                  </a:lnTo>
                  <a:lnTo>
                    <a:pt x="342327" y="552121"/>
                  </a:lnTo>
                  <a:lnTo>
                    <a:pt x="300982" y="552121"/>
                  </a:lnTo>
                  <a:lnTo>
                    <a:pt x="78882" y="464626"/>
                  </a:lnTo>
                  <a:lnTo>
                    <a:pt x="78882" y="403844"/>
                  </a:lnTo>
                  <a:lnTo>
                    <a:pt x="121092" y="403844"/>
                  </a:lnTo>
                  <a:lnTo>
                    <a:pt x="70009" y="383725"/>
                  </a:lnTo>
                  <a:close/>
                </a:path>
                <a:path w="680085" h="607060">
                  <a:moveTo>
                    <a:pt x="631900" y="363859"/>
                  </a:moveTo>
                  <a:lnTo>
                    <a:pt x="616422" y="363859"/>
                  </a:lnTo>
                  <a:lnTo>
                    <a:pt x="616422" y="424582"/>
                  </a:lnTo>
                  <a:lnTo>
                    <a:pt x="300982" y="552121"/>
                  </a:lnTo>
                  <a:lnTo>
                    <a:pt x="342327" y="552121"/>
                  </a:lnTo>
                  <a:lnTo>
                    <a:pt x="620614" y="439597"/>
                  </a:lnTo>
                  <a:lnTo>
                    <a:pt x="666353" y="439597"/>
                  </a:lnTo>
                  <a:lnTo>
                    <a:pt x="631900" y="427370"/>
                  </a:lnTo>
                  <a:lnTo>
                    <a:pt x="631900" y="363859"/>
                  </a:lnTo>
                  <a:close/>
                </a:path>
                <a:path w="680085" h="607060">
                  <a:moveTo>
                    <a:pt x="121092" y="403844"/>
                  </a:moveTo>
                  <a:lnTo>
                    <a:pt x="78882" y="403844"/>
                  </a:lnTo>
                  <a:lnTo>
                    <a:pt x="300008" y="490971"/>
                  </a:lnTo>
                  <a:lnTo>
                    <a:pt x="302065" y="490971"/>
                  </a:lnTo>
                  <a:lnTo>
                    <a:pt x="342325" y="474692"/>
                  </a:lnTo>
                  <a:lnTo>
                    <a:pt x="300982" y="474692"/>
                  </a:lnTo>
                  <a:lnTo>
                    <a:pt x="121092" y="403844"/>
                  </a:lnTo>
                  <a:close/>
                </a:path>
                <a:path w="680085" h="607060">
                  <a:moveTo>
                    <a:pt x="670040" y="333932"/>
                  </a:moveTo>
                  <a:lnTo>
                    <a:pt x="601693" y="333932"/>
                  </a:lnTo>
                  <a:lnTo>
                    <a:pt x="634673" y="339352"/>
                  </a:lnTo>
                  <a:lnTo>
                    <a:pt x="634802" y="339352"/>
                  </a:lnTo>
                  <a:lnTo>
                    <a:pt x="634673" y="339501"/>
                  </a:lnTo>
                  <a:lnTo>
                    <a:pt x="300982" y="474692"/>
                  </a:lnTo>
                  <a:lnTo>
                    <a:pt x="342325" y="474692"/>
                  </a:lnTo>
                  <a:lnTo>
                    <a:pt x="616422" y="363859"/>
                  </a:lnTo>
                  <a:lnTo>
                    <a:pt x="631900" y="363859"/>
                  </a:lnTo>
                  <a:lnTo>
                    <a:pt x="631900" y="357509"/>
                  </a:lnTo>
                  <a:lnTo>
                    <a:pt x="669497" y="341604"/>
                  </a:lnTo>
                  <a:lnTo>
                    <a:pt x="671367" y="337062"/>
                  </a:lnTo>
                  <a:lnTo>
                    <a:pt x="670040" y="333932"/>
                  </a:lnTo>
                  <a:close/>
                </a:path>
                <a:path w="680085" h="607060">
                  <a:moveTo>
                    <a:pt x="47006" y="258684"/>
                  </a:moveTo>
                  <a:lnTo>
                    <a:pt x="46600" y="258684"/>
                  </a:lnTo>
                  <a:lnTo>
                    <a:pt x="42304" y="260555"/>
                  </a:lnTo>
                  <a:lnTo>
                    <a:pt x="40382" y="265439"/>
                  </a:lnTo>
                  <a:lnTo>
                    <a:pt x="40202" y="266401"/>
                  </a:lnTo>
                  <a:lnTo>
                    <a:pt x="40202" y="349218"/>
                  </a:lnTo>
                  <a:lnTo>
                    <a:pt x="42143" y="352076"/>
                  </a:lnTo>
                  <a:lnTo>
                    <a:pt x="299666" y="453509"/>
                  </a:lnTo>
                  <a:lnTo>
                    <a:pt x="301704" y="453509"/>
                  </a:lnTo>
                  <a:lnTo>
                    <a:pt x="342481" y="437255"/>
                  </a:lnTo>
                  <a:lnTo>
                    <a:pt x="300653" y="437255"/>
                  </a:lnTo>
                  <a:lnTo>
                    <a:pt x="55679" y="340759"/>
                  </a:lnTo>
                  <a:lnTo>
                    <a:pt x="55679" y="278731"/>
                  </a:lnTo>
                  <a:lnTo>
                    <a:pt x="97991" y="278731"/>
                  </a:lnTo>
                  <a:lnTo>
                    <a:pt x="47006" y="258684"/>
                  </a:lnTo>
                  <a:close/>
                </a:path>
                <a:path w="680085" h="607060">
                  <a:moveTo>
                    <a:pt x="608574" y="257174"/>
                  </a:moveTo>
                  <a:lnTo>
                    <a:pt x="593084" y="257174"/>
                  </a:lnTo>
                  <a:lnTo>
                    <a:pt x="593097" y="320660"/>
                  </a:lnTo>
                  <a:lnTo>
                    <a:pt x="300653" y="437255"/>
                  </a:lnTo>
                  <a:lnTo>
                    <a:pt x="342481" y="437255"/>
                  </a:lnTo>
                  <a:lnTo>
                    <a:pt x="601693" y="333932"/>
                  </a:lnTo>
                  <a:lnTo>
                    <a:pt x="670040" y="333932"/>
                  </a:lnTo>
                  <a:lnTo>
                    <a:pt x="668658" y="330674"/>
                  </a:lnTo>
                  <a:lnTo>
                    <a:pt x="666401" y="328932"/>
                  </a:lnTo>
                  <a:lnTo>
                    <a:pt x="608574" y="319369"/>
                  </a:lnTo>
                  <a:lnTo>
                    <a:pt x="608574" y="257174"/>
                  </a:lnTo>
                  <a:close/>
                </a:path>
                <a:path w="680085" h="607060">
                  <a:moveTo>
                    <a:pt x="97991" y="278731"/>
                  </a:moveTo>
                  <a:lnTo>
                    <a:pt x="55679" y="278731"/>
                  </a:lnTo>
                  <a:lnTo>
                    <a:pt x="300008" y="374828"/>
                  </a:lnTo>
                  <a:lnTo>
                    <a:pt x="302065" y="374828"/>
                  </a:lnTo>
                  <a:lnTo>
                    <a:pt x="342333" y="358548"/>
                  </a:lnTo>
                  <a:lnTo>
                    <a:pt x="300982" y="358548"/>
                  </a:lnTo>
                  <a:lnTo>
                    <a:pt x="97991" y="278731"/>
                  </a:lnTo>
                  <a:close/>
                </a:path>
                <a:path w="680085" h="607060">
                  <a:moveTo>
                    <a:pt x="666382" y="207310"/>
                  </a:moveTo>
                  <a:lnTo>
                    <a:pt x="620614" y="207310"/>
                  </a:lnTo>
                  <a:lnTo>
                    <a:pt x="649183" y="217634"/>
                  </a:lnTo>
                  <a:lnTo>
                    <a:pt x="649183" y="217782"/>
                  </a:lnTo>
                  <a:lnTo>
                    <a:pt x="300982" y="358548"/>
                  </a:lnTo>
                  <a:lnTo>
                    <a:pt x="342333" y="358548"/>
                  </a:lnTo>
                  <a:lnTo>
                    <a:pt x="593084" y="257174"/>
                  </a:lnTo>
                  <a:lnTo>
                    <a:pt x="608574" y="257174"/>
                  </a:lnTo>
                  <a:lnTo>
                    <a:pt x="608574" y="250896"/>
                  </a:lnTo>
                  <a:lnTo>
                    <a:pt x="678009" y="222815"/>
                  </a:lnTo>
                  <a:lnTo>
                    <a:pt x="679944" y="218305"/>
                  </a:lnTo>
                  <a:lnTo>
                    <a:pt x="677493" y="212278"/>
                  </a:lnTo>
                  <a:lnTo>
                    <a:pt x="675881" y="210678"/>
                  </a:lnTo>
                  <a:lnTo>
                    <a:pt x="666382" y="207310"/>
                  </a:lnTo>
                  <a:close/>
                </a:path>
                <a:path w="680085" h="607060">
                  <a:moveTo>
                    <a:pt x="70009" y="151438"/>
                  </a:moveTo>
                  <a:lnTo>
                    <a:pt x="65520" y="153393"/>
                  </a:lnTo>
                  <a:lnTo>
                    <a:pt x="63598" y="158277"/>
                  </a:lnTo>
                  <a:lnTo>
                    <a:pt x="63418" y="159239"/>
                  </a:lnTo>
                  <a:lnTo>
                    <a:pt x="63418" y="240817"/>
                  </a:lnTo>
                  <a:lnTo>
                    <a:pt x="65359" y="243675"/>
                  </a:lnTo>
                  <a:lnTo>
                    <a:pt x="300008" y="336113"/>
                  </a:lnTo>
                  <a:lnTo>
                    <a:pt x="302065" y="336113"/>
                  </a:lnTo>
                  <a:lnTo>
                    <a:pt x="342327" y="319834"/>
                  </a:lnTo>
                  <a:lnTo>
                    <a:pt x="300982" y="319834"/>
                  </a:lnTo>
                  <a:lnTo>
                    <a:pt x="78882" y="232338"/>
                  </a:lnTo>
                  <a:lnTo>
                    <a:pt x="78882" y="171557"/>
                  </a:lnTo>
                  <a:lnTo>
                    <a:pt x="121092" y="171557"/>
                  </a:lnTo>
                  <a:lnTo>
                    <a:pt x="70009" y="151438"/>
                  </a:lnTo>
                  <a:close/>
                </a:path>
                <a:path w="680085" h="607060">
                  <a:moveTo>
                    <a:pt x="631900" y="131571"/>
                  </a:moveTo>
                  <a:lnTo>
                    <a:pt x="616422" y="131571"/>
                  </a:lnTo>
                  <a:lnTo>
                    <a:pt x="616422" y="192295"/>
                  </a:lnTo>
                  <a:lnTo>
                    <a:pt x="300982" y="319834"/>
                  </a:lnTo>
                  <a:lnTo>
                    <a:pt x="342327" y="319834"/>
                  </a:lnTo>
                  <a:lnTo>
                    <a:pt x="620614" y="207310"/>
                  </a:lnTo>
                  <a:lnTo>
                    <a:pt x="666382" y="207310"/>
                  </a:lnTo>
                  <a:lnTo>
                    <a:pt x="631900" y="195082"/>
                  </a:lnTo>
                  <a:lnTo>
                    <a:pt x="631900" y="131571"/>
                  </a:lnTo>
                  <a:close/>
                </a:path>
                <a:path w="680085" h="607060">
                  <a:moveTo>
                    <a:pt x="121092" y="171557"/>
                  </a:moveTo>
                  <a:lnTo>
                    <a:pt x="78882" y="171557"/>
                  </a:lnTo>
                  <a:lnTo>
                    <a:pt x="300008" y="258684"/>
                  </a:lnTo>
                  <a:lnTo>
                    <a:pt x="302065" y="258684"/>
                  </a:lnTo>
                  <a:lnTo>
                    <a:pt x="342325" y="242404"/>
                  </a:lnTo>
                  <a:lnTo>
                    <a:pt x="300982" y="242404"/>
                  </a:lnTo>
                  <a:lnTo>
                    <a:pt x="121092" y="171557"/>
                  </a:lnTo>
                  <a:close/>
                </a:path>
                <a:path w="680085" h="607060">
                  <a:moveTo>
                    <a:pt x="447433" y="16131"/>
                  </a:moveTo>
                  <a:lnTo>
                    <a:pt x="402752" y="16131"/>
                  </a:lnTo>
                  <a:lnTo>
                    <a:pt x="641315" y="104277"/>
                  </a:lnTo>
                  <a:lnTo>
                    <a:pt x="641444" y="104277"/>
                  </a:lnTo>
                  <a:lnTo>
                    <a:pt x="641315" y="104426"/>
                  </a:lnTo>
                  <a:lnTo>
                    <a:pt x="300982" y="242404"/>
                  </a:lnTo>
                  <a:lnTo>
                    <a:pt x="342325" y="242404"/>
                  </a:lnTo>
                  <a:lnTo>
                    <a:pt x="616422" y="131571"/>
                  </a:lnTo>
                  <a:lnTo>
                    <a:pt x="631900" y="131571"/>
                  </a:lnTo>
                  <a:lnTo>
                    <a:pt x="631900" y="125222"/>
                  </a:lnTo>
                  <a:lnTo>
                    <a:pt x="669497" y="109317"/>
                  </a:lnTo>
                  <a:lnTo>
                    <a:pt x="671302" y="104774"/>
                  </a:lnTo>
                  <a:lnTo>
                    <a:pt x="669690" y="100832"/>
                  </a:lnTo>
                  <a:lnTo>
                    <a:pt x="668852" y="98864"/>
                  </a:lnTo>
                  <a:lnTo>
                    <a:pt x="667240" y="97328"/>
                  </a:lnTo>
                  <a:lnTo>
                    <a:pt x="447433" y="16131"/>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9" name="object 39"/>
            <p:cNvPicPr/>
            <p:nvPr/>
          </p:nvPicPr>
          <p:blipFill>
            <a:blip r:embed="rId11" cstate="print"/>
            <a:stretch>
              <a:fillRect/>
            </a:stretch>
          </p:blipFill>
          <p:spPr>
            <a:xfrm>
              <a:off x="8116889" y="4426106"/>
              <a:ext cx="760363" cy="760372"/>
            </a:xfrm>
            <a:prstGeom prst="rect">
              <a:avLst/>
            </a:prstGeom>
          </p:spPr>
        </p:pic>
        <p:sp>
          <p:nvSpPr>
            <p:cNvPr id="40" name="object 40"/>
            <p:cNvSpPr/>
            <p:nvPr/>
          </p:nvSpPr>
          <p:spPr>
            <a:xfrm>
              <a:off x="8504300" y="2378456"/>
              <a:ext cx="1907539" cy="2019300"/>
            </a:xfrm>
            <a:custGeom>
              <a:avLst/>
              <a:gdLst/>
              <a:ahLst/>
              <a:cxnLst/>
              <a:rect l="l" t="t" r="r" b="b"/>
              <a:pathLst>
                <a:path w="1907540" h="2019300">
                  <a:moveTo>
                    <a:pt x="1907285" y="0"/>
                  </a:moveTo>
                  <a:lnTo>
                    <a:pt x="0" y="2018919"/>
                  </a:lnTo>
                </a:path>
              </a:pathLst>
            </a:custGeom>
            <a:ln w="9525">
              <a:solidFill>
                <a:srgbClr val="4F81BC"/>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1" name="object 41"/>
            <p:cNvPicPr/>
            <p:nvPr/>
          </p:nvPicPr>
          <p:blipFill>
            <a:blip r:embed="rId12" cstate="print"/>
            <a:stretch>
              <a:fillRect/>
            </a:stretch>
          </p:blipFill>
          <p:spPr>
            <a:xfrm>
              <a:off x="8689848" y="2521838"/>
              <a:ext cx="1398270" cy="1485900"/>
            </a:xfrm>
            <a:prstGeom prst="rect">
              <a:avLst/>
            </a:prstGeom>
          </p:spPr>
        </p:pic>
        <p:pic>
          <p:nvPicPr>
            <p:cNvPr id="42" name="object 42" descr="Icon  Description automatically generated"/>
            <p:cNvPicPr/>
            <p:nvPr/>
          </p:nvPicPr>
          <p:blipFill>
            <a:blip r:embed="rId13" cstate="print"/>
            <a:stretch>
              <a:fillRect/>
            </a:stretch>
          </p:blipFill>
          <p:spPr>
            <a:xfrm>
              <a:off x="10572369" y="630910"/>
              <a:ext cx="904760" cy="904773"/>
            </a:xfrm>
            <a:prstGeom prst="rect">
              <a:avLst/>
            </a:prstGeom>
          </p:spPr>
        </p:pic>
        <p:pic>
          <p:nvPicPr>
            <p:cNvPr id="43" name="object 43"/>
            <p:cNvPicPr/>
            <p:nvPr/>
          </p:nvPicPr>
          <p:blipFill>
            <a:blip r:embed="rId14" cstate="print"/>
            <a:stretch>
              <a:fillRect/>
            </a:stretch>
          </p:blipFill>
          <p:spPr>
            <a:xfrm>
              <a:off x="5356352" y="1862963"/>
              <a:ext cx="1148461" cy="318135"/>
            </a:xfrm>
            <a:prstGeom prst="rect">
              <a:avLst/>
            </a:prstGeom>
          </p:spPr>
        </p:pic>
        <p:pic>
          <p:nvPicPr>
            <p:cNvPr id="44" name="object 44" descr="Icon  Description automatically generated"/>
            <p:cNvPicPr/>
            <p:nvPr/>
          </p:nvPicPr>
          <p:blipFill>
            <a:blip r:embed="rId13" cstate="print"/>
            <a:stretch>
              <a:fillRect/>
            </a:stretch>
          </p:blipFill>
          <p:spPr>
            <a:xfrm>
              <a:off x="10643108" y="1538325"/>
              <a:ext cx="904773" cy="904773"/>
            </a:xfrm>
            <a:prstGeom prst="rect">
              <a:avLst/>
            </a:prstGeom>
          </p:spPr>
        </p:pic>
        <p:pic>
          <p:nvPicPr>
            <p:cNvPr id="45" name="object 45"/>
            <p:cNvPicPr/>
            <p:nvPr/>
          </p:nvPicPr>
          <p:blipFill>
            <a:blip r:embed="rId11" cstate="print"/>
            <a:stretch>
              <a:fillRect/>
            </a:stretch>
          </p:blipFill>
          <p:spPr>
            <a:xfrm>
              <a:off x="9233600" y="4806408"/>
              <a:ext cx="760363" cy="760372"/>
            </a:xfrm>
            <a:prstGeom prst="rect">
              <a:avLst/>
            </a:prstGeom>
          </p:spPr>
        </p:pic>
        <p:sp>
          <p:nvSpPr>
            <p:cNvPr id="46" name="object 46"/>
            <p:cNvSpPr/>
            <p:nvPr/>
          </p:nvSpPr>
          <p:spPr>
            <a:xfrm>
              <a:off x="9620885" y="2443099"/>
              <a:ext cx="1292225" cy="2334895"/>
            </a:xfrm>
            <a:custGeom>
              <a:avLst/>
              <a:gdLst/>
              <a:ahLst/>
              <a:cxnLst/>
              <a:rect l="l" t="t" r="r" b="b"/>
              <a:pathLst>
                <a:path w="1292225" h="2334895">
                  <a:moveTo>
                    <a:pt x="1292225" y="0"/>
                  </a:moveTo>
                  <a:lnTo>
                    <a:pt x="0" y="2334641"/>
                  </a:lnTo>
                </a:path>
              </a:pathLst>
            </a:custGeom>
            <a:ln w="9525">
              <a:solidFill>
                <a:srgbClr val="4F81BC"/>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7" name="object 47"/>
            <p:cNvPicPr/>
            <p:nvPr/>
          </p:nvPicPr>
          <p:blipFill>
            <a:blip r:embed="rId15" cstate="print"/>
            <a:stretch>
              <a:fillRect/>
            </a:stretch>
          </p:blipFill>
          <p:spPr>
            <a:xfrm>
              <a:off x="9588626" y="2742311"/>
              <a:ext cx="1025525" cy="1759458"/>
            </a:xfrm>
            <a:prstGeom prst="rect">
              <a:avLst/>
            </a:prstGeom>
          </p:spPr>
        </p:pic>
        <p:pic>
          <p:nvPicPr>
            <p:cNvPr id="48" name="object 48"/>
            <p:cNvPicPr/>
            <p:nvPr/>
          </p:nvPicPr>
          <p:blipFill>
            <a:blip r:embed="rId11" cstate="print"/>
            <a:stretch>
              <a:fillRect/>
            </a:stretch>
          </p:blipFill>
          <p:spPr>
            <a:xfrm>
              <a:off x="10442766" y="5071964"/>
              <a:ext cx="760363" cy="760372"/>
            </a:xfrm>
            <a:prstGeom prst="rect">
              <a:avLst/>
            </a:prstGeom>
          </p:spPr>
        </p:pic>
      </p:grpSp>
      <p:sp>
        <p:nvSpPr>
          <p:cNvPr id="57" name="object 57" descr="$PPTXTitle"/>
          <p:cNvSpPr txBox="1">
            <a:spLocks noGrp="1"/>
          </p:cNvSpPr>
          <p:nvPr>
            <p:ph type="title"/>
          </p:nvPr>
        </p:nvSpPr>
        <p:spPr>
          <a:prstGeom prst="rect">
            <a:avLst/>
          </a:prstGeom>
        </p:spPr>
        <p:txBody>
          <a:bodyPr vert="horz" wrap="square" lIns="0" tIns="12700" rIns="0" bIns="0" rtlCol="0">
            <a:spAutoFit/>
          </a:bodyPr>
          <a:lstStyle/>
          <a:p>
            <a:pPr marL="966469">
              <a:lnSpc>
                <a:spcPct val="100000"/>
              </a:lnSpc>
              <a:spcBef>
                <a:spcPts val="100"/>
              </a:spcBef>
            </a:pPr>
            <a:r>
              <a:rPr sz="4400" dirty="0"/>
              <a:t>WIS2</a:t>
            </a:r>
            <a:r>
              <a:rPr sz="4400" spc="-30" dirty="0"/>
              <a:t> </a:t>
            </a:r>
            <a:r>
              <a:rPr sz="4400" dirty="0"/>
              <a:t>Components:</a:t>
            </a:r>
            <a:r>
              <a:rPr sz="4400" spc="-15" dirty="0"/>
              <a:t> </a:t>
            </a:r>
            <a:r>
              <a:rPr sz="4400" dirty="0"/>
              <a:t>Global</a:t>
            </a:r>
            <a:r>
              <a:rPr sz="4400" spc="-15" dirty="0"/>
              <a:t> </a:t>
            </a:r>
            <a:r>
              <a:rPr sz="4400" spc="-10" dirty="0"/>
              <a:t>Services</a:t>
            </a:r>
            <a:endParaRPr sz="4400"/>
          </a:p>
        </p:txBody>
      </p:sp>
      <p:sp>
        <p:nvSpPr>
          <p:cNvPr id="49" name="object 49"/>
          <p:cNvSpPr txBox="1"/>
          <p:nvPr/>
        </p:nvSpPr>
        <p:spPr>
          <a:xfrm>
            <a:off x="7900543" y="5197081"/>
            <a:ext cx="3496310" cy="1051560"/>
          </a:xfrm>
          <a:prstGeom prst="rect">
            <a:avLst/>
          </a:prstGeom>
        </p:spPr>
        <p:txBody>
          <a:bodyPr vert="horz" wrap="square" lIns="0" tIns="87630" rIns="0" bIns="0" rtlCol="0">
            <a:spAutoFit/>
          </a:bodyPr>
          <a:lstStyle/>
          <a:p>
            <a:pPr marL="12700" marR="0" lvl="0" indent="0" defTabSz="914400" eaLnBrk="1" fontAlgn="auto" latinLnBrk="0" hangingPunct="1">
              <a:lnSpc>
                <a:spcPct val="100000"/>
              </a:lnSpc>
              <a:spcBef>
                <a:spcPts val="690"/>
              </a:spcBef>
              <a:spcAft>
                <a:spcPts val="0"/>
              </a:spcAft>
              <a:buClrTx/>
              <a:buSzTx/>
              <a:buFontTx/>
              <a:buNone/>
              <a:tabLst/>
              <a:defRPr/>
            </a:pPr>
            <a:r>
              <a:rPr kumimoji="0" sz="2000" b="1" i="0" u="none" strike="noStrike" kern="0" cap="none" spc="0" normalizeH="0" baseline="0" noProof="0" dirty="0">
                <a:ln>
                  <a:noFill/>
                </a:ln>
                <a:solidFill>
                  <a:srgbClr val="17375E"/>
                </a:solidFill>
                <a:effectLst/>
                <a:uLnTx/>
                <a:uFillTx/>
                <a:latin typeface="Calibri"/>
                <a:cs typeface="Calibri"/>
              </a:rPr>
              <a:t>WIS2 </a:t>
            </a:r>
            <a:r>
              <a:rPr kumimoji="0" sz="2000" b="1" i="0" u="none" strike="noStrike" kern="0" cap="none" spc="-20" normalizeH="0" baseline="0" noProof="0" dirty="0">
                <a:ln>
                  <a:noFill/>
                </a:ln>
                <a:solidFill>
                  <a:srgbClr val="17375E"/>
                </a:solidFill>
                <a:effectLst/>
                <a:uLnTx/>
                <a:uFillTx/>
                <a:latin typeface="Calibri"/>
                <a:cs typeface="Calibri"/>
              </a:rPr>
              <a:t>node</a:t>
            </a:r>
            <a:endParaRPr kumimoji="0" sz="2000" b="0" i="0" u="none" strike="noStrike" kern="0" cap="none" spc="0" normalizeH="0" baseline="0" noProof="0">
              <a:ln>
                <a:noFill/>
              </a:ln>
              <a:solidFill>
                <a:sysClr val="windowText" lastClr="000000"/>
              </a:solidFill>
              <a:effectLst/>
              <a:uLnTx/>
              <a:uFillTx/>
              <a:latin typeface="Calibri"/>
              <a:cs typeface="Calibri"/>
            </a:endParaRPr>
          </a:p>
          <a:p>
            <a:pPr marL="1129030" marR="0" lvl="0" indent="0" defTabSz="914400" eaLnBrk="1" fontAlgn="auto" latinLnBrk="0" hangingPunct="1">
              <a:lnSpc>
                <a:spcPts val="2245"/>
              </a:lnSpc>
              <a:spcBef>
                <a:spcPts val="595"/>
              </a:spcBef>
              <a:spcAft>
                <a:spcPts val="0"/>
              </a:spcAft>
              <a:buClrTx/>
              <a:buSzTx/>
              <a:buFontTx/>
              <a:buNone/>
              <a:tabLst/>
              <a:defRPr/>
            </a:pPr>
            <a:r>
              <a:rPr kumimoji="0" sz="2000" b="1" i="0" u="none" strike="noStrike" kern="0" cap="none" spc="0" normalizeH="0" baseline="0" noProof="0" dirty="0">
                <a:ln>
                  <a:noFill/>
                </a:ln>
                <a:solidFill>
                  <a:srgbClr val="17375E"/>
                </a:solidFill>
                <a:effectLst/>
                <a:uLnTx/>
                <a:uFillTx/>
                <a:latin typeface="Calibri"/>
                <a:cs typeface="Calibri"/>
              </a:rPr>
              <a:t>WIS2</a:t>
            </a:r>
            <a:r>
              <a:rPr kumimoji="0" sz="2000" b="1" i="0" u="none" strike="noStrike" kern="0" cap="none" spc="-10" normalizeH="0" baseline="0" noProof="0" dirty="0">
                <a:ln>
                  <a:noFill/>
                </a:ln>
                <a:solidFill>
                  <a:srgbClr val="17375E"/>
                </a:solidFill>
                <a:effectLst/>
                <a:uLnTx/>
                <a:uFillTx/>
                <a:latin typeface="Calibri"/>
                <a:cs typeface="Calibri"/>
              </a:rPr>
              <a:t> </a:t>
            </a:r>
            <a:r>
              <a:rPr kumimoji="0" sz="2000" b="1" i="0" u="none" strike="noStrike" kern="0" cap="none" spc="-20" normalizeH="0" baseline="0" noProof="0" dirty="0">
                <a:ln>
                  <a:noFill/>
                </a:ln>
                <a:solidFill>
                  <a:srgbClr val="17375E"/>
                </a:solidFill>
                <a:effectLst/>
                <a:uLnTx/>
                <a:uFillTx/>
                <a:latin typeface="Calibri"/>
                <a:cs typeface="Calibri"/>
              </a:rPr>
              <a:t>node</a:t>
            </a:r>
            <a:endParaRPr kumimoji="0" sz="2000" b="0" i="0" u="none" strike="noStrike" kern="0" cap="none" spc="0" normalizeH="0" baseline="0" noProof="0">
              <a:ln>
                <a:noFill/>
              </a:ln>
              <a:solidFill>
                <a:sysClr val="windowText" lastClr="000000"/>
              </a:solidFill>
              <a:effectLst/>
              <a:uLnTx/>
              <a:uFillTx/>
              <a:latin typeface="Calibri"/>
              <a:cs typeface="Calibri"/>
            </a:endParaRPr>
          </a:p>
          <a:p>
            <a:pPr marL="2338705" marR="0" lvl="0" indent="0" defTabSz="914400" eaLnBrk="1" fontAlgn="auto" latinLnBrk="0" hangingPunct="1">
              <a:lnSpc>
                <a:spcPts val="2245"/>
              </a:lnSpc>
              <a:spcBef>
                <a:spcPts val="0"/>
              </a:spcBef>
              <a:spcAft>
                <a:spcPts val="0"/>
              </a:spcAft>
              <a:buClrTx/>
              <a:buSzTx/>
              <a:buFontTx/>
              <a:buNone/>
              <a:tabLst/>
              <a:defRPr/>
            </a:pPr>
            <a:r>
              <a:rPr kumimoji="0" sz="2000" b="1" i="0" u="none" strike="noStrike" kern="0" cap="none" spc="0" normalizeH="0" baseline="0" noProof="0" dirty="0">
                <a:ln>
                  <a:noFill/>
                </a:ln>
                <a:solidFill>
                  <a:srgbClr val="17375E"/>
                </a:solidFill>
                <a:effectLst/>
                <a:uLnTx/>
                <a:uFillTx/>
                <a:latin typeface="Calibri"/>
                <a:cs typeface="Calibri"/>
              </a:rPr>
              <a:t>WIS2 </a:t>
            </a:r>
            <a:r>
              <a:rPr kumimoji="0" sz="2000" b="1" i="0" u="none" strike="noStrike" kern="0" cap="none" spc="-20" normalizeH="0" baseline="0" noProof="0" dirty="0">
                <a:ln>
                  <a:noFill/>
                </a:ln>
                <a:solidFill>
                  <a:srgbClr val="17375E"/>
                </a:solidFill>
                <a:effectLst/>
                <a:uLnTx/>
                <a:uFillTx/>
                <a:latin typeface="Calibri"/>
                <a:cs typeface="Calibri"/>
              </a:rPr>
              <a:t>node</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grpSp>
        <p:nvGrpSpPr>
          <p:cNvPr id="50" name="object 50"/>
          <p:cNvGrpSpPr/>
          <p:nvPr/>
        </p:nvGrpSpPr>
        <p:grpSpPr>
          <a:xfrm>
            <a:off x="0" y="784479"/>
            <a:ext cx="12089765" cy="4656455"/>
            <a:chOff x="0" y="784479"/>
            <a:chExt cx="12089765" cy="4656455"/>
          </a:xfrm>
        </p:grpSpPr>
        <p:sp>
          <p:nvSpPr>
            <p:cNvPr id="51" name="object 51"/>
            <p:cNvSpPr/>
            <p:nvPr/>
          </p:nvSpPr>
          <p:spPr>
            <a:xfrm>
              <a:off x="10830052" y="2316226"/>
              <a:ext cx="647065" cy="2727325"/>
            </a:xfrm>
            <a:custGeom>
              <a:avLst/>
              <a:gdLst/>
              <a:ahLst/>
              <a:cxnLst/>
              <a:rect l="l" t="t" r="r" b="b"/>
              <a:pathLst>
                <a:path w="647065" h="2727325">
                  <a:moveTo>
                    <a:pt x="647065" y="0"/>
                  </a:moveTo>
                  <a:lnTo>
                    <a:pt x="0" y="2727071"/>
                  </a:lnTo>
                </a:path>
              </a:pathLst>
            </a:custGeom>
            <a:ln w="9525">
              <a:solidFill>
                <a:srgbClr val="4F81BC"/>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2" name="object 52"/>
            <p:cNvPicPr/>
            <p:nvPr/>
          </p:nvPicPr>
          <p:blipFill>
            <a:blip r:embed="rId16" cstate="print"/>
            <a:stretch>
              <a:fillRect/>
            </a:stretch>
          </p:blipFill>
          <p:spPr>
            <a:xfrm>
              <a:off x="10679303" y="2868295"/>
              <a:ext cx="566166" cy="1928240"/>
            </a:xfrm>
            <a:prstGeom prst="rect">
              <a:avLst/>
            </a:prstGeom>
          </p:spPr>
        </p:pic>
        <p:pic>
          <p:nvPicPr>
            <p:cNvPr id="53" name="object 53"/>
            <p:cNvPicPr/>
            <p:nvPr/>
          </p:nvPicPr>
          <p:blipFill>
            <a:blip r:embed="rId17" cstate="print"/>
            <a:stretch>
              <a:fillRect/>
            </a:stretch>
          </p:blipFill>
          <p:spPr>
            <a:xfrm>
              <a:off x="515112" y="1324355"/>
              <a:ext cx="7089648" cy="4116324"/>
            </a:xfrm>
            <a:prstGeom prst="rect">
              <a:avLst/>
            </a:prstGeom>
          </p:spPr>
        </p:pic>
        <p:sp>
          <p:nvSpPr>
            <p:cNvPr id="54" name="object 54"/>
            <p:cNvSpPr/>
            <p:nvPr/>
          </p:nvSpPr>
          <p:spPr>
            <a:xfrm>
              <a:off x="562102" y="1348359"/>
              <a:ext cx="6999605" cy="4027170"/>
            </a:xfrm>
            <a:custGeom>
              <a:avLst/>
              <a:gdLst/>
              <a:ahLst/>
              <a:cxnLst/>
              <a:rect l="l" t="t" r="r" b="b"/>
              <a:pathLst>
                <a:path w="6999605" h="4027170">
                  <a:moveTo>
                    <a:pt x="0" y="286385"/>
                  </a:moveTo>
                  <a:lnTo>
                    <a:pt x="3749" y="239913"/>
                  </a:lnTo>
                  <a:lnTo>
                    <a:pt x="14603" y="195836"/>
                  </a:lnTo>
                  <a:lnTo>
                    <a:pt x="31972" y="154741"/>
                  </a:lnTo>
                  <a:lnTo>
                    <a:pt x="55267" y="117216"/>
                  </a:lnTo>
                  <a:lnTo>
                    <a:pt x="83897" y="83851"/>
                  </a:lnTo>
                  <a:lnTo>
                    <a:pt x="117274" y="55233"/>
                  </a:lnTo>
                  <a:lnTo>
                    <a:pt x="154807" y="31951"/>
                  </a:lnTo>
                  <a:lnTo>
                    <a:pt x="195907" y="14592"/>
                  </a:lnTo>
                  <a:lnTo>
                    <a:pt x="239984" y="3746"/>
                  </a:lnTo>
                  <a:lnTo>
                    <a:pt x="286448" y="0"/>
                  </a:lnTo>
                  <a:lnTo>
                    <a:pt x="6712966" y="0"/>
                  </a:lnTo>
                  <a:lnTo>
                    <a:pt x="6759406" y="3746"/>
                  </a:lnTo>
                  <a:lnTo>
                    <a:pt x="6803466" y="14592"/>
                  </a:lnTo>
                  <a:lnTo>
                    <a:pt x="6844553" y="31951"/>
                  </a:lnTo>
                  <a:lnTo>
                    <a:pt x="6882079" y="55233"/>
                  </a:lnTo>
                  <a:lnTo>
                    <a:pt x="6915451" y="83851"/>
                  </a:lnTo>
                  <a:lnTo>
                    <a:pt x="6944080" y="117216"/>
                  </a:lnTo>
                  <a:lnTo>
                    <a:pt x="6967375" y="154741"/>
                  </a:lnTo>
                  <a:lnTo>
                    <a:pt x="6984745" y="195836"/>
                  </a:lnTo>
                  <a:lnTo>
                    <a:pt x="6995601" y="239913"/>
                  </a:lnTo>
                  <a:lnTo>
                    <a:pt x="6999351" y="286385"/>
                  </a:lnTo>
                  <a:lnTo>
                    <a:pt x="6999351" y="3740784"/>
                  </a:lnTo>
                  <a:lnTo>
                    <a:pt x="6995601" y="3787225"/>
                  </a:lnTo>
                  <a:lnTo>
                    <a:pt x="6984746" y="3831285"/>
                  </a:lnTo>
                  <a:lnTo>
                    <a:pt x="6967375" y="3872372"/>
                  </a:lnTo>
                  <a:lnTo>
                    <a:pt x="6944080" y="3909898"/>
                  </a:lnTo>
                  <a:lnTo>
                    <a:pt x="6915451" y="3943270"/>
                  </a:lnTo>
                  <a:lnTo>
                    <a:pt x="6882079" y="3971899"/>
                  </a:lnTo>
                  <a:lnTo>
                    <a:pt x="6844553" y="3995194"/>
                  </a:lnTo>
                  <a:lnTo>
                    <a:pt x="6803466" y="4012565"/>
                  </a:lnTo>
                  <a:lnTo>
                    <a:pt x="6759406" y="4023420"/>
                  </a:lnTo>
                  <a:lnTo>
                    <a:pt x="6712966" y="4027169"/>
                  </a:lnTo>
                  <a:lnTo>
                    <a:pt x="286448" y="4027169"/>
                  </a:lnTo>
                  <a:lnTo>
                    <a:pt x="239984" y="4023420"/>
                  </a:lnTo>
                  <a:lnTo>
                    <a:pt x="195907" y="4012565"/>
                  </a:lnTo>
                  <a:lnTo>
                    <a:pt x="154807" y="3995194"/>
                  </a:lnTo>
                  <a:lnTo>
                    <a:pt x="117274" y="3971899"/>
                  </a:lnTo>
                  <a:lnTo>
                    <a:pt x="83897" y="3943270"/>
                  </a:lnTo>
                  <a:lnTo>
                    <a:pt x="55267" y="3909898"/>
                  </a:lnTo>
                  <a:lnTo>
                    <a:pt x="31972" y="3872372"/>
                  </a:lnTo>
                  <a:lnTo>
                    <a:pt x="14603" y="3831285"/>
                  </a:lnTo>
                  <a:lnTo>
                    <a:pt x="3749" y="3787225"/>
                  </a:lnTo>
                  <a:lnTo>
                    <a:pt x="0" y="3740784"/>
                  </a:lnTo>
                  <a:lnTo>
                    <a:pt x="0" y="286385"/>
                  </a:lnTo>
                  <a:close/>
                </a:path>
              </a:pathLst>
            </a:custGeom>
            <a:ln w="9525">
              <a:solidFill>
                <a:srgbClr val="497DBA"/>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5" name="object 55" descr="A picture containing text, balloon, transport, aircraft  Description automatically generated"/>
            <p:cNvPicPr/>
            <p:nvPr/>
          </p:nvPicPr>
          <p:blipFill>
            <a:blip r:embed="rId18" cstate="print"/>
            <a:stretch>
              <a:fillRect/>
            </a:stretch>
          </p:blipFill>
          <p:spPr>
            <a:xfrm>
              <a:off x="0" y="784479"/>
              <a:ext cx="1472056" cy="1472057"/>
            </a:xfrm>
            <a:prstGeom prst="rect">
              <a:avLst/>
            </a:prstGeom>
          </p:spPr>
        </p:pic>
        <p:pic>
          <p:nvPicPr>
            <p:cNvPr id="56" name="object 56" descr="Icon  Description automatically generated"/>
            <p:cNvPicPr/>
            <p:nvPr/>
          </p:nvPicPr>
          <p:blipFill>
            <a:blip r:embed="rId19" cstate="print"/>
            <a:stretch>
              <a:fillRect/>
            </a:stretch>
          </p:blipFill>
          <p:spPr>
            <a:xfrm>
              <a:off x="11362816" y="1078585"/>
              <a:ext cx="726325" cy="904773"/>
            </a:xfrm>
            <a:prstGeom prst="rect">
              <a:avLst/>
            </a:prstGeom>
          </p:spPr>
        </p:pic>
      </p:grpSp>
      <p:sp>
        <p:nvSpPr>
          <p:cNvPr id="58" name="object 58"/>
          <p:cNvSpPr txBox="1"/>
          <p:nvPr/>
        </p:nvSpPr>
        <p:spPr>
          <a:xfrm>
            <a:off x="10397108" y="1354582"/>
            <a:ext cx="10293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17375E"/>
                </a:solidFill>
                <a:effectLst/>
                <a:uLnTx/>
                <a:uFillTx/>
                <a:latin typeface="Calibri"/>
                <a:cs typeface="Calibri"/>
              </a:rPr>
              <a:t>Data</a:t>
            </a:r>
            <a:r>
              <a:rPr kumimoji="0" sz="1800" b="1" i="0" u="none" strike="noStrike" kern="0" cap="none" spc="-15" normalizeH="0" baseline="0" noProof="0" dirty="0">
                <a:ln>
                  <a:noFill/>
                </a:ln>
                <a:solidFill>
                  <a:srgbClr val="17375E"/>
                </a:solidFill>
                <a:effectLst/>
                <a:uLnTx/>
                <a:uFillTx/>
                <a:latin typeface="Calibri"/>
                <a:cs typeface="Calibri"/>
              </a:rPr>
              <a:t> </a:t>
            </a:r>
            <a:r>
              <a:rPr kumimoji="0" sz="1800" b="1" i="0" u="none" strike="noStrike" kern="0" cap="none" spc="-10" normalizeH="0" baseline="0" noProof="0" dirty="0">
                <a:ln>
                  <a:noFill/>
                </a:ln>
                <a:solidFill>
                  <a:srgbClr val="17375E"/>
                </a:solidFill>
                <a:effectLst/>
                <a:uLnTx/>
                <a:uFillTx/>
                <a:latin typeface="Calibri"/>
                <a:cs typeface="Calibri"/>
              </a:rPr>
              <a:t>users</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61" name="object 61"/>
          <p:cNvSpPr/>
          <p:nvPr/>
        </p:nvSpPr>
        <p:spPr>
          <a:xfrm>
            <a:off x="1619503" y="1997075"/>
            <a:ext cx="4845685" cy="922019"/>
          </a:xfrm>
          <a:custGeom>
            <a:avLst/>
            <a:gdLst/>
            <a:ahLst/>
            <a:cxnLst/>
            <a:rect l="l" t="t" r="r" b="b"/>
            <a:pathLst>
              <a:path w="4845685" h="922019">
                <a:moveTo>
                  <a:pt x="867791" y="323341"/>
                </a:moveTo>
                <a:lnTo>
                  <a:pt x="0" y="921512"/>
                </a:lnTo>
              </a:path>
              <a:path w="4845685" h="922019">
                <a:moveTo>
                  <a:pt x="1522730" y="323341"/>
                </a:moveTo>
                <a:lnTo>
                  <a:pt x="2421255" y="921512"/>
                </a:lnTo>
              </a:path>
              <a:path w="4845685" h="922019">
                <a:moveTo>
                  <a:pt x="1658366" y="0"/>
                </a:moveTo>
                <a:lnTo>
                  <a:pt x="4845685" y="921512"/>
                </a:lnTo>
              </a:path>
            </a:pathLst>
          </a:custGeom>
          <a:ln w="19050">
            <a:solidFill>
              <a:srgbClr val="E6B8B8"/>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p:cNvSpPr/>
          <p:nvPr/>
        </p:nvSpPr>
        <p:spPr>
          <a:xfrm>
            <a:off x="5560187" y="5640793"/>
            <a:ext cx="3100705" cy="963294"/>
          </a:xfrm>
          <a:custGeom>
            <a:avLst/>
            <a:gdLst/>
            <a:ahLst/>
            <a:cxnLst/>
            <a:rect l="l" t="t" r="r" b="b"/>
            <a:pathLst>
              <a:path w="3100704" h="963295">
                <a:moveTo>
                  <a:pt x="81280" y="203898"/>
                </a:moveTo>
                <a:lnTo>
                  <a:pt x="0" y="178409"/>
                </a:lnTo>
                <a:lnTo>
                  <a:pt x="28448" y="258737"/>
                </a:lnTo>
                <a:lnTo>
                  <a:pt x="81280" y="203898"/>
                </a:lnTo>
                <a:close/>
              </a:path>
              <a:path w="3100704" h="963295">
                <a:moveTo>
                  <a:pt x="86360" y="255028"/>
                </a:moveTo>
                <a:lnTo>
                  <a:pt x="58928" y="228574"/>
                </a:lnTo>
                <a:lnTo>
                  <a:pt x="52324" y="235419"/>
                </a:lnTo>
                <a:lnTo>
                  <a:pt x="79629" y="261874"/>
                </a:lnTo>
                <a:lnTo>
                  <a:pt x="86360" y="255028"/>
                </a:lnTo>
                <a:close/>
              </a:path>
              <a:path w="3100704" h="963295">
                <a:moveTo>
                  <a:pt x="134493" y="300977"/>
                </a:moveTo>
                <a:lnTo>
                  <a:pt x="106934" y="274777"/>
                </a:lnTo>
                <a:lnTo>
                  <a:pt x="100330" y="281686"/>
                </a:lnTo>
                <a:lnTo>
                  <a:pt x="128016" y="307898"/>
                </a:lnTo>
                <a:lnTo>
                  <a:pt x="134493" y="300977"/>
                </a:lnTo>
                <a:close/>
              </a:path>
              <a:path w="3100704" h="963295">
                <a:moveTo>
                  <a:pt x="183261" y="346443"/>
                </a:moveTo>
                <a:lnTo>
                  <a:pt x="155321" y="320535"/>
                </a:lnTo>
                <a:lnTo>
                  <a:pt x="148844" y="327520"/>
                </a:lnTo>
                <a:lnTo>
                  <a:pt x="176784" y="353428"/>
                </a:lnTo>
                <a:lnTo>
                  <a:pt x="183261" y="346443"/>
                </a:lnTo>
                <a:close/>
              </a:path>
              <a:path w="3100704" h="963295">
                <a:moveTo>
                  <a:pt x="232537" y="391287"/>
                </a:moveTo>
                <a:lnTo>
                  <a:pt x="204216" y="365760"/>
                </a:lnTo>
                <a:lnTo>
                  <a:pt x="197866" y="372821"/>
                </a:lnTo>
                <a:lnTo>
                  <a:pt x="226060" y="398360"/>
                </a:lnTo>
                <a:lnTo>
                  <a:pt x="232537" y="391287"/>
                </a:lnTo>
                <a:close/>
              </a:path>
              <a:path w="3100704" h="963295">
                <a:moveTo>
                  <a:pt x="282448" y="435279"/>
                </a:moveTo>
                <a:lnTo>
                  <a:pt x="253746" y="410286"/>
                </a:lnTo>
                <a:lnTo>
                  <a:pt x="247523" y="417474"/>
                </a:lnTo>
                <a:lnTo>
                  <a:pt x="276225" y="442468"/>
                </a:lnTo>
                <a:lnTo>
                  <a:pt x="282448" y="435279"/>
                </a:lnTo>
                <a:close/>
              </a:path>
              <a:path w="3100704" h="963295">
                <a:moveTo>
                  <a:pt x="288290" y="86753"/>
                </a:moveTo>
                <a:lnTo>
                  <a:pt x="207264" y="60388"/>
                </a:lnTo>
                <a:lnTo>
                  <a:pt x="234823" y="141020"/>
                </a:lnTo>
                <a:lnTo>
                  <a:pt x="288290" y="86753"/>
                </a:lnTo>
                <a:close/>
              </a:path>
              <a:path w="3100704" h="963295">
                <a:moveTo>
                  <a:pt x="297434" y="142494"/>
                </a:moveTo>
                <a:lnTo>
                  <a:pt x="270256" y="115798"/>
                </a:lnTo>
                <a:lnTo>
                  <a:pt x="263652" y="122580"/>
                </a:lnTo>
                <a:lnTo>
                  <a:pt x="289941" y="148590"/>
                </a:lnTo>
                <a:lnTo>
                  <a:pt x="290830" y="149352"/>
                </a:lnTo>
                <a:lnTo>
                  <a:pt x="297434" y="142494"/>
                </a:lnTo>
                <a:close/>
              </a:path>
              <a:path w="3100704" h="963295">
                <a:moveTo>
                  <a:pt x="333248" y="478307"/>
                </a:moveTo>
                <a:lnTo>
                  <a:pt x="304038" y="453872"/>
                </a:lnTo>
                <a:lnTo>
                  <a:pt x="297942" y="461187"/>
                </a:lnTo>
                <a:lnTo>
                  <a:pt x="327152" y="485622"/>
                </a:lnTo>
                <a:lnTo>
                  <a:pt x="333248" y="478307"/>
                </a:lnTo>
                <a:close/>
              </a:path>
              <a:path w="3100704" h="963295">
                <a:moveTo>
                  <a:pt x="345313" y="188772"/>
                </a:moveTo>
                <a:lnTo>
                  <a:pt x="317881" y="162369"/>
                </a:lnTo>
                <a:lnTo>
                  <a:pt x="311277" y="169214"/>
                </a:lnTo>
                <a:lnTo>
                  <a:pt x="333375" y="190525"/>
                </a:lnTo>
                <a:lnTo>
                  <a:pt x="338836" y="195681"/>
                </a:lnTo>
                <a:lnTo>
                  <a:pt x="345313" y="188772"/>
                </a:lnTo>
                <a:close/>
              </a:path>
              <a:path w="3100704" h="963295">
                <a:moveTo>
                  <a:pt x="385064" y="520115"/>
                </a:moveTo>
                <a:lnTo>
                  <a:pt x="355219" y="496455"/>
                </a:lnTo>
                <a:lnTo>
                  <a:pt x="349250" y="503923"/>
                </a:lnTo>
                <a:lnTo>
                  <a:pt x="379095" y="527583"/>
                </a:lnTo>
                <a:lnTo>
                  <a:pt x="385064" y="520115"/>
                </a:lnTo>
                <a:close/>
              </a:path>
              <a:path w="3100704" h="963295">
                <a:moveTo>
                  <a:pt x="393827" y="234492"/>
                </a:moveTo>
                <a:lnTo>
                  <a:pt x="383540" y="225107"/>
                </a:lnTo>
                <a:lnTo>
                  <a:pt x="366014" y="208457"/>
                </a:lnTo>
                <a:lnTo>
                  <a:pt x="359537" y="215353"/>
                </a:lnTo>
                <a:lnTo>
                  <a:pt x="377190" y="232105"/>
                </a:lnTo>
                <a:lnTo>
                  <a:pt x="387350" y="241503"/>
                </a:lnTo>
                <a:lnTo>
                  <a:pt x="393827" y="234492"/>
                </a:lnTo>
                <a:close/>
              </a:path>
              <a:path w="3100704" h="963295">
                <a:moveTo>
                  <a:pt x="437896" y="560501"/>
                </a:moveTo>
                <a:lnTo>
                  <a:pt x="407416" y="537692"/>
                </a:lnTo>
                <a:lnTo>
                  <a:pt x="401701" y="545325"/>
                </a:lnTo>
                <a:lnTo>
                  <a:pt x="432181" y="568121"/>
                </a:lnTo>
                <a:lnTo>
                  <a:pt x="437896" y="560501"/>
                </a:lnTo>
                <a:close/>
              </a:path>
              <a:path w="3100704" h="963295">
                <a:moveTo>
                  <a:pt x="442976" y="279374"/>
                </a:moveTo>
                <a:lnTo>
                  <a:pt x="427736" y="265811"/>
                </a:lnTo>
                <a:lnTo>
                  <a:pt x="414782" y="253873"/>
                </a:lnTo>
                <a:lnTo>
                  <a:pt x="408305" y="260870"/>
                </a:lnTo>
                <a:lnTo>
                  <a:pt x="421386" y="272935"/>
                </a:lnTo>
                <a:lnTo>
                  <a:pt x="436626" y="286486"/>
                </a:lnTo>
                <a:lnTo>
                  <a:pt x="442976" y="279374"/>
                </a:lnTo>
                <a:close/>
              </a:path>
              <a:path w="3100704" h="963295">
                <a:moveTo>
                  <a:pt x="486791" y="24498"/>
                </a:moveTo>
                <a:lnTo>
                  <a:pt x="405257" y="0"/>
                </a:lnTo>
                <a:lnTo>
                  <a:pt x="434594" y="79984"/>
                </a:lnTo>
                <a:lnTo>
                  <a:pt x="457441" y="55702"/>
                </a:lnTo>
                <a:lnTo>
                  <a:pt x="471551" y="68948"/>
                </a:lnTo>
                <a:lnTo>
                  <a:pt x="478028" y="62014"/>
                </a:lnTo>
                <a:lnTo>
                  <a:pt x="463931" y="48793"/>
                </a:lnTo>
                <a:lnTo>
                  <a:pt x="472135" y="40068"/>
                </a:lnTo>
                <a:lnTo>
                  <a:pt x="486791" y="24498"/>
                </a:lnTo>
                <a:close/>
              </a:path>
              <a:path w="3100704" h="963295">
                <a:moveTo>
                  <a:pt x="491998" y="599274"/>
                </a:moveTo>
                <a:lnTo>
                  <a:pt x="460756" y="577418"/>
                </a:lnTo>
                <a:lnTo>
                  <a:pt x="455295" y="585228"/>
                </a:lnTo>
                <a:lnTo>
                  <a:pt x="486537" y="607072"/>
                </a:lnTo>
                <a:lnTo>
                  <a:pt x="491998" y="599274"/>
                </a:lnTo>
                <a:close/>
              </a:path>
              <a:path w="3100704" h="963295">
                <a:moveTo>
                  <a:pt x="493141" y="323189"/>
                </a:moveTo>
                <a:lnTo>
                  <a:pt x="472567" y="305752"/>
                </a:lnTo>
                <a:lnTo>
                  <a:pt x="464312" y="298373"/>
                </a:lnTo>
                <a:lnTo>
                  <a:pt x="457962" y="305485"/>
                </a:lnTo>
                <a:lnTo>
                  <a:pt x="466471" y="313004"/>
                </a:lnTo>
                <a:lnTo>
                  <a:pt x="486918" y="330441"/>
                </a:lnTo>
                <a:lnTo>
                  <a:pt x="493141" y="323189"/>
                </a:lnTo>
                <a:close/>
              </a:path>
              <a:path w="3100704" h="963295">
                <a:moveTo>
                  <a:pt x="527050" y="107048"/>
                </a:moveTo>
                <a:lnTo>
                  <a:pt x="498983" y="81330"/>
                </a:lnTo>
                <a:lnTo>
                  <a:pt x="492506" y="88353"/>
                </a:lnTo>
                <a:lnTo>
                  <a:pt x="520700" y="114071"/>
                </a:lnTo>
                <a:lnTo>
                  <a:pt x="527050" y="107048"/>
                </a:lnTo>
                <a:close/>
              </a:path>
              <a:path w="3100704" h="963295">
                <a:moveTo>
                  <a:pt x="544322" y="365721"/>
                </a:moveTo>
                <a:lnTo>
                  <a:pt x="518287" y="344627"/>
                </a:lnTo>
                <a:lnTo>
                  <a:pt x="514858" y="341731"/>
                </a:lnTo>
                <a:lnTo>
                  <a:pt x="508635" y="348983"/>
                </a:lnTo>
                <a:lnTo>
                  <a:pt x="512191" y="352031"/>
                </a:lnTo>
                <a:lnTo>
                  <a:pt x="538226" y="373113"/>
                </a:lnTo>
                <a:lnTo>
                  <a:pt x="544322" y="365721"/>
                </a:lnTo>
                <a:close/>
              </a:path>
              <a:path w="3100704" h="963295">
                <a:moveTo>
                  <a:pt x="547243" y="636231"/>
                </a:moveTo>
                <a:lnTo>
                  <a:pt x="515366" y="615480"/>
                </a:lnTo>
                <a:lnTo>
                  <a:pt x="510159" y="623468"/>
                </a:lnTo>
                <a:lnTo>
                  <a:pt x="542036" y="644220"/>
                </a:lnTo>
                <a:lnTo>
                  <a:pt x="547243" y="636231"/>
                </a:lnTo>
                <a:close/>
              </a:path>
              <a:path w="3100704" h="963295">
                <a:moveTo>
                  <a:pt x="576580" y="151676"/>
                </a:moveTo>
                <a:lnTo>
                  <a:pt x="559308" y="136448"/>
                </a:lnTo>
                <a:lnTo>
                  <a:pt x="548132" y="126326"/>
                </a:lnTo>
                <a:lnTo>
                  <a:pt x="541782" y="133362"/>
                </a:lnTo>
                <a:lnTo>
                  <a:pt x="552958" y="143598"/>
                </a:lnTo>
                <a:lnTo>
                  <a:pt x="570230" y="158813"/>
                </a:lnTo>
                <a:lnTo>
                  <a:pt x="576580" y="151676"/>
                </a:lnTo>
                <a:close/>
              </a:path>
              <a:path w="3100704" h="963295">
                <a:moveTo>
                  <a:pt x="596646" y="406704"/>
                </a:moveTo>
                <a:lnTo>
                  <a:pt x="566420" y="383565"/>
                </a:lnTo>
                <a:lnTo>
                  <a:pt x="560578" y="391134"/>
                </a:lnTo>
                <a:lnTo>
                  <a:pt x="590931" y="414274"/>
                </a:lnTo>
                <a:lnTo>
                  <a:pt x="596646" y="406704"/>
                </a:lnTo>
                <a:close/>
              </a:path>
              <a:path w="3100704" h="963295">
                <a:moveTo>
                  <a:pt x="603885" y="671131"/>
                </a:moveTo>
                <a:lnTo>
                  <a:pt x="571119" y="651637"/>
                </a:lnTo>
                <a:lnTo>
                  <a:pt x="566293" y="659815"/>
                </a:lnTo>
                <a:lnTo>
                  <a:pt x="598932" y="679310"/>
                </a:lnTo>
                <a:lnTo>
                  <a:pt x="603885" y="671131"/>
                </a:lnTo>
                <a:close/>
              </a:path>
              <a:path w="3100704" h="963295">
                <a:moveTo>
                  <a:pt x="626872" y="195173"/>
                </a:moveTo>
                <a:lnTo>
                  <a:pt x="597916" y="170510"/>
                </a:lnTo>
                <a:lnTo>
                  <a:pt x="591693" y="177761"/>
                </a:lnTo>
                <a:lnTo>
                  <a:pt x="620776" y="202425"/>
                </a:lnTo>
                <a:lnTo>
                  <a:pt x="626872" y="195173"/>
                </a:lnTo>
                <a:close/>
              </a:path>
              <a:path w="3100704" h="963295">
                <a:moveTo>
                  <a:pt x="650367" y="445960"/>
                </a:moveTo>
                <a:lnTo>
                  <a:pt x="619379" y="423760"/>
                </a:lnTo>
                <a:lnTo>
                  <a:pt x="613918" y="431507"/>
                </a:lnTo>
                <a:lnTo>
                  <a:pt x="644779" y="453694"/>
                </a:lnTo>
                <a:lnTo>
                  <a:pt x="650367" y="445960"/>
                </a:lnTo>
                <a:close/>
              </a:path>
              <a:path w="3100704" h="963295">
                <a:moveTo>
                  <a:pt x="661543" y="703999"/>
                </a:moveTo>
                <a:lnTo>
                  <a:pt x="657606" y="701878"/>
                </a:lnTo>
                <a:lnTo>
                  <a:pt x="628269" y="685660"/>
                </a:lnTo>
                <a:lnTo>
                  <a:pt x="623697" y="693991"/>
                </a:lnTo>
                <a:lnTo>
                  <a:pt x="653161" y="710298"/>
                </a:lnTo>
                <a:lnTo>
                  <a:pt x="657098" y="712419"/>
                </a:lnTo>
                <a:lnTo>
                  <a:pt x="661543" y="703999"/>
                </a:lnTo>
                <a:close/>
              </a:path>
              <a:path w="3100704" h="963295">
                <a:moveTo>
                  <a:pt x="678307" y="237286"/>
                </a:moveTo>
                <a:lnTo>
                  <a:pt x="676656" y="235978"/>
                </a:lnTo>
                <a:lnTo>
                  <a:pt x="648843" y="213347"/>
                </a:lnTo>
                <a:lnTo>
                  <a:pt x="642874" y="220738"/>
                </a:lnTo>
                <a:lnTo>
                  <a:pt x="670814" y="243522"/>
                </a:lnTo>
                <a:lnTo>
                  <a:pt x="672465" y="244817"/>
                </a:lnTo>
                <a:lnTo>
                  <a:pt x="678307" y="237286"/>
                </a:lnTo>
                <a:close/>
              </a:path>
              <a:path w="3100704" h="963295">
                <a:moveTo>
                  <a:pt x="705612" y="483069"/>
                </a:moveTo>
                <a:lnTo>
                  <a:pt x="673735" y="462038"/>
                </a:lnTo>
                <a:lnTo>
                  <a:pt x="668528" y="469976"/>
                </a:lnTo>
                <a:lnTo>
                  <a:pt x="700278" y="491020"/>
                </a:lnTo>
                <a:lnTo>
                  <a:pt x="705612" y="483069"/>
                </a:lnTo>
                <a:close/>
              </a:path>
              <a:path w="3100704" h="963295">
                <a:moveTo>
                  <a:pt x="720725" y="734288"/>
                </a:moveTo>
                <a:lnTo>
                  <a:pt x="718439" y="733221"/>
                </a:lnTo>
                <a:lnTo>
                  <a:pt x="687832" y="717842"/>
                </a:lnTo>
                <a:lnTo>
                  <a:pt x="686816" y="717346"/>
                </a:lnTo>
                <a:lnTo>
                  <a:pt x="682371" y="725766"/>
                </a:lnTo>
                <a:lnTo>
                  <a:pt x="714375" y="741832"/>
                </a:lnTo>
                <a:lnTo>
                  <a:pt x="716661" y="742911"/>
                </a:lnTo>
                <a:lnTo>
                  <a:pt x="720725" y="734288"/>
                </a:lnTo>
                <a:close/>
              </a:path>
              <a:path w="3100704" h="963295">
                <a:moveTo>
                  <a:pt x="731266" y="277583"/>
                </a:moveTo>
                <a:lnTo>
                  <a:pt x="717169" y="267335"/>
                </a:lnTo>
                <a:lnTo>
                  <a:pt x="700913" y="254762"/>
                </a:lnTo>
                <a:lnTo>
                  <a:pt x="695071" y="262293"/>
                </a:lnTo>
                <a:lnTo>
                  <a:pt x="711581" y="275031"/>
                </a:lnTo>
                <a:lnTo>
                  <a:pt x="725678" y="285280"/>
                </a:lnTo>
                <a:lnTo>
                  <a:pt x="731266" y="277583"/>
                </a:lnTo>
                <a:close/>
              </a:path>
              <a:path w="3100704" h="963295">
                <a:moveTo>
                  <a:pt x="762254" y="517867"/>
                </a:moveTo>
                <a:lnTo>
                  <a:pt x="729615" y="498055"/>
                </a:lnTo>
                <a:lnTo>
                  <a:pt x="724662" y="506183"/>
                </a:lnTo>
                <a:lnTo>
                  <a:pt x="757301" y="525995"/>
                </a:lnTo>
                <a:lnTo>
                  <a:pt x="762254" y="517867"/>
                </a:lnTo>
                <a:close/>
              </a:path>
              <a:path w="3100704" h="963295">
                <a:moveTo>
                  <a:pt x="781304" y="761936"/>
                </a:moveTo>
                <a:lnTo>
                  <a:pt x="749681" y="747941"/>
                </a:lnTo>
                <a:lnTo>
                  <a:pt x="746633" y="746467"/>
                </a:lnTo>
                <a:lnTo>
                  <a:pt x="742569" y="755091"/>
                </a:lnTo>
                <a:lnTo>
                  <a:pt x="745871" y="756640"/>
                </a:lnTo>
                <a:lnTo>
                  <a:pt x="777367" y="770648"/>
                </a:lnTo>
                <a:lnTo>
                  <a:pt x="781304" y="761936"/>
                </a:lnTo>
                <a:close/>
              </a:path>
              <a:path w="3100704" h="963295">
                <a:moveTo>
                  <a:pt x="785622" y="316001"/>
                </a:moveTo>
                <a:lnTo>
                  <a:pt x="758571" y="297535"/>
                </a:lnTo>
                <a:lnTo>
                  <a:pt x="754380" y="294424"/>
                </a:lnTo>
                <a:lnTo>
                  <a:pt x="748792" y="302120"/>
                </a:lnTo>
                <a:lnTo>
                  <a:pt x="753237" y="305396"/>
                </a:lnTo>
                <a:lnTo>
                  <a:pt x="780161" y="323862"/>
                </a:lnTo>
                <a:lnTo>
                  <a:pt x="785622" y="316001"/>
                </a:lnTo>
                <a:close/>
              </a:path>
              <a:path w="3100704" h="963295">
                <a:moveTo>
                  <a:pt x="820293" y="549846"/>
                </a:moveTo>
                <a:lnTo>
                  <a:pt x="815467" y="547357"/>
                </a:lnTo>
                <a:lnTo>
                  <a:pt x="787019" y="531622"/>
                </a:lnTo>
                <a:lnTo>
                  <a:pt x="782447" y="539953"/>
                </a:lnTo>
                <a:lnTo>
                  <a:pt x="811149" y="555840"/>
                </a:lnTo>
                <a:lnTo>
                  <a:pt x="815975" y="558330"/>
                </a:lnTo>
                <a:lnTo>
                  <a:pt x="820293" y="549846"/>
                </a:lnTo>
                <a:close/>
              </a:path>
              <a:path w="3100704" h="963295">
                <a:moveTo>
                  <a:pt x="841375" y="352171"/>
                </a:moveTo>
                <a:lnTo>
                  <a:pt x="809244" y="331762"/>
                </a:lnTo>
                <a:lnTo>
                  <a:pt x="804164" y="339813"/>
                </a:lnTo>
                <a:lnTo>
                  <a:pt x="836295" y="360210"/>
                </a:lnTo>
                <a:lnTo>
                  <a:pt x="841375" y="352171"/>
                </a:lnTo>
                <a:close/>
              </a:path>
              <a:path w="3100704" h="963295">
                <a:moveTo>
                  <a:pt x="842899" y="786815"/>
                </a:moveTo>
                <a:lnTo>
                  <a:pt x="813689" y="775474"/>
                </a:lnTo>
                <a:lnTo>
                  <a:pt x="807593" y="772909"/>
                </a:lnTo>
                <a:lnTo>
                  <a:pt x="803910" y="781697"/>
                </a:lnTo>
                <a:lnTo>
                  <a:pt x="810260" y="784352"/>
                </a:lnTo>
                <a:lnTo>
                  <a:pt x="839470" y="795693"/>
                </a:lnTo>
                <a:lnTo>
                  <a:pt x="842899" y="786815"/>
                </a:lnTo>
                <a:close/>
              </a:path>
              <a:path w="3100704" h="963295">
                <a:moveTo>
                  <a:pt x="879983" y="578993"/>
                </a:moveTo>
                <a:lnTo>
                  <a:pt x="870077" y="574497"/>
                </a:lnTo>
                <a:lnTo>
                  <a:pt x="845693" y="562724"/>
                </a:lnTo>
                <a:lnTo>
                  <a:pt x="841502" y="571296"/>
                </a:lnTo>
                <a:lnTo>
                  <a:pt x="866140" y="583171"/>
                </a:lnTo>
                <a:lnTo>
                  <a:pt x="876046" y="587667"/>
                </a:lnTo>
                <a:lnTo>
                  <a:pt x="879983" y="578993"/>
                </a:lnTo>
                <a:close/>
              </a:path>
              <a:path w="3100704" h="963295">
                <a:moveTo>
                  <a:pt x="898779" y="385241"/>
                </a:moveTo>
                <a:lnTo>
                  <a:pt x="889508" y="380314"/>
                </a:lnTo>
                <a:lnTo>
                  <a:pt x="865886" y="366560"/>
                </a:lnTo>
                <a:lnTo>
                  <a:pt x="861060" y="374802"/>
                </a:lnTo>
                <a:lnTo>
                  <a:pt x="885063" y="388747"/>
                </a:lnTo>
                <a:lnTo>
                  <a:pt x="894334" y="393661"/>
                </a:lnTo>
                <a:lnTo>
                  <a:pt x="898779" y="385241"/>
                </a:lnTo>
                <a:close/>
              </a:path>
              <a:path w="3100704" h="963295">
                <a:moveTo>
                  <a:pt x="905637" y="808824"/>
                </a:moveTo>
                <a:lnTo>
                  <a:pt x="879856" y="800163"/>
                </a:lnTo>
                <a:lnTo>
                  <a:pt x="869569" y="796505"/>
                </a:lnTo>
                <a:lnTo>
                  <a:pt x="866394" y="805472"/>
                </a:lnTo>
                <a:lnTo>
                  <a:pt x="876808" y="809193"/>
                </a:lnTo>
                <a:lnTo>
                  <a:pt x="902589" y="817841"/>
                </a:lnTo>
                <a:lnTo>
                  <a:pt x="905637" y="808824"/>
                </a:lnTo>
                <a:close/>
              </a:path>
              <a:path w="3100704" h="963295">
                <a:moveTo>
                  <a:pt x="941070" y="605104"/>
                </a:moveTo>
                <a:lnTo>
                  <a:pt x="926719" y="599363"/>
                </a:lnTo>
                <a:lnTo>
                  <a:pt x="906018" y="590562"/>
                </a:lnTo>
                <a:lnTo>
                  <a:pt x="902423" y="599363"/>
                </a:lnTo>
                <a:lnTo>
                  <a:pt x="923163" y="608215"/>
                </a:lnTo>
                <a:lnTo>
                  <a:pt x="937641" y="613956"/>
                </a:lnTo>
                <a:lnTo>
                  <a:pt x="941070" y="605104"/>
                </a:lnTo>
                <a:close/>
              </a:path>
              <a:path w="3100704" h="963295">
                <a:moveTo>
                  <a:pt x="958088" y="415315"/>
                </a:moveTo>
                <a:lnTo>
                  <a:pt x="935736" y="404710"/>
                </a:lnTo>
                <a:lnTo>
                  <a:pt x="924052" y="398576"/>
                </a:lnTo>
                <a:lnTo>
                  <a:pt x="919607" y="406996"/>
                </a:lnTo>
                <a:lnTo>
                  <a:pt x="931672" y="413308"/>
                </a:lnTo>
                <a:lnTo>
                  <a:pt x="954011" y="423926"/>
                </a:lnTo>
                <a:lnTo>
                  <a:pt x="958088" y="415315"/>
                </a:lnTo>
                <a:close/>
              </a:path>
              <a:path w="3100704" h="963295">
                <a:moveTo>
                  <a:pt x="969010" y="828738"/>
                </a:moveTo>
                <a:lnTo>
                  <a:pt x="949452" y="822883"/>
                </a:lnTo>
                <a:lnTo>
                  <a:pt x="932688" y="817575"/>
                </a:lnTo>
                <a:lnTo>
                  <a:pt x="929767" y="826655"/>
                </a:lnTo>
                <a:lnTo>
                  <a:pt x="946658" y="832002"/>
                </a:lnTo>
                <a:lnTo>
                  <a:pt x="966343" y="837857"/>
                </a:lnTo>
                <a:lnTo>
                  <a:pt x="969010" y="828738"/>
                </a:lnTo>
                <a:close/>
              </a:path>
              <a:path w="3100704" h="963295">
                <a:moveTo>
                  <a:pt x="1003554" y="627964"/>
                </a:moveTo>
                <a:lnTo>
                  <a:pt x="985139" y="621677"/>
                </a:lnTo>
                <a:lnTo>
                  <a:pt x="967740" y="615276"/>
                </a:lnTo>
                <a:lnTo>
                  <a:pt x="964438" y="624217"/>
                </a:lnTo>
                <a:lnTo>
                  <a:pt x="982091" y="630682"/>
                </a:lnTo>
                <a:lnTo>
                  <a:pt x="1000379" y="636981"/>
                </a:lnTo>
                <a:lnTo>
                  <a:pt x="1003554" y="627964"/>
                </a:lnTo>
                <a:close/>
              </a:path>
              <a:path w="3100704" h="963295">
                <a:moveTo>
                  <a:pt x="1018908" y="442188"/>
                </a:moveTo>
                <a:lnTo>
                  <a:pt x="983742" y="427456"/>
                </a:lnTo>
                <a:lnTo>
                  <a:pt x="980059" y="436232"/>
                </a:lnTo>
                <a:lnTo>
                  <a:pt x="1015238" y="450964"/>
                </a:lnTo>
                <a:lnTo>
                  <a:pt x="1018908" y="442188"/>
                </a:lnTo>
                <a:close/>
              </a:path>
              <a:path w="3100704" h="963295">
                <a:moveTo>
                  <a:pt x="1033018" y="846950"/>
                </a:moveTo>
                <a:lnTo>
                  <a:pt x="1022985" y="844270"/>
                </a:lnTo>
                <a:lnTo>
                  <a:pt x="996442" y="836739"/>
                </a:lnTo>
                <a:lnTo>
                  <a:pt x="993762" y="845896"/>
                </a:lnTo>
                <a:lnTo>
                  <a:pt x="1020559" y="853478"/>
                </a:lnTo>
                <a:lnTo>
                  <a:pt x="1030605" y="856145"/>
                </a:lnTo>
                <a:lnTo>
                  <a:pt x="1033018" y="846950"/>
                </a:lnTo>
                <a:close/>
              </a:path>
              <a:path w="3100704" h="963295">
                <a:moveTo>
                  <a:pt x="1066787" y="648347"/>
                </a:moveTo>
                <a:lnTo>
                  <a:pt x="1046607" y="642200"/>
                </a:lnTo>
                <a:lnTo>
                  <a:pt x="1030478" y="636968"/>
                </a:lnTo>
                <a:lnTo>
                  <a:pt x="1027557" y="646023"/>
                </a:lnTo>
                <a:lnTo>
                  <a:pt x="1043813" y="651306"/>
                </a:lnTo>
                <a:lnTo>
                  <a:pt x="1064006" y="657466"/>
                </a:lnTo>
                <a:lnTo>
                  <a:pt x="1066787" y="648347"/>
                </a:lnTo>
                <a:close/>
              </a:path>
              <a:path w="3100704" h="963295">
                <a:moveTo>
                  <a:pt x="1081011" y="465620"/>
                </a:moveTo>
                <a:lnTo>
                  <a:pt x="1045210" y="452564"/>
                </a:lnTo>
                <a:lnTo>
                  <a:pt x="1042035" y="461505"/>
                </a:lnTo>
                <a:lnTo>
                  <a:pt x="1077709" y="474573"/>
                </a:lnTo>
                <a:lnTo>
                  <a:pt x="1081011" y="465620"/>
                </a:lnTo>
                <a:close/>
              </a:path>
              <a:path w="3100704" h="963295">
                <a:moveTo>
                  <a:pt x="1097826" y="863688"/>
                </a:moveTo>
                <a:lnTo>
                  <a:pt x="1061085" y="854443"/>
                </a:lnTo>
                <a:lnTo>
                  <a:pt x="1060704" y="854316"/>
                </a:lnTo>
                <a:lnTo>
                  <a:pt x="1058113" y="863688"/>
                </a:lnTo>
                <a:lnTo>
                  <a:pt x="1058786" y="863688"/>
                </a:lnTo>
                <a:lnTo>
                  <a:pt x="1095235" y="872845"/>
                </a:lnTo>
                <a:lnTo>
                  <a:pt x="1097508" y="863688"/>
                </a:lnTo>
                <a:lnTo>
                  <a:pt x="1097826" y="863688"/>
                </a:lnTo>
                <a:close/>
              </a:path>
              <a:path w="3100704" h="963295">
                <a:moveTo>
                  <a:pt x="1130681" y="666775"/>
                </a:moveTo>
                <a:lnTo>
                  <a:pt x="1111631" y="661581"/>
                </a:lnTo>
                <a:lnTo>
                  <a:pt x="1094105" y="656488"/>
                </a:lnTo>
                <a:lnTo>
                  <a:pt x="1091438" y="665632"/>
                </a:lnTo>
                <a:lnTo>
                  <a:pt x="1109091" y="670775"/>
                </a:lnTo>
                <a:lnTo>
                  <a:pt x="1128268" y="675957"/>
                </a:lnTo>
                <a:lnTo>
                  <a:pt x="1130681" y="666775"/>
                </a:lnTo>
                <a:close/>
              </a:path>
              <a:path w="3100704" h="963295">
                <a:moveTo>
                  <a:pt x="1144270" y="485673"/>
                </a:moveTo>
                <a:lnTo>
                  <a:pt x="1107948" y="474560"/>
                </a:lnTo>
                <a:lnTo>
                  <a:pt x="1105027" y="483603"/>
                </a:lnTo>
                <a:lnTo>
                  <a:pt x="1107186" y="484327"/>
                </a:lnTo>
                <a:lnTo>
                  <a:pt x="1134491" y="492734"/>
                </a:lnTo>
                <a:lnTo>
                  <a:pt x="1141603" y="494817"/>
                </a:lnTo>
                <a:lnTo>
                  <a:pt x="1144270" y="485673"/>
                </a:lnTo>
                <a:close/>
              </a:path>
              <a:path w="3100704" h="963295">
                <a:moveTo>
                  <a:pt x="1162304" y="878738"/>
                </a:moveTo>
                <a:lnTo>
                  <a:pt x="1139698" y="873658"/>
                </a:lnTo>
                <a:lnTo>
                  <a:pt x="1125220" y="870229"/>
                </a:lnTo>
                <a:lnTo>
                  <a:pt x="1123061" y="879500"/>
                </a:lnTo>
                <a:lnTo>
                  <a:pt x="1137666" y="882954"/>
                </a:lnTo>
                <a:lnTo>
                  <a:pt x="1160272" y="888034"/>
                </a:lnTo>
                <a:lnTo>
                  <a:pt x="1162304" y="878738"/>
                </a:lnTo>
                <a:close/>
              </a:path>
              <a:path w="3100704" h="963295">
                <a:moveTo>
                  <a:pt x="1195197" y="683399"/>
                </a:moveTo>
                <a:lnTo>
                  <a:pt x="1179703" y="679653"/>
                </a:lnTo>
                <a:lnTo>
                  <a:pt x="1158240" y="674090"/>
                </a:lnTo>
                <a:lnTo>
                  <a:pt x="1155928" y="683399"/>
                </a:lnTo>
                <a:lnTo>
                  <a:pt x="1156284" y="683399"/>
                </a:lnTo>
                <a:lnTo>
                  <a:pt x="1177417" y="688911"/>
                </a:lnTo>
                <a:lnTo>
                  <a:pt x="1192911" y="692658"/>
                </a:lnTo>
                <a:lnTo>
                  <a:pt x="1195197" y="683399"/>
                </a:lnTo>
                <a:close/>
              </a:path>
              <a:path w="3100704" h="963295">
                <a:moveTo>
                  <a:pt x="1208405" y="503529"/>
                </a:moveTo>
                <a:lnTo>
                  <a:pt x="1193927" y="499745"/>
                </a:lnTo>
                <a:lnTo>
                  <a:pt x="1171702" y="493610"/>
                </a:lnTo>
                <a:lnTo>
                  <a:pt x="1169162" y="502805"/>
                </a:lnTo>
                <a:lnTo>
                  <a:pt x="1191514" y="508965"/>
                </a:lnTo>
                <a:lnTo>
                  <a:pt x="1205992" y="512737"/>
                </a:lnTo>
                <a:lnTo>
                  <a:pt x="1208405" y="503529"/>
                </a:lnTo>
                <a:close/>
              </a:path>
              <a:path w="3100704" h="963295">
                <a:moveTo>
                  <a:pt x="1227455" y="892543"/>
                </a:moveTo>
                <a:lnTo>
                  <a:pt x="1220851" y="891247"/>
                </a:lnTo>
                <a:lnTo>
                  <a:pt x="1190117" y="884834"/>
                </a:lnTo>
                <a:lnTo>
                  <a:pt x="1188212" y="894156"/>
                </a:lnTo>
                <a:lnTo>
                  <a:pt x="1218946" y="900595"/>
                </a:lnTo>
                <a:lnTo>
                  <a:pt x="1225550" y="901890"/>
                </a:lnTo>
                <a:lnTo>
                  <a:pt x="1227455" y="892543"/>
                </a:lnTo>
                <a:close/>
              </a:path>
              <a:path w="3100704" h="963295">
                <a:moveTo>
                  <a:pt x="1259967" y="698195"/>
                </a:moveTo>
                <a:lnTo>
                  <a:pt x="1250315" y="696188"/>
                </a:lnTo>
                <a:lnTo>
                  <a:pt x="1222883" y="689978"/>
                </a:lnTo>
                <a:lnTo>
                  <a:pt x="1220724" y="699262"/>
                </a:lnTo>
                <a:lnTo>
                  <a:pt x="1248410" y="705523"/>
                </a:lnTo>
                <a:lnTo>
                  <a:pt x="1258062" y="707529"/>
                </a:lnTo>
                <a:lnTo>
                  <a:pt x="1259967" y="698195"/>
                </a:lnTo>
                <a:close/>
              </a:path>
              <a:path w="3100704" h="963295">
                <a:moveTo>
                  <a:pt x="1273048" y="519214"/>
                </a:moveTo>
                <a:lnTo>
                  <a:pt x="1253236" y="514756"/>
                </a:lnTo>
                <a:lnTo>
                  <a:pt x="1235964" y="510540"/>
                </a:lnTo>
                <a:lnTo>
                  <a:pt x="1233678" y="519798"/>
                </a:lnTo>
                <a:lnTo>
                  <a:pt x="1251077" y="524052"/>
                </a:lnTo>
                <a:lnTo>
                  <a:pt x="1270889" y="528510"/>
                </a:lnTo>
                <a:lnTo>
                  <a:pt x="1273048" y="519214"/>
                </a:lnTo>
                <a:close/>
              </a:path>
              <a:path w="3100704" h="963295">
                <a:moveTo>
                  <a:pt x="1292860" y="904684"/>
                </a:moveTo>
                <a:lnTo>
                  <a:pt x="1262126" y="899325"/>
                </a:lnTo>
                <a:lnTo>
                  <a:pt x="1255522" y="898017"/>
                </a:lnTo>
                <a:lnTo>
                  <a:pt x="1253617" y="907376"/>
                </a:lnTo>
                <a:lnTo>
                  <a:pt x="1260475" y="908710"/>
                </a:lnTo>
                <a:lnTo>
                  <a:pt x="1291209" y="914069"/>
                </a:lnTo>
                <a:lnTo>
                  <a:pt x="1292860" y="904684"/>
                </a:lnTo>
                <a:close/>
              </a:path>
              <a:path w="3100704" h="963295">
                <a:moveTo>
                  <a:pt x="1325118" y="711619"/>
                </a:moveTo>
                <a:lnTo>
                  <a:pt x="1322959" y="711212"/>
                </a:lnTo>
                <a:lnTo>
                  <a:pt x="1288034" y="703986"/>
                </a:lnTo>
                <a:lnTo>
                  <a:pt x="1286002" y="713308"/>
                </a:lnTo>
                <a:lnTo>
                  <a:pt x="1321308" y="720585"/>
                </a:lnTo>
                <a:lnTo>
                  <a:pt x="1323467" y="720991"/>
                </a:lnTo>
                <a:lnTo>
                  <a:pt x="1325118" y="711619"/>
                </a:lnTo>
                <a:close/>
              </a:path>
              <a:path w="3100704" h="963295">
                <a:moveTo>
                  <a:pt x="1338072" y="533209"/>
                </a:moveTo>
                <a:lnTo>
                  <a:pt x="1314831" y="528637"/>
                </a:lnTo>
                <a:lnTo>
                  <a:pt x="1300861" y="525487"/>
                </a:lnTo>
                <a:lnTo>
                  <a:pt x="1298829" y="534784"/>
                </a:lnTo>
                <a:lnTo>
                  <a:pt x="1313053" y="537984"/>
                </a:lnTo>
                <a:lnTo>
                  <a:pt x="1336167" y="542556"/>
                </a:lnTo>
                <a:lnTo>
                  <a:pt x="1338072" y="533209"/>
                </a:lnTo>
                <a:close/>
              </a:path>
              <a:path w="3100704" h="963295">
                <a:moveTo>
                  <a:pt x="1358519" y="915809"/>
                </a:moveTo>
                <a:lnTo>
                  <a:pt x="1346073" y="913980"/>
                </a:lnTo>
                <a:lnTo>
                  <a:pt x="1321054" y="909599"/>
                </a:lnTo>
                <a:lnTo>
                  <a:pt x="1319403" y="918984"/>
                </a:lnTo>
                <a:lnTo>
                  <a:pt x="1344676" y="923404"/>
                </a:lnTo>
                <a:lnTo>
                  <a:pt x="1357122" y="925233"/>
                </a:lnTo>
                <a:lnTo>
                  <a:pt x="1358519" y="915809"/>
                </a:lnTo>
                <a:close/>
              </a:path>
              <a:path w="3100704" h="963295">
                <a:moveTo>
                  <a:pt x="1390777" y="723392"/>
                </a:moveTo>
                <a:lnTo>
                  <a:pt x="1353312" y="716661"/>
                </a:lnTo>
                <a:lnTo>
                  <a:pt x="1351661" y="726046"/>
                </a:lnTo>
                <a:lnTo>
                  <a:pt x="1389126" y="732777"/>
                </a:lnTo>
                <a:lnTo>
                  <a:pt x="1390777" y="723392"/>
                </a:lnTo>
                <a:close/>
              </a:path>
              <a:path w="3100704" h="963295">
                <a:moveTo>
                  <a:pt x="1403477" y="545439"/>
                </a:moveTo>
                <a:lnTo>
                  <a:pt x="1378204" y="541096"/>
                </a:lnTo>
                <a:lnTo>
                  <a:pt x="1366139" y="538721"/>
                </a:lnTo>
                <a:lnTo>
                  <a:pt x="1364234" y="548068"/>
                </a:lnTo>
                <a:lnTo>
                  <a:pt x="1376553" y="550481"/>
                </a:lnTo>
                <a:lnTo>
                  <a:pt x="1401826" y="554837"/>
                </a:lnTo>
                <a:lnTo>
                  <a:pt x="1403477" y="545439"/>
                </a:lnTo>
                <a:close/>
              </a:path>
              <a:path w="3100704" h="963295">
                <a:moveTo>
                  <a:pt x="1424432" y="925601"/>
                </a:moveTo>
                <a:lnTo>
                  <a:pt x="1386713" y="920013"/>
                </a:lnTo>
                <a:lnTo>
                  <a:pt x="1385316" y="929436"/>
                </a:lnTo>
                <a:lnTo>
                  <a:pt x="1423035" y="935024"/>
                </a:lnTo>
                <a:lnTo>
                  <a:pt x="1424432" y="925601"/>
                </a:lnTo>
                <a:close/>
              </a:path>
              <a:path w="3100704" h="963295">
                <a:moveTo>
                  <a:pt x="1456563" y="733539"/>
                </a:moveTo>
                <a:lnTo>
                  <a:pt x="1418844" y="727837"/>
                </a:lnTo>
                <a:lnTo>
                  <a:pt x="1417447" y="737247"/>
                </a:lnTo>
                <a:lnTo>
                  <a:pt x="1455166" y="742962"/>
                </a:lnTo>
                <a:lnTo>
                  <a:pt x="1456563" y="733539"/>
                </a:lnTo>
                <a:close/>
              </a:path>
              <a:path w="3100704" h="963295">
                <a:moveTo>
                  <a:pt x="1469136" y="556031"/>
                </a:moveTo>
                <a:lnTo>
                  <a:pt x="1442847" y="552221"/>
                </a:lnTo>
                <a:lnTo>
                  <a:pt x="1431671" y="550278"/>
                </a:lnTo>
                <a:lnTo>
                  <a:pt x="1430020" y="559676"/>
                </a:lnTo>
                <a:lnTo>
                  <a:pt x="1441577" y="561644"/>
                </a:lnTo>
                <a:lnTo>
                  <a:pt x="1467866" y="565454"/>
                </a:lnTo>
                <a:lnTo>
                  <a:pt x="1469136" y="556031"/>
                </a:lnTo>
                <a:close/>
              </a:path>
              <a:path w="3100704" h="963295">
                <a:moveTo>
                  <a:pt x="1490472" y="934021"/>
                </a:moveTo>
                <a:lnTo>
                  <a:pt x="1474216" y="932154"/>
                </a:lnTo>
                <a:lnTo>
                  <a:pt x="1452626" y="929386"/>
                </a:lnTo>
                <a:lnTo>
                  <a:pt x="1451483" y="938822"/>
                </a:lnTo>
                <a:lnTo>
                  <a:pt x="1473073" y="941616"/>
                </a:lnTo>
                <a:lnTo>
                  <a:pt x="1489329" y="943483"/>
                </a:lnTo>
                <a:lnTo>
                  <a:pt x="1490472" y="934021"/>
                </a:lnTo>
                <a:close/>
              </a:path>
              <a:path w="3100704" h="963295">
                <a:moveTo>
                  <a:pt x="1522603" y="742162"/>
                </a:moveTo>
                <a:lnTo>
                  <a:pt x="1484757" y="737476"/>
                </a:lnTo>
                <a:lnTo>
                  <a:pt x="1483614" y="746925"/>
                </a:lnTo>
                <a:lnTo>
                  <a:pt x="1521333" y="751611"/>
                </a:lnTo>
                <a:lnTo>
                  <a:pt x="1522603" y="742162"/>
                </a:lnTo>
                <a:close/>
              </a:path>
              <a:path w="3100704" h="963295">
                <a:moveTo>
                  <a:pt x="1535176" y="564870"/>
                </a:moveTo>
                <a:lnTo>
                  <a:pt x="1508506" y="561721"/>
                </a:lnTo>
                <a:lnTo>
                  <a:pt x="1497457" y="560120"/>
                </a:lnTo>
                <a:lnTo>
                  <a:pt x="1496060" y="569556"/>
                </a:lnTo>
                <a:lnTo>
                  <a:pt x="1507363" y="571182"/>
                </a:lnTo>
                <a:lnTo>
                  <a:pt x="1534033" y="574319"/>
                </a:lnTo>
                <a:lnTo>
                  <a:pt x="1535176" y="564870"/>
                </a:lnTo>
                <a:close/>
              </a:path>
              <a:path w="3100704" h="963295">
                <a:moveTo>
                  <a:pt x="1556639" y="941019"/>
                </a:moveTo>
                <a:lnTo>
                  <a:pt x="1518793" y="937260"/>
                </a:lnTo>
                <a:lnTo>
                  <a:pt x="1517777" y="946734"/>
                </a:lnTo>
                <a:lnTo>
                  <a:pt x="1555750" y="950493"/>
                </a:lnTo>
                <a:lnTo>
                  <a:pt x="1556639" y="941019"/>
                </a:lnTo>
                <a:close/>
              </a:path>
              <a:path w="3100704" h="963295">
                <a:moveTo>
                  <a:pt x="1588643" y="749465"/>
                </a:moveTo>
                <a:lnTo>
                  <a:pt x="1586357" y="749261"/>
                </a:lnTo>
                <a:lnTo>
                  <a:pt x="1550797" y="745617"/>
                </a:lnTo>
                <a:lnTo>
                  <a:pt x="1549908" y="755091"/>
                </a:lnTo>
                <a:lnTo>
                  <a:pt x="1585468" y="758748"/>
                </a:lnTo>
                <a:lnTo>
                  <a:pt x="1587881" y="758952"/>
                </a:lnTo>
                <a:lnTo>
                  <a:pt x="1588643" y="749465"/>
                </a:lnTo>
                <a:close/>
              </a:path>
              <a:path w="3100704" h="963295">
                <a:moveTo>
                  <a:pt x="1601343" y="571931"/>
                </a:moveTo>
                <a:lnTo>
                  <a:pt x="1574673" y="569518"/>
                </a:lnTo>
                <a:lnTo>
                  <a:pt x="1563497" y="568210"/>
                </a:lnTo>
                <a:lnTo>
                  <a:pt x="1562354" y="577672"/>
                </a:lnTo>
                <a:lnTo>
                  <a:pt x="1573784" y="579005"/>
                </a:lnTo>
                <a:lnTo>
                  <a:pt x="1600454" y="581418"/>
                </a:lnTo>
                <a:lnTo>
                  <a:pt x="1601343" y="571931"/>
                </a:lnTo>
                <a:close/>
              </a:path>
              <a:path w="3100704" h="963295">
                <a:moveTo>
                  <a:pt x="1622933" y="946492"/>
                </a:moveTo>
                <a:lnTo>
                  <a:pt x="1603121" y="945083"/>
                </a:lnTo>
                <a:lnTo>
                  <a:pt x="1585087" y="943521"/>
                </a:lnTo>
                <a:lnTo>
                  <a:pt x="1584198" y="953008"/>
                </a:lnTo>
                <a:lnTo>
                  <a:pt x="1602486" y="954582"/>
                </a:lnTo>
                <a:lnTo>
                  <a:pt x="1622298" y="955992"/>
                </a:lnTo>
                <a:lnTo>
                  <a:pt x="1622933" y="946492"/>
                </a:lnTo>
                <a:close/>
              </a:path>
              <a:path w="3100704" h="963295">
                <a:moveTo>
                  <a:pt x="1655064" y="754824"/>
                </a:moveTo>
                <a:lnTo>
                  <a:pt x="1624330" y="752589"/>
                </a:lnTo>
                <a:lnTo>
                  <a:pt x="1617091" y="751954"/>
                </a:lnTo>
                <a:lnTo>
                  <a:pt x="1616329" y="761441"/>
                </a:lnTo>
                <a:lnTo>
                  <a:pt x="1623568" y="762088"/>
                </a:lnTo>
                <a:lnTo>
                  <a:pt x="1654302" y="764324"/>
                </a:lnTo>
                <a:lnTo>
                  <a:pt x="1655064" y="754824"/>
                </a:lnTo>
                <a:close/>
              </a:path>
              <a:path w="3100704" h="963295">
                <a:moveTo>
                  <a:pt x="1667637" y="577215"/>
                </a:moveTo>
                <a:lnTo>
                  <a:pt x="1640967" y="575513"/>
                </a:lnTo>
                <a:lnTo>
                  <a:pt x="1629791" y="574509"/>
                </a:lnTo>
                <a:lnTo>
                  <a:pt x="1628902" y="583996"/>
                </a:lnTo>
                <a:lnTo>
                  <a:pt x="1640332" y="585025"/>
                </a:lnTo>
                <a:lnTo>
                  <a:pt x="1667002" y="586714"/>
                </a:lnTo>
                <a:lnTo>
                  <a:pt x="1667637" y="577215"/>
                </a:lnTo>
                <a:close/>
              </a:path>
              <a:path w="3100704" h="963295">
                <a:moveTo>
                  <a:pt x="1689354" y="950633"/>
                </a:moveTo>
                <a:lnTo>
                  <a:pt x="1651381" y="948448"/>
                </a:lnTo>
                <a:lnTo>
                  <a:pt x="1650873" y="957948"/>
                </a:lnTo>
                <a:lnTo>
                  <a:pt x="1688973" y="960145"/>
                </a:lnTo>
                <a:lnTo>
                  <a:pt x="1689354" y="950633"/>
                </a:lnTo>
                <a:close/>
              </a:path>
              <a:path w="3100704" h="963295">
                <a:moveTo>
                  <a:pt x="1721485" y="758405"/>
                </a:moveTo>
                <a:lnTo>
                  <a:pt x="1699895" y="757529"/>
                </a:lnTo>
                <a:lnTo>
                  <a:pt x="1683512" y="756577"/>
                </a:lnTo>
                <a:lnTo>
                  <a:pt x="1682877" y="766089"/>
                </a:lnTo>
                <a:lnTo>
                  <a:pt x="1699514" y="767054"/>
                </a:lnTo>
                <a:lnTo>
                  <a:pt x="1721104" y="767918"/>
                </a:lnTo>
                <a:lnTo>
                  <a:pt x="1721485" y="758405"/>
                </a:lnTo>
                <a:close/>
              </a:path>
              <a:path w="3100704" h="963295">
                <a:moveTo>
                  <a:pt x="1734058" y="580529"/>
                </a:moveTo>
                <a:lnTo>
                  <a:pt x="1706753" y="579704"/>
                </a:lnTo>
                <a:lnTo>
                  <a:pt x="1696085" y="579018"/>
                </a:lnTo>
                <a:lnTo>
                  <a:pt x="1695577" y="588530"/>
                </a:lnTo>
                <a:lnTo>
                  <a:pt x="1706499" y="589216"/>
                </a:lnTo>
                <a:lnTo>
                  <a:pt x="1733804" y="590054"/>
                </a:lnTo>
                <a:lnTo>
                  <a:pt x="1734058" y="580529"/>
                </a:lnTo>
                <a:close/>
              </a:path>
              <a:path w="3100704" h="963295">
                <a:moveTo>
                  <a:pt x="1755902" y="952931"/>
                </a:moveTo>
                <a:lnTo>
                  <a:pt x="1731137" y="952322"/>
                </a:lnTo>
                <a:lnTo>
                  <a:pt x="1717929" y="951788"/>
                </a:lnTo>
                <a:lnTo>
                  <a:pt x="1717548" y="961301"/>
                </a:lnTo>
                <a:lnTo>
                  <a:pt x="1730883" y="961834"/>
                </a:lnTo>
                <a:lnTo>
                  <a:pt x="1755648" y="962456"/>
                </a:lnTo>
                <a:lnTo>
                  <a:pt x="1755902" y="952931"/>
                </a:lnTo>
                <a:close/>
              </a:path>
              <a:path w="3100704" h="963295">
                <a:moveTo>
                  <a:pt x="1787906" y="760107"/>
                </a:moveTo>
                <a:lnTo>
                  <a:pt x="1778508" y="760107"/>
                </a:lnTo>
                <a:lnTo>
                  <a:pt x="1749933" y="759371"/>
                </a:lnTo>
                <a:lnTo>
                  <a:pt x="1749679" y="768896"/>
                </a:lnTo>
                <a:lnTo>
                  <a:pt x="1778406" y="769632"/>
                </a:lnTo>
                <a:lnTo>
                  <a:pt x="1787906" y="769632"/>
                </a:lnTo>
                <a:lnTo>
                  <a:pt x="1787906" y="760107"/>
                </a:lnTo>
                <a:close/>
              </a:path>
              <a:path w="3100704" h="963295">
                <a:moveTo>
                  <a:pt x="1800606" y="581698"/>
                </a:moveTo>
                <a:lnTo>
                  <a:pt x="1771904" y="581698"/>
                </a:lnTo>
                <a:lnTo>
                  <a:pt x="1762633" y="581406"/>
                </a:lnTo>
                <a:lnTo>
                  <a:pt x="1762379" y="590931"/>
                </a:lnTo>
                <a:lnTo>
                  <a:pt x="1771904" y="591223"/>
                </a:lnTo>
                <a:lnTo>
                  <a:pt x="1800606" y="591223"/>
                </a:lnTo>
                <a:lnTo>
                  <a:pt x="1800606" y="581698"/>
                </a:lnTo>
                <a:close/>
              </a:path>
              <a:path w="3100704" h="963295">
                <a:moveTo>
                  <a:pt x="1822577" y="963168"/>
                </a:moveTo>
                <a:lnTo>
                  <a:pt x="1822564" y="962964"/>
                </a:lnTo>
                <a:lnTo>
                  <a:pt x="1822450" y="953643"/>
                </a:lnTo>
                <a:lnTo>
                  <a:pt x="1814830" y="953643"/>
                </a:lnTo>
                <a:lnTo>
                  <a:pt x="1784350" y="953439"/>
                </a:lnTo>
                <a:lnTo>
                  <a:pt x="1784350" y="962964"/>
                </a:lnTo>
                <a:lnTo>
                  <a:pt x="1814957" y="963168"/>
                </a:lnTo>
                <a:lnTo>
                  <a:pt x="1822577" y="963168"/>
                </a:lnTo>
                <a:close/>
              </a:path>
              <a:path w="3100704" h="963295">
                <a:moveTo>
                  <a:pt x="1854708" y="769239"/>
                </a:moveTo>
                <a:lnTo>
                  <a:pt x="1854466" y="760234"/>
                </a:lnTo>
                <a:lnTo>
                  <a:pt x="1854454" y="759714"/>
                </a:lnTo>
                <a:lnTo>
                  <a:pt x="1847850" y="759904"/>
                </a:lnTo>
                <a:lnTo>
                  <a:pt x="1816481" y="760234"/>
                </a:lnTo>
                <a:lnTo>
                  <a:pt x="1816481" y="769759"/>
                </a:lnTo>
                <a:lnTo>
                  <a:pt x="1848104" y="769429"/>
                </a:lnTo>
                <a:lnTo>
                  <a:pt x="1854708" y="769239"/>
                </a:lnTo>
                <a:close/>
              </a:path>
              <a:path w="3100704" h="963295">
                <a:moveTo>
                  <a:pt x="1867408" y="590270"/>
                </a:moveTo>
                <a:lnTo>
                  <a:pt x="1867065" y="581698"/>
                </a:lnTo>
                <a:lnTo>
                  <a:pt x="1867027" y="580745"/>
                </a:lnTo>
                <a:lnTo>
                  <a:pt x="1835785" y="581698"/>
                </a:lnTo>
                <a:lnTo>
                  <a:pt x="1829181" y="581698"/>
                </a:lnTo>
                <a:lnTo>
                  <a:pt x="1829181" y="591223"/>
                </a:lnTo>
                <a:lnTo>
                  <a:pt x="1836166" y="591223"/>
                </a:lnTo>
                <a:lnTo>
                  <a:pt x="1867408" y="590270"/>
                </a:lnTo>
                <a:close/>
              </a:path>
              <a:path w="3100704" h="963295">
                <a:moveTo>
                  <a:pt x="1889252" y="961796"/>
                </a:moveTo>
                <a:lnTo>
                  <a:pt x="1889023" y="953312"/>
                </a:lnTo>
                <a:lnTo>
                  <a:pt x="1888998" y="952271"/>
                </a:lnTo>
                <a:lnTo>
                  <a:pt x="1854847" y="953312"/>
                </a:lnTo>
                <a:lnTo>
                  <a:pt x="1851025" y="953312"/>
                </a:lnTo>
                <a:lnTo>
                  <a:pt x="1851126" y="961796"/>
                </a:lnTo>
                <a:lnTo>
                  <a:pt x="1851152" y="962837"/>
                </a:lnTo>
                <a:lnTo>
                  <a:pt x="1854669" y="962837"/>
                </a:lnTo>
                <a:lnTo>
                  <a:pt x="1889252" y="961796"/>
                </a:lnTo>
                <a:close/>
              </a:path>
              <a:path w="3100704" h="963295">
                <a:moveTo>
                  <a:pt x="1921510" y="766559"/>
                </a:moveTo>
                <a:lnTo>
                  <a:pt x="1921002" y="758888"/>
                </a:lnTo>
                <a:lnTo>
                  <a:pt x="1920875" y="757059"/>
                </a:lnTo>
                <a:lnTo>
                  <a:pt x="1919224" y="757059"/>
                </a:lnTo>
                <a:lnTo>
                  <a:pt x="1883283" y="758888"/>
                </a:lnTo>
                <a:lnTo>
                  <a:pt x="1883029" y="758888"/>
                </a:lnTo>
                <a:lnTo>
                  <a:pt x="1883232" y="766559"/>
                </a:lnTo>
                <a:lnTo>
                  <a:pt x="1883283" y="768413"/>
                </a:lnTo>
                <a:lnTo>
                  <a:pt x="1883549" y="768413"/>
                </a:lnTo>
                <a:lnTo>
                  <a:pt x="1919986" y="766559"/>
                </a:lnTo>
                <a:lnTo>
                  <a:pt x="1921510" y="766559"/>
                </a:lnTo>
                <a:close/>
              </a:path>
              <a:path w="3100704" h="963295">
                <a:moveTo>
                  <a:pt x="1934210" y="586282"/>
                </a:moveTo>
                <a:lnTo>
                  <a:pt x="1933359" y="577240"/>
                </a:lnTo>
                <a:lnTo>
                  <a:pt x="1933321" y="576795"/>
                </a:lnTo>
                <a:lnTo>
                  <a:pt x="1928368" y="577240"/>
                </a:lnTo>
                <a:lnTo>
                  <a:pt x="1896338" y="579437"/>
                </a:lnTo>
                <a:lnTo>
                  <a:pt x="1895602" y="579437"/>
                </a:lnTo>
                <a:lnTo>
                  <a:pt x="1895868" y="586282"/>
                </a:lnTo>
                <a:lnTo>
                  <a:pt x="1895983" y="588949"/>
                </a:lnTo>
                <a:lnTo>
                  <a:pt x="1896986" y="588949"/>
                </a:lnTo>
                <a:lnTo>
                  <a:pt x="1929257" y="586727"/>
                </a:lnTo>
                <a:lnTo>
                  <a:pt x="1934210" y="586282"/>
                </a:lnTo>
                <a:close/>
              </a:path>
              <a:path w="3100704" h="963295">
                <a:moveTo>
                  <a:pt x="1956054" y="958354"/>
                </a:moveTo>
                <a:lnTo>
                  <a:pt x="1955558" y="951064"/>
                </a:lnTo>
                <a:lnTo>
                  <a:pt x="1955495" y="950137"/>
                </a:lnTo>
                <a:lnTo>
                  <a:pt x="1955419" y="948855"/>
                </a:lnTo>
                <a:lnTo>
                  <a:pt x="1937004" y="950137"/>
                </a:lnTo>
                <a:lnTo>
                  <a:pt x="1917446" y="951064"/>
                </a:lnTo>
                <a:lnTo>
                  <a:pt x="1917827" y="958354"/>
                </a:lnTo>
                <a:lnTo>
                  <a:pt x="1917954" y="960577"/>
                </a:lnTo>
                <a:lnTo>
                  <a:pt x="1937639" y="959637"/>
                </a:lnTo>
                <a:lnTo>
                  <a:pt x="1956054" y="958354"/>
                </a:lnTo>
                <a:close/>
              </a:path>
              <a:path w="3100704" h="963295">
                <a:moveTo>
                  <a:pt x="1988058" y="760958"/>
                </a:moveTo>
                <a:lnTo>
                  <a:pt x="1987169" y="751471"/>
                </a:lnTo>
                <a:lnTo>
                  <a:pt x="1954149" y="754595"/>
                </a:lnTo>
                <a:lnTo>
                  <a:pt x="1949323" y="754926"/>
                </a:lnTo>
                <a:lnTo>
                  <a:pt x="1950046" y="764082"/>
                </a:lnTo>
                <a:lnTo>
                  <a:pt x="1950085" y="764425"/>
                </a:lnTo>
                <a:lnTo>
                  <a:pt x="1955038" y="764082"/>
                </a:lnTo>
                <a:lnTo>
                  <a:pt x="1988058" y="760958"/>
                </a:lnTo>
                <a:close/>
              </a:path>
              <a:path w="3100704" h="963295">
                <a:moveTo>
                  <a:pt x="2000758" y="579069"/>
                </a:moveTo>
                <a:lnTo>
                  <a:pt x="1999361" y="569633"/>
                </a:lnTo>
                <a:lnTo>
                  <a:pt x="1987423" y="571258"/>
                </a:lnTo>
                <a:lnTo>
                  <a:pt x="1961642" y="574192"/>
                </a:lnTo>
                <a:lnTo>
                  <a:pt x="1962785" y="583653"/>
                </a:lnTo>
                <a:lnTo>
                  <a:pt x="1988693" y="580694"/>
                </a:lnTo>
                <a:lnTo>
                  <a:pt x="2000758" y="579069"/>
                </a:lnTo>
                <a:close/>
              </a:path>
              <a:path w="3100704" h="963295">
                <a:moveTo>
                  <a:pt x="2022729" y="952563"/>
                </a:moveTo>
                <a:lnTo>
                  <a:pt x="2021674" y="943864"/>
                </a:lnTo>
                <a:lnTo>
                  <a:pt x="2021586" y="943102"/>
                </a:lnTo>
                <a:lnTo>
                  <a:pt x="2015109" y="943864"/>
                </a:lnTo>
                <a:lnTo>
                  <a:pt x="1983740" y="946708"/>
                </a:lnTo>
                <a:lnTo>
                  <a:pt x="1984629" y="956195"/>
                </a:lnTo>
                <a:lnTo>
                  <a:pt x="2016125" y="953325"/>
                </a:lnTo>
                <a:lnTo>
                  <a:pt x="2022729" y="952563"/>
                </a:lnTo>
                <a:close/>
              </a:path>
              <a:path w="3100704" h="963295">
                <a:moveTo>
                  <a:pt x="2054479" y="752373"/>
                </a:moveTo>
                <a:lnTo>
                  <a:pt x="2053082" y="742950"/>
                </a:lnTo>
                <a:lnTo>
                  <a:pt x="2021840" y="747483"/>
                </a:lnTo>
                <a:lnTo>
                  <a:pt x="2015490" y="748207"/>
                </a:lnTo>
                <a:lnTo>
                  <a:pt x="2016531" y="756907"/>
                </a:lnTo>
                <a:lnTo>
                  <a:pt x="2016633" y="757669"/>
                </a:lnTo>
                <a:lnTo>
                  <a:pt x="2023110" y="756907"/>
                </a:lnTo>
                <a:lnTo>
                  <a:pt x="2054479" y="752373"/>
                </a:lnTo>
                <a:close/>
              </a:path>
              <a:path w="3100704" h="963295">
                <a:moveTo>
                  <a:pt x="2066671" y="567994"/>
                </a:moveTo>
                <a:lnTo>
                  <a:pt x="2064893" y="558634"/>
                </a:lnTo>
                <a:lnTo>
                  <a:pt x="2043684" y="562737"/>
                </a:lnTo>
                <a:lnTo>
                  <a:pt x="2027555" y="565429"/>
                </a:lnTo>
                <a:lnTo>
                  <a:pt x="2029079" y="574827"/>
                </a:lnTo>
                <a:lnTo>
                  <a:pt x="2045462" y="572084"/>
                </a:lnTo>
                <a:lnTo>
                  <a:pt x="2066671" y="567994"/>
                </a:lnTo>
                <a:close/>
              </a:path>
              <a:path w="3100704" h="963295">
                <a:moveTo>
                  <a:pt x="2088896" y="943952"/>
                </a:moveTo>
                <a:lnTo>
                  <a:pt x="2087626" y="934529"/>
                </a:lnTo>
                <a:lnTo>
                  <a:pt x="2053082" y="939406"/>
                </a:lnTo>
                <a:lnTo>
                  <a:pt x="2049907" y="939774"/>
                </a:lnTo>
                <a:lnTo>
                  <a:pt x="2050999" y="948842"/>
                </a:lnTo>
                <a:lnTo>
                  <a:pt x="2051050" y="949223"/>
                </a:lnTo>
                <a:lnTo>
                  <a:pt x="2054352" y="948842"/>
                </a:lnTo>
                <a:lnTo>
                  <a:pt x="2088896" y="943952"/>
                </a:lnTo>
                <a:close/>
              </a:path>
              <a:path w="3100704" h="963295">
                <a:moveTo>
                  <a:pt x="2120392" y="739952"/>
                </a:moveTo>
                <a:lnTo>
                  <a:pt x="2118156" y="730897"/>
                </a:lnTo>
                <a:lnTo>
                  <a:pt x="2118106" y="730681"/>
                </a:lnTo>
                <a:lnTo>
                  <a:pt x="2117344" y="730897"/>
                </a:lnTo>
                <a:lnTo>
                  <a:pt x="2086229" y="737247"/>
                </a:lnTo>
                <a:lnTo>
                  <a:pt x="2081149" y="738136"/>
                </a:lnTo>
                <a:lnTo>
                  <a:pt x="2082673" y="747522"/>
                </a:lnTo>
                <a:lnTo>
                  <a:pt x="2088261" y="746569"/>
                </a:lnTo>
                <a:lnTo>
                  <a:pt x="2119503" y="740156"/>
                </a:lnTo>
                <a:lnTo>
                  <a:pt x="2120392" y="739952"/>
                </a:lnTo>
                <a:close/>
              </a:path>
              <a:path w="3100704" h="963295">
                <a:moveTo>
                  <a:pt x="2131822" y="552081"/>
                </a:moveTo>
                <a:lnTo>
                  <a:pt x="2129155" y="542937"/>
                </a:lnTo>
                <a:lnTo>
                  <a:pt x="2123059" y="544741"/>
                </a:lnTo>
                <a:lnTo>
                  <a:pt x="2097024" y="551561"/>
                </a:lnTo>
                <a:lnTo>
                  <a:pt x="2092706" y="552538"/>
                </a:lnTo>
                <a:lnTo>
                  <a:pt x="2094738" y="561835"/>
                </a:lnTo>
                <a:lnTo>
                  <a:pt x="2099437" y="560781"/>
                </a:lnTo>
                <a:lnTo>
                  <a:pt x="2125726" y="553885"/>
                </a:lnTo>
                <a:lnTo>
                  <a:pt x="2131822" y="552081"/>
                </a:lnTo>
                <a:close/>
              </a:path>
              <a:path w="3100704" h="963295">
                <a:moveTo>
                  <a:pt x="2154809" y="932078"/>
                </a:moveTo>
                <a:lnTo>
                  <a:pt x="2152904" y="922743"/>
                </a:lnTo>
                <a:lnTo>
                  <a:pt x="2126107" y="928116"/>
                </a:lnTo>
                <a:lnTo>
                  <a:pt x="2115693" y="929868"/>
                </a:lnTo>
                <a:lnTo>
                  <a:pt x="2117217" y="939266"/>
                </a:lnTo>
                <a:lnTo>
                  <a:pt x="2128012" y="937463"/>
                </a:lnTo>
                <a:lnTo>
                  <a:pt x="2154809" y="932078"/>
                </a:lnTo>
                <a:close/>
              </a:path>
              <a:path w="3100704" h="963295">
                <a:moveTo>
                  <a:pt x="2185162" y="723112"/>
                </a:moveTo>
                <a:lnTo>
                  <a:pt x="2182368" y="714006"/>
                </a:lnTo>
                <a:lnTo>
                  <a:pt x="2177415" y="715543"/>
                </a:lnTo>
                <a:lnTo>
                  <a:pt x="2147570" y="723696"/>
                </a:lnTo>
                <a:lnTo>
                  <a:pt x="2145919" y="724065"/>
                </a:lnTo>
                <a:lnTo>
                  <a:pt x="2148090" y="732878"/>
                </a:lnTo>
                <a:lnTo>
                  <a:pt x="2148205" y="733323"/>
                </a:lnTo>
                <a:lnTo>
                  <a:pt x="2149983" y="732878"/>
                </a:lnTo>
                <a:lnTo>
                  <a:pt x="2180209" y="724649"/>
                </a:lnTo>
                <a:lnTo>
                  <a:pt x="2185162" y="723112"/>
                </a:lnTo>
                <a:close/>
              </a:path>
              <a:path w="3100704" h="963295">
                <a:moveTo>
                  <a:pt x="2195576" y="531406"/>
                </a:moveTo>
                <a:lnTo>
                  <a:pt x="2192401" y="522439"/>
                </a:lnTo>
                <a:lnTo>
                  <a:pt x="2173986" y="529018"/>
                </a:lnTo>
                <a:lnTo>
                  <a:pt x="2156460" y="534720"/>
                </a:lnTo>
                <a:lnTo>
                  <a:pt x="2159381" y="543775"/>
                </a:lnTo>
                <a:lnTo>
                  <a:pt x="2177161" y="537984"/>
                </a:lnTo>
                <a:lnTo>
                  <a:pt x="2195576" y="531406"/>
                </a:lnTo>
                <a:close/>
              </a:path>
              <a:path w="3100704" h="963295">
                <a:moveTo>
                  <a:pt x="2219985" y="916559"/>
                </a:moveTo>
                <a:lnTo>
                  <a:pt x="2217420" y="907262"/>
                </a:lnTo>
                <a:lnTo>
                  <a:pt x="2195322" y="913130"/>
                </a:lnTo>
                <a:lnTo>
                  <a:pt x="2180717" y="916559"/>
                </a:lnTo>
                <a:lnTo>
                  <a:pt x="2182876" y="925830"/>
                </a:lnTo>
                <a:lnTo>
                  <a:pt x="2197862" y="922337"/>
                </a:lnTo>
                <a:lnTo>
                  <a:pt x="2219566" y="916559"/>
                </a:lnTo>
                <a:lnTo>
                  <a:pt x="2219985" y="916559"/>
                </a:lnTo>
                <a:close/>
              </a:path>
              <a:path w="3100704" h="963295">
                <a:moveTo>
                  <a:pt x="2248662" y="702005"/>
                </a:moveTo>
                <a:lnTo>
                  <a:pt x="2245360" y="693089"/>
                </a:lnTo>
                <a:lnTo>
                  <a:pt x="2235835" y="696683"/>
                </a:lnTo>
                <a:lnTo>
                  <a:pt x="2209546" y="705599"/>
                </a:lnTo>
                <a:lnTo>
                  <a:pt x="2212594" y="714616"/>
                </a:lnTo>
                <a:lnTo>
                  <a:pt x="2239137" y="705599"/>
                </a:lnTo>
                <a:lnTo>
                  <a:pt x="2248662" y="702005"/>
                </a:lnTo>
                <a:close/>
              </a:path>
              <a:path w="3100704" h="963295">
                <a:moveTo>
                  <a:pt x="2257806" y="506361"/>
                </a:moveTo>
                <a:lnTo>
                  <a:pt x="2253869" y="497700"/>
                </a:lnTo>
                <a:lnTo>
                  <a:pt x="2247900" y="500392"/>
                </a:lnTo>
                <a:lnTo>
                  <a:pt x="2223516" y="510527"/>
                </a:lnTo>
                <a:lnTo>
                  <a:pt x="2218944" y="512318"/>
                </a:lnTo>
                <a:lnTo>
                  <a:pt x="2222373" y="521195"/>
                </a:lnTo>
                <a:lnTo>
                  <a:pt x="2227199" y="519328"/>
                </a:lnTo>
                <a:lnTo>
                  <a:pt x="2251837" y="509066"/>
                </a:lnTo>
                <a:lnTo>
                  <a:pt x="2257806" y="506361"/>
                </a:lnTo>
                <a:close/>
              </a:path>
              <a:path w="3100704" h="963295">
                <a:moveTo>
                  <a:pt x="2283968" y="897077"/>
                </a:moveTo>
                <a:lnTo>
                  <a:pt x="2280920" y="888034"/>
                </a:lnTo>
                <a:lnTo>
                  <a:pt x="2262505" y="894168"/>
                </a:lnTo>
                <a:lnTo>
                  <a:pt x="2244852" y="899477"/>
                </a:lnTo>
                <a:lnTo>
                  <a:pt x="2247519" y="908596"/>
                </a:lnTo>
                <a:lnTo>
                  <a:pt x="2265553" y="903211"/>
                </a:lnTo>
                <a:lnTo>
                  <a:pt x="2283968" y="897077"/>
                </a:lnTo>
                <a:close/>
              </a:path>
              <a:path w="3100704" h="963295">
                <a:moveTo>
                  <a:pt x="2310765" y="676948"/>
                </a:moveTo>
                <a:lnTo>
                  <a:pt x="2306955" y="668235"/>
                </a:lnTo>
                <a:lnTo>
                  <a:pt x="2292731" y="674484"/>
                </a:lnTo>
                <a:lnTo>
                  <a:pt x="2271903" y="682917"/>
                </a:lnTo>
                <a:lnTo>
                  <a:pt x="2275586" y="691730"/>
                </a:lnTo>
                <a:lnTo>
                  <a:pt x="2296541" y="683209"/>
                </a:lnTo>
                <a:lnTo>
                  <a:pt x="2310765" y="676948"/>
                </a:lnTo>
                <a:close/>
              </a:path>
              <a:path w="3100704" h="963295">
                <a:moveTo>
                  <a:pt x="2318004" y="477291"/>
                </a:moveTo>
                <a:lnTo>
                  <a:pt x="2313686" y="468820"/>
                </a:lnTo>
                <a:lnTo>
                  <a:pt x="2295525" y="478116"/>
                </a:lnTo>
                <a:lnTo>
                  <a:pt x="2279650" y="485749"/>
                </a:lnTo>
                <a:lnTo>
                  <a:pt x="2283841" y="494334"/>
                </a:lnTo>
                <a:lnTo>
                  <a:pt x="2299970" y="486587"/>
                </a:lnTo>
                <a:lnTo>
                  <a:pt x="2318004" y="477291"/>
                </a:lnTo>
                <a:close/>
              </a:path>
              <a:path w="3100704" h="963295">
                <a:moveTo>
                  <a:pt x="2346833" y="874001"/>
                </a:moveTo>
                <a:lnTo>
                  <a:pt x="2343277" y="865162"/>
                </a:lnTo>
                <a:lnTo>
                  <a:pt x="2327656" y="871410"/>
                </a:lnTo>
                <a:lnTo>
                  <a:pt x="2307844" y="878687"/>
                </a:lnTo>
                <a:lnTo>
                  <a:pt x="2311146" y="887628"/>
                </a:lnTo>
                <a:lnTo>
                  <a:pt x="2331212" y="880249"/>
                </a:lnTo>
                <a:lnTo>
                  <a:pt x="2346833" y="874001"/>
                </a:lnTo>
                <a:close/>
              </a:path>
              <a:path w="3100704" h="963295">
                <a:moveTo>
                  <a:pt x="2371217" y="648220"/>
                </a:moveTo>
                <a:lnTo>
                  <a:pt x="2366899" y="639711"/>
                </a:lnTo>
                <a:lnTo>
                  <a:pt x="2348103" y="649160"/>
                </a:lnTo>
                <a:lnTo>
                  <a:pt x="2332863" y="656424"/>
                </a:lnTo>
                <a:lnTo>
                  <a:pt x="2336927" y="665035"/>
                </a:lnTo>
                <a:lnTo>
                  <a:pt x="2352421" y="657682"/>
                </a:lnTo>
                <a:lnTo>
                  <a:pt x="2371217" y="648220"/>
                </a:lnTo>
                <a:close/>
              </a:path>
              <a:path w="3100704" h="963295">
                <a:moveTo>
                  <a:pt x="2376551" y="444601"/>
                </a:moveTo>
                <a:lnTo>
                  <a:pt x="2371471" y="436473"/>
                </a:lnTo>
                <a:lnTo>
                  <a:pt x="2364994" y="440474"/>
                </a:lnTo>
                <a:lnTo>
                  <a:pt x="2338578" y="455180"/>
                </a:lnTo>
                <a:lnTo>
                  <a:pt x="2343150" y="463499"/>
                </a:lnTo>
                <a:lnTo>
                  <a:pt x="2369947" y="448602"/>
                </a:lnTo>
                <a:lnTo>
                  <a:pt x="2376551" y="444601"/>
                </a:lnTo>
                <a:close/>
              </a:path>
              <a:path w="3100704" h="963295">
                <a:moveTo>
                  <a:pt x="2408301" y="847623"/>
                </a:moveTo>
                <a:lnTo>
                  <a:pt x="2404364" y="838987"/>
                </a:lnTo>
                <a:lnTo>
                  <a:pt x="2391283" y="845032"/>
                </a:lnTo>
                <a:lnTo>
                  <a:pt x="2369566" y="854329"/>
                </a:lnTo>
                <a:lnTo>
                  <a:pt x="2373376" y="863079"/>
                </a:lnTo>
                <a:lnTo>
                  <a:pt x="2395220" y="853668"/>
                </a:lnTo>
                <a:lnTo>
                  <a:pt x="2408301" y="847623"/>
                </a:lnTo>
                <a:close/>
              </a:path>
              <a:path w="3100704" h="963295">
                <a:moveTo>
                  <a:pt x="2430018" y="616242"/>
                </a:moveTo>
                <a:lnTo>
                  <a:pt x="2425319" y="607961"/>
                </a:lnTo>
                <a:lnTo>
                  <a:pt x="2402205" y="621080"/>
                </a:lnTo>
                <a:lnTo>
                  <a:pt x="2392172" y="626478"/>
                </a:lnTo>
                <a:lnTo>
                  <a:pt x="2396617" y="634873"/>
                </a:lnTo>
                <a:lnTo>
                  <a:pt x="2406904" y="629361"/>
                </a:lnTo>
                <a:lnTo>
                  <a:pt x="2430018" y="616242"/>
                </a:lnTo>
                <a:close/>
              </a:path>
              <a:path w="3100704" h="963295">
                <a:moveTo>
                  <a:pt x="2433066" y="409067"/>
                </a:moveTo>
                <a:lnTo>
                  <a:pt x="2427859" y="401142"/>
                </a:lnTo>
                <a:lnTo>
                  <a:pt x="2410206" y="412851"/>
                </a:lnTo>
                <a:lnTo>
                  <a:pt x="2395855" y="421563"/>
                </a:lnTo>
                <a:lnTo>
                  <a:pt x="2400935" y="429691"/>
                </a:lnTo>
                <a:lnTo>
                  <a:pt x="2415413" y="420789"/>
                </a:lnTo>
                <a:lnTo>
                  <a:pt x="2433066" y="409067"/>
                </a:lnTo>
                <a:close/>
              </a:path>
              <a:path w="3100704" h="963295">
                <a:moveTo>
                  <a:pt x="2468372" y="818210"/>
                </a:moveTo>
                <a:lnTo>
                  <a:pt x="2464054" y="809777"/>
                </a:lnTo>
                <a:lnTo>
                  <a:pt x="2453259" y="815416"/>
                </a:lnTo>
                <a:lnTo>
                  <a:pt x="2430018" y="826833"/>
                </a:lnTo>
                <a:lnTo>
                  <a:pt x="2434209" y="835380"/>
                </a:lnTo>
                <a:lnTo>
                  <a:pt x="2457704" y="823849"/>
                </a:lnTo>
                <a:lnTo>
                  <a:pt x="2468372" y="818210"/>
                </a:lnTo>
                <a:close/>
              </a:path>
              <a:path w="3100704" h="963295">
                <a:moveTo>
                  <a:pt x="2487168" y="581317"/>
                </a:moveTo>
                <a:lnTo>
                  <a:pt x="2481961" y="573354"/>
                </a:lnTo>
                <a:lnTo>
                  <a:pt x="2455037" y="590232"/>
                </a:lnTo>
                <a:lnTo>
                  <a:pt x="2449703" y="593407"/>
                </a:lnTo>
                <a:lnTo>
                  <a:pt x="2454656" y="601586"/>
                </a:lnTo>
                <a:lnTo>
                  <a:pt x="2460117" y="598297"/>
                </a:lnTo>
                <a:lnTo>
                  <a:pt x="2487168" y="581317"/>
                </a:lnTo>
                <a:close/>
              </a:path>
              <a:path w="3100704" h="963295">
                <a:moveTo>
                  <a:pt x="2488184" y="371144"/>
                </a:moveTo>
                <a:lnTo>
                  <a:pt x="2482596" y="363385"/>
                </a:lnTo>
                <a:lnTo>
                  <a:pt x="2454402" y="383514"/>
                </a:lnTo>
                <a:lnTo>
                  <a:pt x="2451608" y="385343"/>
                </a:lnTo>
                <a:lnTo>
                  <a:pt x="2456942" y="393280"/>
                </a:lnTo>
                <a:lnTo>
                  <a:pt x="2459990" y="391261"/>
                </a:lnTo>
                <a:lnTo>
                  <a:pt x="2488184" y="371144"/>
                </a:lnTo>
                <a:close/>
              </a:path>
              <a:path w="3100704" h="963295">
                <a:moveTo>
                  <a:pt x="2527046" y="786028"/>
                </a:moveTo>
                <a:lnTo>
                  <a:pt x="2522220" y="777798"/>
                </a:lnTo>
                <a:lnTo>
                  <a:pt x="2513711" y="782751"/>
                </a:lnTo>
                <a:lnTo>
                  <a:pt x="2489073" y="796417"/>
                </a:lnTo>
                <a:lnTo>
                  <a:pt x="2493772" y="804760"/>
                </a:lnTo>
                <a:lnTo>
                  <a:pt x="2518537" y="790981"/>
                </a:lnTo>
                <a:lnTo>
                  <a:pt x="2527046" y="786028"/>
                </a:lnTo>
                <a:close/>
              </a:path>
              <a:path w="3100704" h="963295">
                <a:moveTo>
                  <a:pt x="2541651" y="331228"/>
                </a:moveTo>
                <a:lnTo>
                  <a:pt x="2535936" y="323634"/>
                </a:lnTo>
                <a:lnTo>
                  <a:pt x="2505583" y="346646"/>
                </a:lnTo>
                <a:lnTo>
                  <a:pt x="2511298" y="354241"/>
                </a:lnTo>
                <a:lnTo>
                  <a:pt x="2541651" y="331228"/>
                </a:lnTo>
                <a:close/>
              </a:path>
              <a:path w="3100704" h="963295">
                <a:moveTo>
                  <a:pt x="2542413" y="543902"/>
                </a:moveTo>
                <a:lnTo>
                  <a:pt x="2537079" y="536079"/>
                </a:lnTo>
                <a:lnTo>
                  <a:pt x="2506726" y="557123"/>
                </a:lnTo>
                <a:lnTo>
                  <a:pt x="2505837" y="557720"/>
                </a:lnTo>
                <a:lnTo>
                  <a:pt x="2511044" y="565696"/>
                </a:lnTo>
                <a:lnTo>
                  <a:pt x="2512187" y="564934"/>
                </a:lnTo>
                <a:lnTo>
                  <a:pt x="2542413" y="543902"/>
                </a:lnTo>
                <a:close/>
              </a:path>
              <a:path w="3100704" h="963295">
                <a:moveTo>
                  <a:pt x="2584196" y="751370"/>
                </a:moveTo>
                <a:lnTo>
                  <a:pt x="2579116" y="743343"/>
                </a:lnTo>
                <a:lnTo>
                  <a:pt x="2573020" y="747229"/>
                </a:lnTo>
                <a:lnTo>
                  <a:pt x="2546731" y="763397"/>
                </a:lnTo>
                <a:lnTo>
                  <a:pt x="2551811" y="771499"/>
                </a:lnTo>
                <a:lnTo>
                  <a:pt x="2578100" y="755256"/>
                </a:lnTo>
                <a:lnTo>
                  <a:pt x="2584196" y="751370"/>
                </a:lnTo>
                <a:close/>
              </a:path>
              <a:path w="3100704" h="963295">
                <a:moveTo>
                  <a:pt x="2594102" y="289610"/>
                </a:moveTo>
                <a:lnTo>
                  <a:pt x="2588006" y="282282"/>
                </a:lnTo>
                <a:lnTo>
                  <a:pt x="2582926" y="286473"/>
                </a:lnTo>
                <a:lnTo>
                  <a:pt x="2558288" y="306031"/>
                </a:lnTo>
                <a:lnTo>
                  <a:pt x="2564257" y="313486"/>
                </a:lnTo>
                <a:lnTo>
                  <a:pt x="2589022" y="293801"/>
                </a:lnTo>
                <a:lnTo>
                  <a:pt x="2594102" y="289610"/>
                </a:lnTo>
                <a:close/>
              </a:path>
              <a:path w="3100704" h="963295">
                <a:moveTo>
                  <a:pt x="2596515" y="504609"/>
                </a:moveTo>
                <a:lnTo>
                  <a:pt x="2590800" y="496976"/>
                </a:lnTo>
                <a:lnTo>
                  <a:pt x="2560320" y="519772"/>
                </a:lnTo>
                <a:lnTo>
                  <a:pt x="2566035" y="527405"/>
                </a:lnTo>
                <a:lnTo>
                  <a:pt x="2596515" y="504609"/>
                </a:lnTo>
                <a:close/>
              </a:path>
              <a:path w="3100704" h="963295">
                <a:moveTo>
                  <a:pt x="2640076" y="714616"/>
                </a:moveTo>
                <a:lnTo>
                  <a:pt x="2634615" y="706793"/>
                </a:lnTo>
                <a:lnTo>
                  <a:pt x="2630932" y="709320"/>
                </a:lnTo>
                <a:lnTo>
                  <a:pt x="2603119" y="727964"/>
                </a:lnTo>
                <a:lnTo>
                  <a:pt x="2608326" y="735888"/>
                </a:lnTo>
                <a:lnTo>
                  <a:pt x="2636393" y="717143"/>
                </a:lnTo>
                <a:lnTo>
                  <a:pt x="2640076" y="714616"/>
                </a:lnTo>
                <a:close/>
              </a:path>
              <a:path w="3100704" h="963295">
                <a:moveTo>
                  <a:pt x="2645283" y="246786"/>
                </a:moveTo>
                <a:lnTo>
                  <a:pt x="2639060" y="239547"/>
                </a:lnTo>
                <a:lnTo>
                  <a:pt x="2624709" y="251841"/>
                </a:lnTo>
                <a:lnTo>
                  <a:pt x="2609977" y="264045"/>
                </a:lnTo>
                <a:lnTo>
                  <a:pt x="2616073" y="271373"/>
                </a:lnTo>
                <a:lnTo>
                  <a:pt x="2630932" y="259080"/>
                </a:lnTo>
                <a:lnTo>
                  <a:pt x="2645283" y="246786"/>
                </a:lnTo>
                <a:close/>
              </a:path>
              <a:path w="3100704" h="963295">
                <a:moveTo>
                  <a:pt x="2649220" y="463537"/>
                </a:moveTo>
                <a:lnTo>
                  <a:pt x="2643251" y="456082"/>
                </a:lnTo>
                <a:lnTo>
                  <a:pt x="2613406" y="479780"/>
                </a:lnTo>
                <a:lnTo>
                  <a:pt x="2619375" y="487235"/>
                </a:lnTo>
                <a:lnTo>
                  <a:pt x="2649220" y="463537"/>
                </a:lnTo>
                <a:close/>
              </a:path>
              <a:path w="3100704" h="963295">
                <a:moveTo>
                  <a:pt x="2694432" y="675805"/>
                </a:moveTo>
                <a:lnTo>
                  <a:pt x="2688844" y="668121"/>
                </a:lnTo>
                <a:lnTo>
                  <a:pt x="2658110" y="690486"/>
                </a:lnTo>
                <a:lnTo>
                  <a:pt x="2663571" y="698309"/>
                </a:lnTo>
                <a:lnTo>
                  <a:pt x="2665222" y="697179"/>
                </a:lnTo>
                <a:lnTo>
                  <a:pt x="2694432" y="675805"/>
                </a:lnTo>
                <a:close/>
              </a:path>
              <a:path w="3100704" h="963295">
                <a:moveTo>
                  <a:pt x="2695702" y="203111"/>
                </a:moveTo>
                <a:lnTo>
                  <a:pt x="2689479" y="195961"/>
                </a:lnTo>
                <a:lnTo>
                  <a:pt x="2666111" y="216446"/>
                </a:lnTo>
                <a:lnTo>
                  <a:pt x="2660777" y="220980"/>
                </a:lnTo>
                <a:lnTo>
                  <a:pt x="2667000" y="228219"/>
                </a:lnTo>
                <a:lnTo>
                  <a:pt x="2672334" y="223608"/>
                </a:lnTo>
                <a:lnTo>
                  <a:pt x="2695702" y="203111"/>
                </a:lnTo>
                <a:close/>
              </a:path>
              <a:path w="3100704" h="963295">
                <a:moveTo>
                  <a:pt x="2700782" y="421144"/>
                </a:moveTo>
                <a:lnTo>
                  <a:pt x="2694686" y="413816"/>
                </a:lnTo>
                <a:lnTo>
                  <a:pt x="2665476" y="438175"/>
                </a:lnTo>
                <a:lnTo>
                  <a:pt x="2671445" y="445503"/>
                </a:lnTo>
                <a:lnTo>
                  <a:pt x="2700782" y="421144"/>
                </a:lnTo>
                <a:close/>
              </a:path>
              <a:path w="3100704" h="963295">
                <a:moveTo>
                  <a:pt x="2745613" y="158838"/>
                </a:moveTo>
                <a:lnTo>
                  <a:pt x="2739263" y="151726"/>
                </a:lnTo>
                <a:lnTo>
                  <a:pt x="2710815" y="177101"/>
                </a:lnTo>
                <a:lnTo>
                  <a:pt x="2717165" y="184213"/>
                </a:lnTo>
                <a:lnTo>
                  <a:pt x="2745613" y="158838"/>
                </a:lnTo>
                <a:close/>
              </a:path>
              <a:path w="3100704" h="963295">
                <a:moveTo>
                  <a:pt x="2747772" y="635635"/>
                </a:moveTo>
                <a:lnTo>
                  <a:pt x="2741930" y="628103"/>
                </a:lnTo>
                <a:lnTo>
                  <a:pt x="2716022" y="648233"/>
                </a:lnTo>
                <a:lnTo>
                  <a:pt x="2711831" y="651256"/>
                </a:lnTo>
                <a:lnTo>
                  <a:pt x="2717546" y="658952"/>
                </a:lnTo>
                <a:lnTo>
                  <a:pt x="2721864" y="655751"/>
                </a:lnTo>
                <a:lnTo>
                  <a:pt x="2747772" y="635635"/>
                </a:lnTo>
                <a:close/>
              </a:path>
              <a:path w="3100704" h="963295">
                <a:moveTo>
                  <a:pt x="2751455" y="377571"/>
                </a:moveTo>
                <a:lnTo>
                  <a:pt x="2745105" y="370382"/>
                </a:lnTo>
                <a:lnTo>
                  <a:pt x="2716403" y="395363"/>
                </a:lnTo>
                <a:lnTo>
                  <a:pt x="2722626" y="402551"/>
                </a:lnTo>
                <a:lnTo>
                  <a:pt x="2751455" y="377571"/>
                </a:lnTo>
                <a:close/>
              </a:path>
              <a:path w="3100704" h="963295">
                <a:moveTo>
                  <a:pt x="2795397" y="114427"/>
                </a:moveTo>
                <a:lnTo>
                  <a:pt x="2789047" y="107327"/>
                </a:lnTo>
                <a:lnTo>
                  <a:pt x="2760599" y="132702"/>
                </a:lnTo>
                <a:lnTo>
                  <a:pt x="2766949" y="139801"/>
                </a:lnTo>
                <a:lnTo>
                  <a:pt x="2795397" y="114427"/>
                </a:lnTo>
                <a:close/>
              </a:path>
              <a:path w="3100704" h="963295">
                <a:moveTo>
                  <a:pt x="2800096" y="594156"/>
                </a:moveTo>
                <a:lnTo>
                  <a:pt x="2794127" y="586765"/>
                </a:lnTo>
                <a:lnTo>
                  <a:pt x="2771521" y="605155"/>
                </a:lnTo>
                <a:lnTo>
                  <a:pt x="2764536" y="610590"/>
                </a:lnTo>
                <a:lnTo>
                  <a:pt x="2770378" y="618121"/>
                </a:lnTo>
                <a:lnTo>
                  <a:pt x="2777617" y="612533"/>
                </a:lnTo>
                <a:lnTo>
                  <a:pt x="2800096" y="594156"/>
                </a:lnTo>
                <a:close/>
              </a:path>
              <a:path w="3100704" h="963295">
                <a:moveTo>
                  <a:pt x="2801239" y="333095"/>
                </a:moveTo>
                <a:lnTo>
                  <a:pt x="2794889" y="326009"/>
                </a:lnTo>
                <a:lnTo>
                  <a:pt x="2766441" y="351472"/>
                </a:lnTo>
                <a:lnTo>
                  <a:pt x="2772791" y="358559"/>
                </a:lnTo>
                <a:lnTo>
                  <a:pt x="2801239" y="333095"/>
                </a:lnTo>
                <a:close/>
              </a:path>
              <a:path w="3100704" h="963295">
                <a:moveTo>
                  <a:pt x="2850515" y="288099"/>
                </a:moveTo>
                <a:lnTo>
                  <a:pt x="2844038" y="281076"/>
                </a:lnTo>
                <a:lnTo>
                  <a:pt x="2815971" y="306806"/>
                </a:lnTo>
                <a:lnTo>
                  <a:pt x="2822321" y="313829"/>
                </a:lnTo>
                <a:lnTo>
                  <a:pt x="2850515" y="288099"/>
                </a:lnTo>
                <a:close/>
              </a:path>
              <a:path w="3100704" h="963295">
                <a:moveTo>
                  <a:pt x="2851531" y="551573"/>
                </a:moveTo>
                <a:lnTo>
                  <a:pt x="2845435" y="544322"/>
                </a:lnTo>
                <a:lnTo>
                  <a:pt x="2826385" y="560451"/>
                </a:lnTo>
                <a:lnTo>
                  <a:pt x="2816225" y="568718"/>
                </a:lnTo>
                <a:lnTo>
                  <a:pt x="2822321" y="576110"/>
                </a:lnTo>
                <a:lnTo>
                  <a:pt x="2832608" y="567702"/>
                </a:lnTo>
                <a:lnTo>
                  <a:pt x="2851531" y="551573"/>
                </a:lnTo>
                <a:close/>
              </a:path>
              <a:path w="3100704" h="963295">
                <a:moveTo>
                  <a:pt x="2899156" y="242519"/>
                </a:moveTo>
                <a:lnTo>
                  <a:pt x="2892679" y="235572"/>
                </a:lnTo>
                <a:lnTo>
                  <a:pt x="2864866" y="261620"/>
                </a:lnTo>
                <a:lnTo>
                  <a:pt x="2871343" y="268566"/>
                </a:lnTo>
                <a:lnTo>
                  <a:pt x="2899156" y="242519"/>
                </a:lnTo>
                <a:close/>
              </a:path>
              <a:path w="3100704" h="963295">
                <a:moveTo>
                  <a:pt x="2902204" y="508101"/>
                </a:moveTo>
                <a:lnTo>
                  <a:pt x="2895981" y="500938"/>
                </a:lnTo>
                <a:lnTo>
                  <a:pt x="2880614" y="514388"/>
                </a:lnTo>
                <a:lnTo>
                  <a:pt x="2867152" y="525805"/>
                </a:lnTo>
                <a:lnTo>
                  <a:pt x="2873375" y="533057"/>
                </a:lnTo>
                <a:lnTo>
                  <a:pt x="2886837" y="521550"/>
                </a:lnTo>
                <a:lnTo>
                  <a:pt x="2902204" y="508101"/>
                </a:lnTo>
                <a:close/>
              </a:path>
              <a:path w="3100704" h="963295">
                <a:moveTo>
                  <a:pt x="2947797" y="196938"/>
                </a:moveTo>
                <a:lnTo>
                  <a:pt x="2941320" y="189979"/>
                </a:lnTo>
                <a:lnTo>
                  <a:pt x="2913507" y="216027"/>
                </a:lnTo>
                <a:lnTo>
                  <a:pt x="2919984" y="222986"/>
                </a:lnTo>
                <a:lnTo>
                  <a:pt x="2947797" y="196938"/>
                </a:lnTo>
                <a:close/>
              </a:path>
              <a:path w="3100704" h="963295">
                <a:moveTo>
                  <a:pt x="2952242" y="463981"/>
                </a:moveTo>
                <a:lnTo>
                  <a:pt x="2945892" y="456895"/>
                </a:lnTo>
                <a:lnTo>
                  <a:pt x="2934335" y="467283"/>
                </a:lnTo>
                <a:lnTo>
                  <a:pt x="2917444" y="482104"/>
                </a:lnTo>
                <a:lnTo>
                  <a:pt x="2923667" y="489267"/>
                </a:lnTo>
                <a:lnTo>
                  <a:pt x="2940685" y="474370"/>
                </a:lnTo>
                <a:lnTo>
                  <a:pt x="2952242" y="463981"/>
                </a:lnTo>
                <a:close/>
              </a:path>
              <a:path w="3100704" h="963295">
                <a:moveTo>
                  <a:pt x="3001962" y="419404"/>
                </a:moveTo>
                <a:lnTo>
                  <a:pt x="2995422" y="412305"/>
                </a:lnTo>
                <a:lnTo>
                  <a:pt x="2987675" y="419404"/>
                </a:lnTo>
                <a:lnTo>
                  <a:pt x="2967228" y="437807"/>
                </a:lnTo>
                <a:lnTo>
                  <a:pt x="2973578" y="444893"/>
                </a:lnTo>
                <a:lnTo>
                  <a:pt x="2994152" y="426427"/>
                </a:lnTo>
                <a:lnTo>
                  <a:pt x="3001810" y="419404"/>
                </a:lnTo>
                <a:lnTo>
                  <a:pt x="3001962" y="419404"/>
                </a:lnTo>
                <a:close/>
              </a:path>
              <a:path w="3100704" h="963295">
                <a:moveTo>
                  <a:pt x="3051048" y="374294"/>
                </a:moveTo>
                <a:lnTo>
                  <a:pt x="3044571" y="367271"/>
                </a:lnTo>
                <a:lnTo>
                  <a:pt x="3016504" y="393014"/>
                </a:lnTo>
                <a:lnTo>
                  <a:pt x="3022981" y="400024"/>
                </a:lnTo>
                <a:lnTo>
                  <a:pt x="3051048" y="374294"/>
                </a:lnTo>
                <a:close/>
              </a:path>
              <a:path w="3100704" h="963295">
                <a:moveTo>
                  <a:pt x="3100197" y="329272"/>
                </a:moveTo>
                <a:lnTo>
                  <a:pt x="3093720" y="322249"/>
                </a:lnTo>
                <a:lnTo>
                  <a:pt x="3065653" y="347980"/>
                </a:lnTo>
                <a:lnTo>
                  <a:pt x="3072130" y="355003"/>
                </a:lnTo>
                <a:lnTo>
                  <a:pt x="3100197" y="329272"/>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p:cNvSpPr txBox="1"/>
          <p:nvPr/>
        </p:nvSpPr>
        <p:spPr>
          <a:xfrm>
            <a:off x="5937250" y="6591706"/>
            <a:ext cx="284035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17375E"/>
                </a:solidFill>
                <a:effectLst/>
                <a:uLnTx/>
                <a:uFillTx/>
                <a:latin typeface="Calibri"/>
                <a:cs typeface="Calibri"/>
              </a:rPr>
              <a:t>Scale</a:t>
            </a:r>
            <a:r>
              <a:rPr kumimoji="0" sz="1200" b="1" i="0" u="none" strike="noStrike" kern="0" cap="none" spc="-30" normalizeH="0" baseline="0" noProof="0" dirty="0">
                <a:ln>
                  <a:noFill/>
                </a:ln>
                <a:solidFill>
                  <a:srgbClr val="17375E"/>
                </a:solidFill>
                <a:effectLst/>
                <a:uLnTx/>
                <a:uFillTx/>
                <a:latin typeface="Calibri"/>
                <a:cs typeface="Calibri"/>
              </a:rPr>
              <a:t> </a:t>
            </a:r>
            <a:r>
              <a:rPr kumimoji="0" sz="1200" b="1" i="0" u="none" strike="noStrike" kern="0" cap="none" spc="0" normalizeH="0" baseline="0" noProof="0" dirty="0">
                <a:ln>
                  <a:noFill/>
                </a:ln>
                <a:solidFill>
                  <a:srgbClr val="17375E"/>
                </a:solidFill>
                <a:effectLst/>
                <a:uLnTx/>
                <a:uFillTx/>
                <a:latin typeface="Calibri"/>
                <a:cs typeface="Calibri"/>
              </a:rPr>
              <a:t>to</a:t>
            </a:r>
            <a:r>
              <a:rPr kumimoji="0" sz="1200" b="1" i="0" u="none" strike="noStrike" kern="0" cap="none" spc="-10" normalizeH="0" baseline="0" noProof="0" dirty="0">
                <a:ln>
                  <a:noFill/>
                </a:ln>
                <a:solidFill>
                  <a:srgbClr val="17375E"/>
                </a:solidFill>
                <a:effectLst/>
                <a:uLnTx/>
                <a:uFillTx/>
                <a:latin typeface="Calibri"/>
                <a:cs typeface="Calibri"/>
              </a:rPr>
              <a:t> highly-</a:t>
            </a:r>
            <a:r>
              <a:rPr kumimoji="0" sz="1200" b="1" i="0" u="none" strike="noStrike" kern="0" cap="none" spc="0" normalizeH="0" baseline="0" noProof="0" dirty="0">
                <a:ln>
                  <a:noFill/>
                </a:ln>
                <a:solidFill>
                  <a:srgbClr val="17375E"/>
                </a:solidFill>
                <a:effectLst/>
                <a:uLnTx/>
                <a:uFillTx/>
                <a:latin typeface="Calibri"/>
                <a:cs typeface="Calibri"/>
              </a:rPr>
              <a:t>available,</a:t>
            </a:r>
            <a:r>
              <a:rPr kumimoji="0" sz="1200" b="1" i="0" u="none" strike="noStrike" kern="0" cap="none" spc="-15" normalizeH="0" baseline="0" noProof="0" dirty="0">
                <a:ln>
                  <a:noFill/>
                </a:ln>
                <a:solidFill>
                  <a:srgbClr val="17375E"/>
                </a:solidFill>
                <a:effectLst/>
                <a:uLnTx/>
                <a:uFillTx/>
                <a:latin typeface="Calibri"/>
                <a:cs typeface="Calibri"/>
              </a:rPr>
              <a:t> </a:t>
            </a:r>
            <a:r>
              <a:rPr kumimoji="0" sz="1200" b="1" i="0" u="none" strike="noStrike" kern="0" cap="none" spc="0" normalizeH="0" baseline="0" noProof="0" dirty="0">
                <a:ln>
                  <a:noFill/>
                </a:ln>
                <a:solidFill>
                  <a:srgbClr val="17375E"/>
                </a:solidFill>
                <a:effectLst/>
                <a:uLnTx/>
                <a:uFillTx/>
                <a:latin typeface="Calibri"/>
                <a:cs typeface="Calibri"/>
              </a:rPr>
              <a:t>global data</a:t>
            </a:r>
            <a:r>
              <a:rPr kumimoji="0" sz="1200" b="1" i="0" u="none" strike="noStrike" kern="0" cap="none" spc="-10" normalizeH="0" baseline="0" noProof="0" dirty="0">
                <a:ln>
                  <a:noFill/>
                </a:ln>
                <a:solidFill>
                  <a:srgbClr val="17375E"/>
                </a:solidFill>
                <a:effectLst/>
                <a:uLnTx/>
                <a:uFillTx/>
                <a:latin typeface="Calibri"/>
                <a:cs typeface="Calibri"/>
              </a:rPr>
              <a:t> sharing</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7" y="-1"/>
            <a:ext cx="12191619" cy="6858000"/>
          </a:xfrm>
          <a:prstGeom prst="rect">
            <a:avLst/>
          </a:prstGeom>
        </p:spPr>
      </p:pic>
      <p:sp>
        <p:nvSpPr>
          <p:cNvPr id="3" name="object 3" descr="$PPTXTitle"/>
          <p:cNvSpPr txBox="1">
            <a:spLocks noGrp="1"/>
          </p:cNvSpPr>
          <p:nvPr>
            <p:ph type="title"/>
          </p:nvPr>
        </p:nvSpPr>
        <p:spPr>
          <a:xfrm>
            <a:off x="722172" y="296037"/>
            <a:ext cx="6932295" cy="696595"/>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FFFFFF"/>
                </a:solidFill>
                <a:latin typeface="Calibri"/>
                <a:cs typeface="Calibri"/>
              </a:rPr>
              <a:t>WIS2</a:t>
            </a:r>
            <a:r>
              <a:rPr sz="4400" spc="-15" dirty="0">
                <a:solidFill>
                  <a:srgbClr val="FFFFFF"/>
                </a:solidFill>
                <a:latin typeface="Calibri"/>
                <a:cs typeface="Calibri"/>
              </a:rPr>
              <a:t> </a:t>
            </a:r>
            <a:r>
              <a:rPr sz="4400" dirty="0">
                <a:solidFill>
                  <a:srgbClr val="FFFFFF"/>
                </a:solidFill>
                <a:latin typeface="Calibri"/>
                <a:cs typeface="Calibri"/>
              </a:rPr>
              <a:t>Global</a:t>
            </a:r>
            <a:r>
              <a:rPr sz="4400" spc="-25" dirty="0">
                <a:solidFill>
                  <a:srgbClr val="FFFFFF"/>
                </a:solidFill>
                <a:latin typeface="Calibri"/>
                <a:cs typeface="Calibri"/>
              </a:rPr>
              <a:t> </a:t>
            </a:r>
            <a:r>
              <a:rPr sz="4400" dirty="0">
                <a:solidFill>
                  <a:srgbClr val="FFFFFF"/>
                </a:solidFill>
                <a:latin typeface="Calibri"/>
                <a:cs typeface="Calibri"/>
              </a:rPr>
              <a:t>Service</a:t>
            </a:r>
            <a:r>
              <a:rPr sz="4400" spc="-20" dirty="0">
                <a:solidFill>
                  <a:srgbClr val="FFFFFF"/>
                </a:solidFill>
                <a:latin typeface="Calibri"/>
                <a:cs typeface="Calibri"/>
              </a:rPr>
              <a:t> </a:t>
            </a:r>
            <a:r>
              <a:rPr sz="4400" spc="-10" dirty="0">
                <a:solidFill>
                  <a:srgbClr val="FFFFFF"/>
                </a:solidFill>
                <a:latin typeface="Calibri"/>
                <a:cs typeface="Calibri"/>
              </a:rPr>
              <a:t>instances</a:t>
            </a:r>
            <a:endParaRPr sz="4400">
              <a:latin typeface="Calibri"/>
              <a:cs typeface="Calibri"/>
            </a:endParaRPr>
          </a:p>
        </p:txBody>
      </p:sp>
      <p:sp>
        <p:nvSpPr>
          <p:cNvPr id="4" name="object 4"/>
          <p:cNvSpPr txBox="1"/>
          <p:nvPr/>
        </p:nvSpPr>
        <p:spPr>
          <a:xfrm>
            <a:off x="1869439" y="1400302"/>
            <a:ext cx="866140" cy="7569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10" normalizeH="0" baseline="0" noProof="0" dirty="0">
                <a:ln>
                  <a:noFill/>
                </a:ln>
                <a:solidFill>
                  <a:srgbClr val="FFFFFF"/>
                </a:solidFill>
                <a:effectLst/>
                <a:uLnTx/>
                <a:uFillTx/>
                <a:latin typeface="Calibri"/>
                <a:cs typeface="Calibri"/>
              </a:rPr>
              <a:t>Global </a:t>
            </a:r>
            <a:r>
              <a:rPr kumimoji="0" sz="2400" b="1" i="0" u="none" strike="noStrike" kern="0" cap="none" spc="-30" normalizeH="0" baseline="0" noProof="0" dirty="0">
                <a:ln>
                  <a:noFill/>
                </a:ln>
                <a:solidFill>
                  <a:srgbClr val="FFFFFF"/>
                </a:solidFill>
                <a:effectLst/>
                <a:uLnTx/>
                <a:uFillTx/>
                <a:latin typeface="Calibri"/>
                <a:cs typeface="Calibri"/>
              </a:rPr>
              <a:t>Broker</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grpSp>
        <p:nvGrpSpPr>
          <p:cNvPr id="5" name="object 5"/>
          <p:cNvGrpSpPr/>
          <p:nvPr/>
        </p:nvGrpSpPr>
        <p:grpSpPr>
          <a:xfrm>
            <a:off x="2993135" y="1274444"/>
            <a:ext cx="6056630" cy="3173095"/>
            <a:chOff x="2993135" y="1274444"/>
            <a:chExt cx="6056630" cy="3173095"/>
          </a:xfrm>
        </p:grpSpPr>
        <p:sp>
          <p:nvSpPr>
            <p:cNvPr id="6" name="object 6"/>
            <p:cNvSpPr/>
            <p:nvPr/>
          </p:nvSpPr>
          <p:spPr>
            <a:xfrm>
              <a:off x="3028187" y="1291716"/>
              <a:ext cx="1083945" cy="1030605"/>
            </a:xfrm>
            <a:custGeom>
              <a:avLst/>
              <a:gdLst/>
              <a:ahLst/>
              <a:cxnLst/>
              <a:rect l="l" t="t" r="r" b="b"/>
              <a:pathLst>
                <a:path w="1083945" h="1030605">
                  <a:moveTo>
                    <a:pt x="541782" y="0"/>
                  </a:moveTo>
                  <a:lnTo>
                    <a:pt x="492469" y="2105"/>
                  </a:lnTo>
                  <a:lnTo>
                    <a:pt x="444397" y="8299"/>
                  </a:lnTo>
                  <a:lnTo>
                    <a:pt x="397756" y="18401"/>
                  </a:lnTo>
                  <a:lnTo>
                    <a:pt x="352739" y="32229"/>
                  </a:lnTo>
                  <a:lnTo>
                    <a:pt x="309535" y="49600"/>
                  </a:lnTo>
                  <a:lnTo>
                    <a:pt x="268336" y="70334"/>
                  </a:lnTo>
                  <a:lnTo>
                    <a:pt x="229335" y="94248"/>
                  </a:lnTo>
                  <a:lnTo>
                    <a:pt x="192721" y="121161"/>
                  </a:lnTo>
                  <a:lnTo>
                    <a:pt x="158686" y="150891"/>
                  </a:lnTo>
                  <a:lnTo>
                    <a:pt x="127422" y="183257"/>
                  </a:lnTo>
                  <a:lnTo>
                    <a:pt x="99119" y="218075"/>
                  </a:lnTo>
                  <a:lnTo>
                    <a:pt x="73970" y="255166"/>
                  </a:lnTo>
                  <a:lnTo>
                    <a:pt x="52165" y="294347"/>
                  </a:lnTo>
                  <a:lnTo>
                    <a:pt x="33895" y="335435"/>
                  </a:lnTo>
                  <a:lnTo>
                    <a:pt x="19353" y="378251"/>
                  </a:lnTo>
                  <a:lnTo>
                    <a:pt x="8729" y="422611"/>
                  </a:lnTo>
                  <a:lnTo>
                    <a:pt x="2214" y="468334"/>
                  </a:lnTo>
                  <a:lnTo>
                    <a:pt x="0" y="515238"/>
                  </a:lnTo>
                  <a:lnTo>
                    <a:pt x="2214" y="562143"/>
                  </a:lnTo>
                  <a:lnTo>
                    <a:pt x="8729" y="607866"/>
                  </a:lnTo>
                  <a:lnTo>
                    <a:pt x="19353" y="652226"/>
                  </a:lnTo>
                  <a:lnTo>
                    <a:pt x="33895" y="695042"/>
                  </a:lnTo>
                  <a:lnTo>
                    <a:pt x="52165" y="736130"/>
                  </a:lnTo>
                  <a:lnTo>
                    <a:pt x="73970" y="775311"/>
                  </a:lnTo>
                  <a:lnTo>
                    <a:pt x="99119" y="812402"/>
                  </a:lnTo>
                  <a:lnTo>
                    <a:pt x="127422" y="847220"/>
                  </a:lnTo>
                  <a:lnTo>
                    <a:pt x="158686" y="879586"/>
                  </a:lnTo>
                  <a:lnTo>
                    <a:pt x="192721" y="909316"/>
                  </a:lnTo>
                  <a:lnTo>
                    <a:pt x="229335" y="936229"/>
                  </a:lnTo>
                  <a:lnTo>
                    <a:pt x="268336" y="960143"/>
                  </a:lnTo>
                  <a:lnTo>
                    <a:pt x="309535" y="980877"/>
                  </a:lnTo>
                  <a:lnTo>
                    <a:pt x="352739" y="998248"/>
                  </a:lnTo>
                  <a:lnTo>
                    <a:pt x="397756" y="1012076"/>
                  </a:lnTo>
                  <a:lnTo>
                    <a:pt x="444397" y="1022178"/>
                  </a:lnTo>
                  <a:lnTo>
                    <a:pt x="492469" y="1028372"/>
                  </a:lnTo>
                  <a:lnTo>
                    <a:pt x="541782" y="1030478"/>
                  </a:lnTo>
                  <a:lnTo>
                    <a:pt x="591094" y="1028372"/>
                  </a:lnTo>
                  <a:lnTo>
                    <a:pt x="639166" y="1022178"/>
                  </a:lnTo>
                  <a:lnTo>
                    <a:pt x="685807" y="1012076"/>
                  </a:lnTo>
                  <a:lnTo>
                    <a:pt x="730824" y="998248"/>
                  </a:lnTo>
                  <a:lnTo>
                    <a:pt x="774028" y="980877"/>
                  </a:lnTo>
                  <a:lnTo>
                    <a:pt x="815227" y="960143"/>
                  </a:lnTo>
                  <a:lnTo>
                    <a:pt x="854228" y="936229"/>
                  </a:lnTo>
                  <a:lnTo>
                    <a:pt x="890842" y="909316"/>
                  </a:lnTo>
                  <a:lnTo>
                    <a:pt x="924877" y="879586"/>
                  </a:lnTo>
                  <a:lnTo>
                    <a:pt x="956141" y="847220"/>
                  </a:lnTo>
                  <a:lnTo>
                    <a:pt x="984444" y="812402"/>
                  </a:lnTo>
                  <a:lnTo>
                    <a:pt x="1009593" y="775311"/>
                  </a:lnTo>
                  <a:lnTo>
                    <a:pt x="1031398" y="736130"/>
                  </a:lnTo>
                  <a:lnTo>
                    <a:pt x="1049668" y="695042"/>
                  </a:lnTo>
                  <a:lnTo>
                    <a:pt x="1064210" y="652226"/>
                  </a:lnTo>
                  <a:lnTo>
                    <a:pt x="1074834" y="607866"/>
                  </a:lnTo>
                  <a:lnTo>
                    <a:pt x="1081349" y="562143"/>
                  </a:lnTo>
                  <a:lnTo>
                    <a:pt x="1083564" y="515238"/>
                  </a:lnTo>
                  <a:lnTo>
                    <a:pt x="1081349" y="468334"/>
                  </a:lnTo>
                  <a:lnTo>
                    <a:pt x="1074834" y="422611"/>
                  </a:lnTo>
                  <a:lnTo>
                    <a:pt x="1064210" y="378251"/>
                  </a:lnTo>
                  <a:lnTo>
                    <a:pt x="1049668" y="335435"/>
                  </a:lnTo>
                  <a:lnTo>
                    <a:pt x="1031398" y="294347"/>
                  </a:lnTo>
                  <a:lnTo>
                    <a:pt x="1009593" y="255166"/>
                  </a:lnTo>
                  <a:lnTo>
                    <a:pt x="984444" y="218075"/>
                  </a:lnTo>
                  <a:lnTo>
                    <a:pt x="956141" y="183257"/>
                  </a:lnTo>
                  <a:lnTo>
                    <a:pt x="924877" y="150891"/>
                  </a:lnTo>
                  <a:lnTo>
                    <a:pt x="890842" y="121161"/>
                  </a:lnTo>
                  <a:lnTo>
                    <a:pt x="854228" y="94248"/>
                  </a:lnTo>
                  <a:lnTo>
                    <a:pt x="815227" y="70334"/>
                  </a:lnTo>
                  <a:lnTo>
                    <a:pt x="774028" y="49600"/>
                  </a:lnTo>
                  <a:lnTo>
                    <a:pt x="730824" y="32229"/>
                  </a:lnTo>
                  <a:lnTo>
                    <a:pt x="685807" y="18401"/>
                  </a:lnTo>
                  <a:lnTo>
                    <a:pt x="639166" y="8299"/>
                  </a:lnTo>
                  <a:lnTo>
                    <a:pt x="591094" y="2105"/>
                  </a:lnTo>
                  <a:lnTo>
                    <a:pt x="541782" y="0"/>
                  </a:lnTo>
                  <a:close/>
                </a:path>
              </a:pathLst>
            </a:custGeom>
            <a:solidFill>
              <a:srgbClr val="F1AA8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3211652" y="1428470"/>
              <a:ext cx="716280" cy="2809240"/>
            </a:xfrm>
            <a:custGeom>
              <a:avLst/>
              <a:gdLst/>
              <a:ahLst/>
              <a:cxnLst/>
              <a:rect l="l" t="t" r="r" b="b"/>
              <a:pathLst>
                <a:path w="716279" h="2809240">
                  <a:moveTo>
                    <a:pt x="558050" y="2614841"/>
                  </a:moveTo>
                  <a:lnTo>
                    <a:pt x="545998" y="2635237"/>
                  </a:lnTo>
                  <a:lnTo>
                    <a:pt x="512508" y="2653004"/>
                  </a:lnTo>
                  <a:lnTo>
                    <a:pt x="507631" y="2654350"/>
                  </a:lnTo>
                  <a:lnTo>
                    <a:pt x="507631" y="2718384"/>
                  </a:lnTo>
                  <a:lnTo>
                    <a:pt x="507631" y="2737802"/>
                  </a:lnTo>
                  <a:lnTo>
                    <a:pt x="500913" y="2744279"/>
                  </a:lnTo>
                  <a:lnTo>
                    <a:pt x="480745" y="2744279"/>
                  </a:lnTo>
                  <a:lnTo>
                    <a:pt x="474027" y="2737802"/>
                  </a:lnTo>
                  <a:lnTo>
                    <a:pt x="474027" y="2718384"/>
                  </a:lnTo>
                  <a:lnTo>
                    <a:pt x="480745" y="2711920"/>
                  </a:lnTo>
                  <a:lnTo>
                    <a:pt x="500913" y="2711920"/>
                  </a:lnTo>
                  <a:lnTo>
                    <a:pt x="507631" y="2718384"/>
                  </a:lnTo>
                  <a:lnTo>
                    <a:pt x="507631" y="2654350"/>
                  </a:lnTo>
                  <a:lnTo>
                    <a:pt x="461505" y="2667025"/>
                  </a:lnTo>
                  <a:lnTo>
                    <a:pt x="396951" y="2676245"/>
                  </a:lnTo>
                  <a:lnTo>
                    <a:pt x="322795" y="2679560"/>
                  </a:lnTo>
                  <a:lnTo>
                    <a:pt x="248640" y="2676245"/>
                  </a:lnTo>
                  <a:lnTo>
                    <a:pt x="184086" y="2667025"/>
                  </a:lnTo>
                  <a:lnTo>
                    <a:pt x="133096" y="2653004"/>
                  </a:lnTo>
                  <a:lnTo>
                    <a:pt x="99593" y="2635237"/>
                  </a:lnTo>
                  <a:lnTo>
                    <a:pt x="87541" y="2614841"/>
                  </a:lnTo>
                  <a:lnTo>
                    <a:pt x="87541" y="2744279"/>
                  </a:lnTo>
                  <a:lnTo>
                    <a:pt x="133096" y="2782430"/>
                  </a:lnTo>
                  <a:lnTo>
                    <a:pt x="184086" y="2796463"/>
                  </a:lnTo>
                  <a:lnTo>
                    <a:pt x="248640" y="2805684"/>
                  </a:lnTo>
                  <a:lnTo>
                    <a:pt x="322795" y="2808986"/>
                  </a:lnTo>
                  <a:lnTo>
                    <a:pt x="396951" y="2805684"/>
                  </a:lnTo>
                  <a:lnTo>
                    <a:pt x="461505" y="2796463"/>
                  </a:lnTo>
                  <a:lnTo>
                    <a:pt x="512508" y="2782430"/>
                  </a:lnTo>
                  <a:lnTo>
                    <a:pt x="545998" y="2764675"/>
                  </a:lnTo>
                  <a:lnTo>
                    <a:pt x="558050" y="2744279"/>
                  </a:lnTo>
                  <a:lnTo>
                    <a:pt x="558050" y="2711920"/>
                  </a:lnTo>
                  <a:lnTo>
                    <a:pt x="558050" y="2679560"/>
                  </a:lnTo>
                  <a:lnTo>
                    <a:pt x="558050" y="2614841"/>
                  </a:lnTo>
                  <a:close/>
                </a:path>
                <a:path w="716279" h="2809240">
                  <a:moveTo>
                    <a:pt x="558050" y="2453055"/>
                  </a:moveTo>
                  <a:lnTo>
                    <a:pt x="545998" y="2473452"/>
                  </a:lnTo>
                  <a:lnTo>
                    <a:pt x="512508" y="2491206"/>
                  </a:lnTo>
                  <a:lnTo>
                    <a:pt x="507631" y="2492552"/>
                  </a:lnTo>
                  <a:lnTo>
                    <a:pt x="507631" y="2556599"/>
                  </a:lnTo>
                  <a:lnTo>
                    <a:pt x="507631" y="2576017"/>
                  </a:lnTo>
                  <a:lnTo>
                    <a:pt x="500913" y="2582481"/>
                  </a:lnTo>
                  <a:lnTo>
                    <a:pt x="480745" y="2582481"/>
                  </a:lnTo>
                  <a:lnTo>
                    <a:pt x="474027" y="2576017"/>
                  </a:lnTo>
                  <a:lnTo>
                    <a:pt x="474027" y="2556599"/>
                  </a:lnTo>
                  <a:lnTo>
                    <a:pt x="480745" y="2550122"/>
                  </a:lnTo>
                  <a:lnTo>
                    <a:pt x="500913" y="2550122"/>
                  </a:lnTo>
                  <a:lnTo>
                    <a:pt x="507631" y="2556599"/>
                  </a:lnTo>
                  <a:lnTo>
                    <a:pt x="507631" y="2492552"/>
                  </a:lnTo>
                  <a:lnTo>
                    <a:pt x="461505" y="2505240"/>
                  </a:lnTo>
                  <a:lnTo>
                    <a:pt x="396951" y="2514447"/>
                  </a:lnTo>
                  <a:lnTo>
                    <a:pt x="322795" y="2517762"/>
                  </a:lnTo>
                  <a:lnTo>
                    <a:pt x="248640" y="2514447"/>
                  </a:lnTo>
                  <a:lnTo>
                    <a:pt x="184086" y="2505240"/>
                  </a:lnTo>
                  <a:lnTo>
                    <a:pt x="133096" y="2491206"/>
                  </a:lnTo>
                  <a:lnTo>
                    <a:pt x="99593" y="2473452"/>
                  </a:lnTo>
                  <a:lnTo>
                    <a:pt x="87541" y="2453055"/>
                  </a:lnTo>
                  <a:lnTo>
                    <a:pt x="87541" y="2582481"/>
                  </a:lnTo>
                  <a:lnTo>
                    <a:pt x="133096" y="2620645"/>
                  </a:lnTo>
                  <a:lnTo>
                    <a:pt x="184086" y="2634665"/>
                  </a:lnTo>
                  <a:lnTo>
                    <a:pt x="248640" y="2643886"/>
                  </a:lnTo>
                  <a:lnTo>
                    <a:pt x="322795" y="2647200"/>
                  </a:lnTo>
                  <a:lnTo>
                    <a:pt x="396951" y="2643886"/>
                  </a:lnTo>
                  <a:lnTo>
                    <a:pt x="461505" y="2634665"/>
                  </a:lnTo>
                  <a:lnTo>
                    <a:pt x="512508" y="2620645"/>
                  </a:lnTo>
                  <a:lnTo>
                    <a:pt x="545998" y="2602877"/>
                  </a:lnTo>
                  <a:lnTo>
                    <a:pt x="558050" y="2582481"/>
                  </a:lnTo>
                  <a:lnTo>
                    <a:pt x="558050" y="2550122"/>
                  </a:lnTo>
                  <a:lnTo>
                    <a:pt x="558050" y="2517762"/>
                  </a:lnTo>
                  <a:lnTo>
                    <a:pt x="558050" y="2453055"/>
                  </a:lnTo>
                  <a:close/>
                </a:path>
                <a:path w="716279" h="2809240">
                  <a:moveTo>
                    <a:pt x="558050" y="2291257"/>
                  </a:moveTo>
                  <a:lnTo>
                    <a:pt x="545998" y="2311654"/>
                  </a:lnTo>
                  <a:lnTo>
                    <a:pt x="512508" y="2329421"/>
                  </a:lnTo>
                  <a:lnTo>
                    <a:pt x="507631" y="2330767"/>
                  </a:lnTo>
                  <a:lnTo>
                    <a:pt x="507631" y="2394801"/>
                  </a:lnTo>
                  <a:lnTo>
                    <a:pt x="507631" y="2414219"/>
                  </a:lnTo>
                  <a:lnTo>
                    <a:pt x="500913" y="2420696"/>
                  </a:lnTo>
                  <a:lnTo>
                    <a:pt x="480745" y="2420696"/>
                  </a:lnTo>
                  <a:lnTo>
                    <a:pt x="474027" y="2414219"/>
                  </a:lnTo>
                  <a:lnTo>
                    <a:pt x="474027" y="2394801"/>
                  </a:lnTo>
                  <a:lnTo>
                    <a:pt x="480745" y="2388336"/>
                  </a:lnTo>
                  <a:lnTo>
                    <a:pt x="500913" y="2388336"/>
                  </a:lnTo>
                  <a:lnTo>
                    <a:pt x="507631" y="2394801"/>
                  </a:lnTo>
                  <a:lnTo>
                    <a:pt x="507631" y="2330767"/>
                  </a:lnTo>
                  <a:lnTo>
                    <a:pt x="461505" y="2343442"/>
                  </a:lnTo>
                  <a:lnTo>
                    <a:pt x="396951" y="2352662"/>
                  </a:lnTo>
                  <a:lnTo>
                    <a:pt x="322795" y="2355977"/>
                  </a:lnTo>
                  <a:lnTo>
                    <a:pt x="248640" y="2352662"/>
                  </a:lnTo>
                  <a:lnTo>
                    <a:pt x="184086" y="2343442"/>
                  </a:lnTo>
                  <a:lnTo>
                    <a:pt x="133096" y="2329421"/>
                  </a:lnTo>
                  <a:lnTo>
                    <a:pt x="99593" y="2311654"/>
                  </a:lnTo>
                  <a:lnTo>
                    <a:pt x="87541" y="2291257"/>
                  </a:lnTo>
                  <a:lnTo>
                    <a:pt x="87541" y="2420696"/>
                  </a:lnTo>
                  <a:lnTo>
                    <a:pt x="133096" y="2458847"/>
                  </a:lnTo>
                  <a:lnTo>
                    <a:pt x="184086" y="2472880"/>
                  </a:lnTo>
                  <a:lnTo>
                    <a:pt x="248640" y="2482100"/>
                  </a:lnTo>
                  <a:lnTo>
                    <a:pt x="322795" y="2485402"/>
                  </a:lnTo>
                  <a:lnTo>
                    <a:pt x="396951" y="2482100"/>
                  </a:lnTo>
                  <a:lnTo>
                    <a:pt x="461505" y="2472880"/>
                  </a:lnTo>
                  <a:lnTo>
                    <a:pt x="512508" y="2458847"/>
                  </a:lnTo>
                  <a:lnTo>
                    <a:pt x="545998" y="2441092"/>
                  </a:lnTo>
                  <a:lnTo>
                    <a:pt x="558050" y="2420696"/>
                  </a:lnTo>
                  <a:lnTo>
                    <a:pt x="558050" y="2388336"/>
                  </a:lnTo>
                  <a:lnTo>
                    <a:pt x="558050" y="2355977"/>
                  </a:lnTo>
                  <a:lnTo>
                    <a:pt x="558050" y="2291257"/>
                  </a:lnTo>
                  <a:close/>
                </a:path>
                <a:path w="716279" h="2809240">
                  <a:moveTo>
                    <a:pt x="558050" y="2258898"/>
                  </a:moveTo>
                  <a:lnTo>
                    <a:pt x="512660" y="2220684"/>
                  </a:lnTo>
                  <a:lnTo>
                    <a:pt x="461733" y="2206675"/>
                  </a:lnTo>
                  <a:lnTo>
                    <a:pt x="397154" y="2197481"/>
                  </a:lnTo>
                  <a:lnTo>
                    <a:pt x="322795" y="2194179"/>
                  </a:lnTo>
                  <a:lnTo>
                    <a:pt x="248437" y="2197481"/>
                  </a:lnTo>
                  <a:lnTo>
                    <a:pt x="183857" y="2206675"/>
                  </a:lnTo>
                  <a:lnTo>
                    <a:pt x="132930" y="2220684"/>
                  </a:lnTo>
                  <a:lnTo>
                    <a:pt x="99542" y="2238451"/>
                  </a:lnTo>
                  <a:lnTo>
                    <a:pt x="87541" y="2258898"/>
                  </a:lnTo>
                  <a:lnTo>
                    <a:pt x="99542" y="2279358"/>
                  </a:lnTo>
                  <a:lnTo>
                    <a:pt x="132930" y="2297125"/>
                  </a:lnTo>
                  <a:lnTo>
                    <a:pt x="183857" y="2311133"/>
                  </a:lnTo>
                  <a:lnTo>
                    <a:pt x="248437" y="2320315"/>
                  </a:lnTo>
                  <a:lnTo>
                    <a:pt x="322795" y="2323617"/>
                  </a:lnTo>
                  <a:lnTo>
                    <a:pt x="397154" y="2320315"/>
                  </a:lnTo>
                  <a:lnTo>
                    <a:pt x="461733" y="2311133"/>
                  </a:lnTo>
                  <a:lnTo>
                    <a:pt x="512660" y="2297125"/>
                  </a:lnTo>
                  <a:lnTo>
                    <a:pt x="546049" y="2279358"/>
                  </a:lnTo>
                  <a:lnTo>
                    <a:pt x="558050" y="2258898"/>
                  </a:lnTo>
                  <a:close/>
                </a:path>
                <a:path w="716279" h="2809240">
                  <a:moveTo>
                    <a:pt x="715835" y="255104"/>
                  </a:moveTo>
                  <a:lnTo>
                    <a:pt x="710057" y="226517"/>
                  </a:lnTo>
                  <a:lnTo>
                    <a:pt x="693102" y="202298"/>
                  </a:lnTo>
                  <a:lnTo>
                    <a:pt x="668655" y="186855"/>
                  </a:lnTo>
                  <a:lnTo>
                    <a:pt x="639940" y="181381"/>
                  </a:lnTo>
                  <a:lnTo>
                    <a:pt x="610146" y="187083"/>
                  </a:lnTo>
                  <a:lnTo>
                    <a:pt x="572909" y="218833"/>
                  </a:lnTo>
                  <a:lnTo>
                    <a:pt x="563537" y="264121"/>
                  </a:lnTo>
                  <a:lnTo>
                    <a:pt x="563511" y="265036"/>
                  </a:lnTo>
                  <a:lnTo>
                    <a:pt x="440766" y="314553"/>
                  </a:lnTo>
                  <a:lnTo>
                    <a:pt x="413880" y="286473"/>
                  </a:lnTo>
                  <a:lnTo>
                    <a:pt x="377012" y="271449"/>
                  </a:lnTo>
                  <a:lnTo>
                    <a:pt x="377012" y="143979"/>
                  </a:lnTo>
                  <a:lnTo>
                    <a:pt x="399580" y="134239"/>
                  </a:lnTo>
                  <a:lnTo>
                    <a:pt x="417690" y="118300"/>
                  </a:lnTo>
                  <a:lnTo>
                    <a:pt x="429729" y="97548"/>
                  </a:lnTo>
                  <a:lnTo>
                    <a:pt x="434111" y="73367"/>
                  </a:lnTo>
                  <a:lnTo>
                    <a:pt x="428104" y="44881"/>
                  </a:lnTo>
                  <a:lnTo>
                    <a:pt x="411746" y="21551"/>
                  </a:lnTo>
                  <a:lnTo>
                    <a:pt x="387540" y="5791"/>
                  </a:lnTo>
                  <a:lnTo>
                    <a:pt x="357987" y="0"/>
                  </a:lnTo>
                  <a:lnTo>
                    <a:pt x="328422" y="5791"/>
                  </a:lnTo>
                  <a:lnTo>
                    <a:pt x="304215" y="21551"/>
                  </a:lnTo>
                  <a:lnTo>
                    <a:pt x="287870" y="44881"/>
                  </a:lnTo>
                  <a:lnTo>
                    <a:pt x="281863" y="73367"/>
                  </a:lnTo>
                  <a:lnTo>
                    <a:pt x="286232" y="97548"/>
                  </a:lnTo>
                  <a:lnTo>
                    <a:pt x="298272" y="118300"/>
                  </a:lnTo>
                  <a:lnTo>
                    <a:pt x="316382" y="134239"/>
                  </a:lnTo>
                  <a:lnTo>
                    <a:pt x="338950" y="143979"/>
                  </a:lnTo>
                  <a:lnTo>
                    <a:pt x="338950" y="270535"/>
                  </a:lnTo>
                  <a:lnTo>
                    <a:pt x="319227" y="276110"/>
                  </a:lnTo>
                  <a:lnTo>
                    <a:pt x="301726" y="285559"/>
                  </a:lnTo>
                  <a:lnTo>
                    <a:pt x="286905" y="298259"/>
                  </a:lnTo>
                  <a:lnTo>
                    <a:pt x="275196" y="313639"/>
                  </a:lnTo>
                  <a:lnTo>
                    <a:pt x="236562" y="298056"/>
                  </a:lnTo>
                  <a:lnTo>
                    <a:pt x="152450" y="264121"/>
                  </a:lnTo>
                  <a:lnTo>
                    <a:pt x="151879" y="241122"/>
                  </a:lnTo>
                  <a:lnTo>
                    <a:pt x="151853" y="240207"/>
                  </a:lnTo>
                  <a:lnTo>
                    <a:pt x="143408" y="217919"/>
                  </a:lnTo>
                  <a:lnTo>
                    <a:pt x="127825" y="199250"/>
                  </a:lnTo>
                  <a:lnTo>
                    <a:pt x="105829" y="186169"/>
                  </a:lnTo>
                  <a:lnTo>
                    <a:pt x="76034" y="180467"/>
                  </a:lnTo>
                  <a:lnTo>
                    <a:pt x="47307" y="185940"/>
                  </a:lnTo>
                  <a:lnTo>
                    <a:pt x="22860" y="201383"/>
                  </a:lnTo>
                  <a:lnTo>
                    <a:pt x="5918" y="225602"/>
                  </a:lnTo>
                  <a:lnTo>
                    <a:pt x="0" y="254317"/>
                  </a:lnTo>
                  <a:lnTo>
                    <a:pt x="5676" y="282003"/>
                  </a:lnTo>
                  <a:lnTo>
                    <a:pt x="21704" y="305562"/>
                  </a:lnTo>
                  <a:lnTo>
                    <a:pt x="46837" y="321894"/>
                  </a:lnTo>
                  <a:lnTo>
                    <a:pt x="71640" y="327329"/>
                  </a:lnTo>
                  <a:lnTo>
                    <a:pt x="96189" y="324764"/>
                  </a:lnTo>
                  <a:lnTo>
                    <a:pt x="118414" y="314807"/>
                  </a:lnTo>
                  <a:lnTo>
                    <a:pt x="136271" y="298056"/>
                  </a:lnTo>
                  <a:lnTo>
                    <a:pt x="261874" y="347573"/>
                  </a:lnTo>
                  <a:lnTo>
                    <a:pt x="260921" y="351243"/>
                  </a:lnTo>
                  <a:lnTo>
                    <a:pt x="260997" y="360413"/>
                  </a:lnTo>
                  <a:lnTo>
                    <a:pt x="262166" y="374408"/>
                  </a:lnTo>
                  <a:lnTo>
                    <a:pt x="265798" y="388721"/>
                  </a:lnTo>
                  <a:lnTo>
                    <a:pt x="271767" y="402183"/>
                  </a:lnTo>
                  <a:lnTo>
                    <a:pt x="279958" y="414515"/>
                  </a:lnTo>
                  <a:lnTo>
                    <a:pt x="181000" y="510819"/>
                  </a:lnTo>
                  <a:lnTo>
                    <a:pt x="157607" y="502221"/>
                  </a:lnTo>
                  <a:lnTo>
                    <a:pt x="133070" y="501180"/>
                  </a:lnTo>
                  <a:lnTo>
                    <a:pt x="109410" y="507720"/>
                  </a:lnTo>
                  <a:lnTo>
                    <a:pt x="88696" y="521817"/>
                  </a:lnTo>
                  <a:lnTo>
                    <a:pt x="72110" y="546011"/>
                  </a:lnTo>
                  <a:lnTo>
                    <a:pt x="66573" y="573633"/>
                  </a:lnTo>
                  <a:lnTo>
                    <a:pt x="72110" y="601256"/>
                  </a:lnTo>
                  <a:lnTo>
                    <a:pt x="88696" y="625449"/>
                  </a:lnTo>
                  <a:lnTo>
                    <a:pt x="113792" y="641438"/>
                  </a:lnTo>
                  <a:lnTo>
                    <a:pt x="142455" y="646772"/>
                  </a:lnTo>
                  <a:lnTo>
                    <a:pt x="171132" y="641438"/>
                  </a:lnTo>
                  <a:lnTo>
                    <a:pt x="196227" y="625449"/>
                  </a:lnTo>
                  <a:lnTo>
                    <a:pt x="210858" y="605485"/>
                  </a:lnTo>
                  <a:lnTo>
                    <a:pt x="217601" y="582803"/>
                  </a:lnTo>
                  <a:lnTo>
                    <a:pt x="217258" y="574548"/>
                  </a:lnTo>
                  <a:lnTo>
                    <a:pt x="216560" y="559041"/>
                  </a:lnTo>
                  <a:lnTo>
                    <a:pt x="207645" y="536486"/>
                  </a:lnTo>
                  <a:lnTo>
                    <a:pt x="234289" y="510819"/>
                  </a:lnTo>
                  <a:lnTo>
                    <a:pt x="308508" y="439280"/>
                  </a:lnTo>
                  <a:lnTo>
                    <a:pt x="319544" y="444766"/>
                  </a:lnTo>
                  <a:lnTo>
                    <a:pt x="331216" y="448792"/>
                  </a:lnTo>
                  <a:lnTo>
                    <a:pt x="343433" y="451269"/>
                  </a:lnTo>
                  <a:lnTo>
                    <a:pt x="356082" y="452120"/>
                  </a:lnTo>
                  <a:lnTo>
                    <a:pt x="359892" y="452120"/>
                  </a:lnTo>
                  <a:lnTo>
                    <a:pt x="372541" y="451269"/>
                  </a:lnTo>
                  <a:lnTo>
                    <a:pt x="384746" y="448792"/>
                  </a:lnTo>
                  <a:lnTo>
                    <a:pt x="396417" y="444766"/>
                  </a:lnTo>
                  <a:lnTo>
                    <a:pt x="407466" y="439280"/>
                  </a:lnTo>
                  <a:lnTo>
                    <a:pt x="508330" y="536486"/>
                  </a:lnTo>
                  <a:lnTo>
                    <a:pt x="499402" y="559041"/>
                  </a:lnTo>
                  <a:lnTo>
                    <a:pt x="498335" y="582803"/>
                  </a:lnTo>
                  <a:lnTo>
                    <a:pt x="505002" y="605485"/>
                  </a:lnTo>
                  <a:lnTo>
                    <a:pt x="505117" y="605878"/>
                  </a:lnTo>
                  <a:lnTo>
                    <a:pt x="519747" y="626364"/>
                  </a:lnTo>
                  <a:lnTo>
                    <a:pt x="544842" y="642353"/>
                  </a:lnTo>
                  <a:lnTo>
                    <a:pt x="573506" y="647687"/>
                  </a:lnTo>
                  <a:lnTo>
                    <a:pt x="602170" y="642353"/>
                  </a:lnTo>
                  <a:lnTo>
                    <a:pt x="627265" y="626364"/>
                  </a:lnTo>
                  <a:lnTo>
                    <a:pt x="643864" y="602183"/>
                  </a:lnTo>
                  <a:lnTo>
                    <a:pt x="649389" y="574548"/>
                  </a:lnTo>
                  <a:lnTo>
                    <a:pt x="643864" y="546925"/>
                  </a:lnTo>
                  <a:lnTo>
                    <a:pt x="627265" y="522732"/>
                  </a:lnTo>
                  <a:lnTo>
                    <a:pt x="611098" y="511733"/>
                  </a:lnTo>
                  <a:lnTo>
                    <a:pt x="606552" y="508635"/>
                  </a:lnTo>
                  <a:lnTo>
                    <a:pt x="583323" y="502221"/>
                  </a:lnTo>
                  <a:lnTo>
                    <a:pt x="580174" y="502221"/>
                  </a:lnTo>
                  <a:lnTo>
                    <a:pt x="558355" y="503135"/>
                  </a:lnTo>
                  <a:lnTo>
                    <a:pt x="534974" y="511733"/>
                  </a:lnTo>
                  <a:lnTo>
                    <a:pt x="460514" y="439280"/>
                  </a:lnTo>
                  <a:lnTo>
                    <a:pt x="436003" y="415442"/>
                  </a:lnTo>
                  <a:lnTo>
                    <a:pt x="444207" y="403225"/>
                  </a:lnTo>
                  <a:lnTo>
                    <a:pt x="450164" y="389991"/>
                  </a:lnTo>
                  <a:lnTo>
                    <a:pt x="453809" y="375716"/>
                  </a:lnTo>
                  <a:lnTo>
                    <a:pt x="455041" y="360413"/>
                  </a:lnTo>
                  <a:lnTo>
                    <a:pt x="455041" y="352158"/>
                  </a:lnTo>
                  <a:lnTo>
                    <a:pt x="454088" y="348488"/>
                  </a:lnTo>
                  <a:lnTo>
                    <a:pt x="540143" y="314553"/>
                  </a:lnTo>
                  <a:lnTo>
                    <a:pt x="579691" y="298970"/>
                  </a:lnTo>
                  <a:lnTo>
                    <a:pt x="597547" y="315328"/>
                  </a:lnTo>
                  <a:lnTo>
                    <a:pt x="619772" y="325335"/>
                  </a:lnTo>
                  <a:lnTo>
                    <a:pt x="644321" y="328117"/>
                  </a:lnTo>
                  <a:lnTo>
                    <a:pt x="669137" y="322808"/>
                  </a:lnTo>
                  <a:lnTo>
                    <a:pt x="693864" y="306095"/>
                  </a:lnTo>
                  <a:lnTo>
                    <a:pt x="698728" y="298970"/>
                  </a:lnTo>
                  <a:lnTo>
                    <a:pt x="709930" y="282575"/>
                  </a:lnTo>
                  <a:lnTo>
                    <a:pt x="715835" y="255104"/>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7891526" y="1274444"/>
              <a:ext cx="1092200" cy="953769"/>
            </a:xfrm>
            <a:custGeom>
              <a:avLst/>
              <a:gdLst/>
              <a:ahLst/>
              <a:cxnLst/>
              <a:rect l="l" t="t" r="r" b="b"/>
              <a:pathLst>
                <a:path w="1092200" h="953769">
                  <a:moveTo>
                    <a:pt x="545846" y="0"/>
                  </a:moveTo>
                  <a:lnTo>
                    <a:pt x="496157" y="1948"/>
                  </a:lnTo>
                  <a:lnTo>
                    <a:pt x="447720" y="7682"/>
                  </a:lnTo>
                  <a:lnTo>
                    <a:pt x="400726" y="17032"/>
                  </a:lnTo>
                  <a:lnTo>
                    <a:pt x="355368" y="29831"/>
                  </a:lnTo>
                  <a:lnTo>
                    <a:pt x="311839" y="45909"/>
                  </a:lnTo>
                  <a:lnTo>
                    <a:pt x="270331" y="65099"/>
                  </a:lnTo>
                  <a:lnTo>
                    <a:pt x="231037" y="87231"/>
                  </a:lnTo>
                  <a:lnTo>
                    <a:pt x="194149" y="112139"/>
                  </a:lnTo>
                  <a:lnTo>
                    <a:pt x="159861" y="139652"/>
                  </a:lnTo>
                  <a:lnTo>
                    <a:pt x="128364" y="169603"/>
                  </a:lnTo>
                  <a:lnTo>
                    <a:pt x="99851" y="201823"/>
                  </a:lnTo>
                  <a:lnTo>
                    <a:pt x="74516" y="236144"/>
                  </a:lnTo>
                  <a:lnTo>
                    <a:pt x="52549" y="272398"/>
                  </a:lnTo>
                  <a:lnTo>
                    <a:pt x="34145" y="310415"/>
                  </a:lnTo>
                  <a:lnTo>
                    <a:pt x="19495" y="350029"/>
                  </a:lnTo>
                  <a:lnTo>
                    <a:pt x="8793" y="391069"/>
                  </a:lnTo>
                  <a:lnTo>
                    <a:pt x="2230" y="433368"/>
                  </a:lnTo>
                  <a:lnTo>
                    <a:pt x="0" y="476757"/>
                  </a:lnTo>
                  <a:lnTo>
                    <a:pt x="2230" y="520127"/>
                  </a:lnTo>
                  <a:lnTo>
                    <a:pt x="8793" y="562408"/>
                  </a:lnTo>
                  <a:lnTo>
                    <a:pt x="19495" y="603433"/>
                  </a:lnTo>
                  <a:lnTo>
                    <a:pt x="34145" y="643032"/>
                  </a:lnTo>
                  <a:lnTo>
                    <a:pt x="52549" y="681038"/>
                  </a:lnTo>
                  <a:lnTo>
                    <a:pt x="74516" y="717281"/>
                  </a:lnTo>
                  <a:lnTo>
                    <a:pt x="99851" y="751594"/>
                  </a:lnTo>
                  <a:lnTo>
                    <a:pt x="128364" y="783807"/>
                  </a:lnTo>
                  <a:lnTo>
                    <a:pt x="159861" y="813752"/>
                  </a:lnTo>
                  <a:lnTo>
                    <a:pt x="194149" y="841261"/>
                  </a:lnTo>
                  <a:lnTo>
                    <a:pt x="231037" y="866164"/>
                  </a:lnTo>
                  <a:lnTo>
                    <a:pt x="270331" y="888294"/>
                  </a:lnTo>
                  <a:lnTo>
                    <a:pt x="311839" y="907482"/>
                  </a:lnTo>
                  <a:lnTo>
                    <a:pt x="355368" y="923559"/>
                  </a:lnTo>
                  <a:lnTo>
                    <a:pt x="400726" y="936356"/>
                  </a:lnTo>
                  <a:lnTo>
                    <a:pt x="447720" y="945706"/>
                  </a:lnTo>
                  <a:lnTo>
                    <a:pt x="496157" y="951440"/>
                  </a:lnTo>
                  <a:lnTo>
                    <a:pt x="545846" y="953388"/>
                  </a:lnTo>
                  <a:lnTo>
                    <a:pt x="595534" y="951440"/>
                  </a:lnTo>
                  <a:lnTo>
                    <a:pt x="643971" y="945706"/>
                  </a:lnTo>
                  <a:lnTo>
                    <a:pt x="690965" y="936356"/>
                  </a:lnTo>
                  <a:lnTo>
                    <a:pt x="736323" y="923559"/>
                  </a:lnTo>
                  <a:lnTo>
                    <a:pt x="779852" y="907482"/>
                  </a:lnTo>
                  <a:lnTo>
                    <a:pt x="821360" y="888294"/>
                  </a:lnTo>
                  <a:lnTo>
                    <a:pt x="860654" y="866164"/>
                  </a:lnTo>
                  <a:lnTo>
                    <a:pt x="897542" y="841261"/>
                  </a:lnTo>
                  <a:lnTo>
                    <a:pt x="931830" y="813752"/>
                  </a:lnTo>
                  <a:lnTo>
                    <a:pt x="963327" y="783807"/>
                  </a:lnTo>
                  <a:lnTo>
                    <a:pt x="991840" y="751594"/>
                  </a:lnTo>
                  <a:lnTo>
                    <a:pt x="1017175" y="717281"/>
                  </a:lnTo>
                  <a:lnTo>
                    <a:pt x="1039142" y="681038"/>
                  </a:lnTo>
                  <a:lnTo>
                    <a:pt x="1057546" y="643032"/>
                  </a:lnTo>
                  <a:lnTo>
                    <a:pt x="1072196" y="603433"/>
                  </a:lnTo>
                  <a:lnTo>
                    <a:pt x="1082898" y="562408"/>
                  </a:lnTo>
                  <a:lnTo>
                    <a:pt x="1089461" y="520127"/>
                  </a:lnTo>
                  <a:lnTo>
                    <a:pt x="1091692" y="476757"/>
                  </a:lnTo>
                  <a:lnTo>
                    <a:pt x="1089461" y="433368"/>
                  </a:lnTo>
                  <a:lnTo>
                    <a:pt x="1082898" y="391069"/>
                  </a:lnTo>
                  <a:lnTo>
                    <a:pt x="1072196" y="350029"/>
                  </a:lnTo>
                  <a:lnTo>
                    <a:pt x="1057546" y="310415"/>
                  </a:lnTo>
                  <a:lnTo>
                    <a:pt x="1039142" y="272398"/>
                  </a:lnTo>
                  <a:lnTo>
                    <a:pt x="1017175" y="236144"/>
                  </a:lnTo>
                  <a:lnTo>
                    <a:pt x="991840" y="201823"/>
                  </a:lnTo>
                  <a:lnTo>
                    <a:pt x="963327" y="169603"/>
                  </a:lnTo>
                  <a:lnTo>
                    <a:pt x="931830" y="139652"/>
                  </a:lnTo>
                  <a:lnTo>
                    <a:pt x="897542" y="112139"/>
                  </a:lnTo>
                  <a:lnTo>
                    <a:pt x="860654" y="87231"/>
                  </a:lnTo>
                  <a:lnTo>
                    <a:pt x="821360" y="65099"/>
                  </a:lnTo>
                  <a:lnTo>
                    <a:pt x="779852" y="45909"/>
                  </a:lnTo>
                  <a:lnTo>
                    <a:pt x="736323" y="29831"/>
                  </a:lnTo>
                  <a:lnTo>
                    <a:pt x="690965" y="17032"/>
                  </a:lnTo>
                  <a:lnTo>
                    <a:pt x="643971" y="7682"/>
                  </a:lnTo>
                  <a:lnTo>
                    <a:pt x="595534" y="1948"/>
                  </a:lnTo>
                  <a:lnTo>
                    <a:pt x="545846" y="0"/>
                  </a:lnTo>
                  <a:close/>
                </a:path>
              </a:pathLst>
            </a:custGeom>
            <a:solidFill>
              <a:srgbClr val="C2F0C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8030813" y="1460016"/>
              <a:ext cx="802005" cy="633095"/>
            </a:xfrm>
            <a:custGeom>
              <a:avLst/>
              <a:gdLst/>
              <a:ahLst/>
              <a:cxnLst/>
              <a:rect l="l" t="t" r="r" b="b"/>
              <a:pathLst>
                <a:path w="802004" h="633094">
                  <a:moveTo>
                    <a:pt x="476040" y="0"/>
                  </a:moveTo>
                  <a:lnTo>
                    <a:pt x="57796" y="128404"/>
                  </a:lnTo>
                  <a:lnTo>
                    <a:pt x="31713" y="169957"/>
                  </a:lnTo>
                  <a:lnTo>
                    <a:pt x="27366" y="206004"/>
                  </a:lnTo>
                  <a:lnTo>
                    <a:pt x="27620" y="215780"/>
                  </a:lnTo>
                  <a:lnTo>
                    <a:pt x="28546" y="225515"/>
                  </a:lnTo>
                  <a:lnTo>
                    <a:pt x="30141" y="235181"/>
                  </a:lnTo>
                  <a:lnTo>
                    <a:pt x="32401" y="244753"/>
                  </a:lnTo>
                  <a:lnTo>
                    <a:pt x="22801" y="253520"/>
                  </a:lnTo>
                  <a:lnTo>
                    <a:pt x="12264" y="268131"/>
                  </a:lnTo>
                  <a:lnTo>
                    <a:pt x="12167" y="268265"/>
                  </a:lnTo>
                  <a:lnTo>
                    <a:pt x="3550" y="289822"/>
                  </a:lnTo>
                  <a:lnTo>
                    <a:pt x="0" y="319023"/>
                  </a:lnTo>
                  <a:lnTo>
                    <a:pt x="2035" y="342763"/>
                  </a:lnTo>
                  <a:lnTo>
                    <a:pt x="8313" y="365757"/>
                  </a:lnTo>
                  <a:lnTo>
                    <a:pt x="18669" y="387564"/>
                  </a:lnTo>
                  <a:lnTo>
                    <a:pt x="32940" y="407743"/>
                  </a:lnTo>
                  <a:lnTo>
                    <a:pt x="30404" y="417712"/>
                  </a:lnTo>
                  <a:lnTo>
                    <a:pt x="27366" y="448188"/>
                  </a:lnTo>
                  <a:lnTo>
                    <a:pt x="31766" y="484421"/>
                  </a:lnTo>
                  <a:lnTo>
                    <a:pt x="51688" y="524008"/>
                  </a:lnTo>
                  <a:lnTo>
                    <a:pt x="352503" y="632584"/>
                  </a:lnTo>
                  <a:lnTo>
                    <a:pt x="355954" y="632773"/>
                  </a:lnTo>
                  <a:lnTo>
                    <a:pt x="357070" y="632584"/>
                  </a:lnTo>
                  <a:lnTo>
                    <a:pt x="403449" y="616008"/>
                  </a:lnTo>
                  <a:lnTo>
                    <a:pt x="354791" y="616008"/>
                  </a:lnTo>
                  <a:lnTo>
                    <a:pt x="68081" y="516174"/>
                  </a:lnTo>
                  <a:lnTo>
                    <a:pt x="62693" y="509771"/>
                  </a:lnTo>
                  <a:lnTo>
                    <a:pt x="55183" y="496722"/>
                  </a:lnTo>
                  <a:lnTo>
                    <a:pt x="48508" y="476403"/>
                  </a:lnTo>
                  <a:lnTo>
                    <a:pt x="45626" y="448188"/>
                  </a:lnTo>
                  <a:lnTo>
                    <a:pt x="45688" y="445578"/>
                  </a:lnTo>
                  <a:lnTo>
                    <a:pt x="45758" y="442671"/>
                  </a:lnTo>
                  <a:lnTo>
                    <a:pt x="45867" y="438093"/>
                  </a:lnTo>
                  <a:lnTo>
                    <a:pt x="46975" y="428059"/>
                  </a:lnTo>
                  <a:lnTo>
                    <a:pt x="48944" y="418130"/>
                  </a:lnTo>
                  <a:lnTo>
                    <a:pt x="51768" y="408349"/>
                  </a:lnTo>
                  <a:lnTo>
                    <a:pt x="52756" y="405604"/>
                  </a:lnTo>
                  <a:lnTo>
                    <a:pt x="52011" y="402603"/>
                  </a:lnTo>
                  <a:lnTo>
                    <a:pt x="26161" y="362122"/>
                  </a:lnTo>
                  <a:lnTo>
                    <a:pt x="18265" y="319023"/>
                  </a:lnTo>
                  <a:lnTo>
                    <a:pt x="22660" y="288806"/>
                  </a:lnTo>
                  <a:lnTo>
                    <a:pt x="32423" y="269150"/>
                  </a:lnTo>
                  <a:lnTo>
                    <a:pt x="42402" y="258379"/>
                  </a:lnTo>
                  <a:lnTo>
                    <a:pt x="47450" y="254851"/>
                  </a:lnTo>
                  <a:lnTo>
                    <a:pt x="51106" y="252981"/>
                  </a:lnTo>
                  <a:lnTo>
                    <a:pt x="52824" y="249139"/>
                  </a:lnTo>
                  <a:lnTo>
                    <a:pt x="45656" y="206004"/>
                  </a:lnTo>
                  <a:lnTo>
                    <a:pt x="48317" y="178866"/>
                  </a:lnTo>
                  <a:lnTo>
                    <a:pt x="66356" y="142874"/>
                  </a:lnTo>
                  <a:lnTo>
                    <a:pt x="474755" y="16818"/>
                  </a:lnTo>
                  <a:lnTo>
                    <a:pt x="527424" y="16818"/>
                  </a:lnTo>
                  <a:lnTo>
                    <a:pt x="478009" y="672"/>
                  </a:lnTo>
                  <a:lnTo>
                    <a:pt x="476040" y="0"/>
                  </a:lnTo>
                  <a:close/>
                </a:path>
                <a:path w="802004" h="633094">
                  <a:moveTo>
                    <a:pt x="785483" y="458326"/>
                  </a:moveTo>
                  <a:lnTo>
                    <a:pt x="731567" y="458326"/>
                  </a:lnTo>
                  <a:lnTo>
                    <a:pt x="765243" y="469090"/>
                  </a:lnTo>
                  <a:lnTo>
                    <a:pt x="765243" y="469245"/>
                  </a:lnTo>
                  <a:lnTo>
                    <a:pt x="354791" y="616008"/>
                  </a:lnTo>
                  <a:lnTo>
                    <a:pt x="403449" y="616008"/>
                  </a:lnTo>
                  <a:lnTo>
                    <a:pt x="799223" y="474492"/>
                  </a:lnTo>
                  <a:lnTo>
                    <a:pt x="801504" y="469790"/>
                  </a:lnTo>
                  <a:lnTo>
                    <a:pt x="798615" y="463506"/>
                  </a:lnTo>
                  <a:lnTo>
                    <a:pt x="796715" y="461838"/>
                  </a:lnTo>
                  <a:lnTo>
                    <a:pt x="785483" y="458326"/>
                  </a:lnTo>
                  <a:close/>
                </a:path>
                <a:path w="802004" h="633094">
                  <a:moveTo>
                    <a:pt x="82525" y="400074"/>
                  </a:moveTo>
                  <a:lnTo>
                    <a:pt x="77234" y="402112"/>
                  </a:lnTo>
                  <a:lnTo>
                    <a:pt x="74969" y="407205"/>
                  </a:lnTo>
                  <a:lnTo>
                    <a:pt x="74854" y="407743"/>
                  </a:lnTo>
                  <a:lnTo>
                    <a:pt x="74756" y="493261"/>
                  </a:lnTo>
                  <a:lnTo>
                    <a:pt x="77044" y="496241"/>
                  </a:lnTo>
                  <a:lnTo>
                    <a:pt x="353643" y="592617"/>
                  </a:lnTo>
                  <a:lnTo>
                    <a:pt x="356068" y="592617"/>
                  </a:lnTo>
                  <a:lnTo>
                    <a:pt x="403528" y="575644"/>
                  </a:lnTo>
                  <a:lnTo>
                    <a:pt x="354791" y="575644"/>
                  </a:lnTo>
                  <a:lnTo>
                    <a:pt x="92985" y="484421"/>
                  </a:lnTo>
                  <a:lnTo>
                    <a:pt x="92985" y="421050"/>
                  </a:lnTo>
                  <a:lnTo>
                    <a:pt x="142741" y="421050"/>
                  </a:lnTo>
                  <a:lnTo>
                    <a:pt x="82525" y="400074"/>
                  </a:lnTo>
                  <a:close/>
                </a:path>
                <a:path w="802004" h="633094">
                  <a:moveTo>
                    <a:pt x="744870" y="379361"/>
                  </a:moveTo>
                  <a:lnTo>
                    <a:pt x="726626" y="379361"/>
                  </a:lnTo>
                  <a:lnTo>
                    <a:pt x="726626" y="442672"/>
                  </a:lnTo>
                  <a:lnTo>
                    <a:pt x="354791" y="575644"/>
                  </a:lnTo>
                  <a:lnTo>
                    <a:pt x="403528" y="575644"/>
                  </a:lnTo>
                  <a:lnTo>
                    <a:pt x="731567" y="458326"/>
                  </a:lnTo>
                  <a:lnTo>
                    <a:pt x="785483" y="458326"/>
                  </a:lnTo>
                  <a:lnTo>
                    <a:pt x="744870" y="445578"/>
                  </a:lnTo>
                  <a:lnTo>
                    <a:pt x="744870" y="379361"/>
                  </a:lnTo>
                  <a:close/>
                </a:path>
                <a:path w="802004" h="633094">
                  <a:moveTo>
                    <a:pt x="142741" y="421050"/>
                  </a:moveTo>
                  <a:lnTo>
                    <a:pt x="92985" y="421050"/>
                  </a:lnTo>
                  <a:lnTo>
                    <a:pt x="353643" y="511889"/>
                  </a:lnTo>
                  <a:lnTo>
                    <a:pt x="356068" y="511889"/>
                  </a:lnTo>
                  <a:lnTo>
                    <a:pt x="403526" y="494916"/>
                  </a:lnTo>
                  <a:lnTo>
                    <a:pt x="354791" y="494916"/>
                  </a:lnTo>
                  <a:lnTo>
                    <a:pt x="142741" y="421050"/>
                  </a:lnTo>
                  <a:close/>
                </a:path>
                <a:path w="802004" h="633094">
                  <a:moveTo>
                    <a:pt x="789829" y="348159"/>
                  </a:moveTo>
                  <a:lnTo>
                    <a:pt x="709263" y="348159"/>
                  </a:lnTo>
                  <a:lnTo>
                    <a:pt x="748261" y="353921"/>
                  </a:lnTo>
                  <a:lnTo>
                    <a:pt x="354791" y="494916"/>
                  </a:lnTo>
                  <a:lnTo>
                    <a:pt x="403526" y="494916"/>
                  </a:lnTo>
                  <a:lnTo>
                    <a:pt x="726626" y="379361"/>
                  </a:lnTo>
                  <a:lnTo>
                    <a:pt x="744870" y="379361"/>
                  </a:lnTo>
                  <a:lnTo>
                    <a:pt x="744870" y="372741"/>
                  </a:lnTo>
                  <a:lnTo>
                    <a:pt x="789189" y="356158"/>
                  </a:lnTo>
                  <a:lnTo>
                    <a:pt x="791393" y="351422"/>
                  </a:lnTo>
                  <a:lnTo>
                    <a:pt x="789829" y="348159"/>
                  </a:lnTo>
                  <a:close/>
                </a:path>
                <a:path w="802004" h="633094">
                  <a:moveTo>
                    <a:pt x="55410" y="269705"/>
                  </a:moveTo>
                  <a:lnTo>
                    <a:pt x="54931" y="269705"/>
                  </a:lnTo>
                  <a:lnTo>
                    <a:pt x="49867" y="271656"/>
                  </a:lnTo>
                  <a:lnTo>
                    <a:pt x="47602" y="276748"/>
                  </a:lnTo>
                  <a:lnTo>
                    <a:pt x="47389" y="277751"/>
                  </a:lnTo>
                  <a:lnTo>
                    <a:pt x="47389" y="364096"/>
                  </a:lnTo>
                  <a:lnTo>
                    <a:pt x="49677" y="367076"/>
                  </a:lnTo>
                  <a:lnTo>
                    <a:pt x="353240" y="472830"/>
                  </a:lnTo>
                  <a:lnTo>
                    <a:pt x="355643" y="472830"/>
                  </a:lnTo>
                  <a:lnTo>
                    <a:pt x="403709" y="455884"/>
                  </a:lnTo>
                  <a:lnTo>
                    <a:pt x="354404" y="455884"/>
                  </a:lnTo>
                  <a:lnTo>
                    <a:pt x="65634" y="355277"/>
                  </a:lnTo>
                  <a:lnTo>
                    <a:pt x="65633" y="290607"/>
                  </a:lnTo>
                  <a:lnTo>
                    <a:pt x="115510" y="290607"/>
                  </a:lnTo>
                  <a:lnTo>
                    <a:pt x="55410" y="269705"/>
                  </a:lnTo>
                  <a:close/>
                </a:path>
                <a:path w="802004" h="633094">
                  <a:moveTo>
                    <a:pt x="717375" y="268131"/>
                  </a:moveTo>
                  <a:lnTo>
                    <a:pt x="699115" y="268131"/>
                  </a:lnTo>
                  <a:lnTo>
                    <a:pt x="699130" y="334321"/>
                  </a:lnTo>
                  <a:lnTo>
                    <a:pt x="354404" y="455884"/>
                  </a:lnTo>
                  <a:lnTo>
                    <a:pt x="403709" y="455884"/>
                  </a:lnTo>
                  <a:lnTo>
                    <a:pt x="709263" y="348159"/>
                  </a:lnTo>
                  <a:lnTo>
                    <a:pt x="789829" y="348159"/>
                  </a:lnTo>
                  <a:lnTo>
                    <a:pt x="788201" y="344762"/>
                  </a:lnTo>
                  <a:lnTo>
                    <a:pt x="785540" y="342946"/>
                  </a:lnTo>
                  <a:lnTo>
                    <a:pt x="717375" y="332976"/>
                  </a:lnTo>
                  <a:lnTo>
                    <a:pt x="717375" y="268131"/>
                  </a:lnTo>
                  <a:close/>
                </a:path>
                <a:path w="802004" h="633094">
                  <a:moveTo>
                    <a:pt x="115510" y="290607"/>
                  </a:moveTo>
                  <a:lnTo>
                    <a:pt x="65633" y="290607"/>
                  </a:lnTo>
                  <a:lnTo>
                    <a:pt x="353643" y="390797"/>
                  </a:lnTo>
                  <a:lnTo>
                    <a:pt x="356068" y="390797"/>
                  </a:lnTo>
                  <a:lnTo>
                    <a:pt x="403535" y="373824"/>
                  </a:lnTo>
                  <a:lnTo>
                    <a:pt x="354791" y="373824"/>
                  </a:lnTo>
                  <a:lnTo>
                    <a:pt x="115510" y="290607"/>
                  </a:lnTo>
                  <a:close/>
                </a:path>
                <a:path w="802004" h="633094">
                  <a:moveTo>
                    <a:pt x="785518" y="216142"/>
                  </a:moveTo>
                  <a:lnTo>
                    <a:pt x="731567" y="216142"/>
                  </a:lnTo>
                  <a:lnTo>
                    <a:pt x="765243" y="226906"/>
                  </a:lnTo>
                  <a:lnTo>
                    <a:pt x="765243" y="227061"/>
                  </a:lnTo>
                  <a:lnTo>
                    <a:pt x="354791" y="373824"/>
                  </a:lnTo>
                  <a:lnTo>
                    <a:pt x="403535" y="373824"/>
                  </a:lnTo>
                  <a:lnTo>
                    <a:pt x="699115" y="268131"/>
                  </a:lnTo>
                  <a:lnTo>
                    <a:pt x="717375" y="268131"/>
                  </a:lnTo>
                  <a:lnTo>
                    <a:pt x="717375" y="261585"/>
                  </a:lnTo>
                  <a:lnTo>
                    <a:pt x="799223" y="232308"/>
                  </a:lnTo>
                  <a:lnTo>
                    <a:pt x="801504" y="227606"/>
                  </a:lnTo>
                  <a:lnTo>
                    <a:pt x="798615" y="221322"/>
                  </a:lnTo>
                  <a:lnTo>
                    <a:pt x="796715" y="219654"/>
                  </a:lnTo>
                  <a:lnTo>
                    <a:pt x="785518" y="216142"/>
                  </a:lnTo>
                  <a:close/>
                </a:path>
                <a:path w="802004" h="633094">
                  <a:moveTo>
                    <a:pt x="82525" y="157890"/>
                  </a:moveTo>
                  <a:lnTo>
                    <a:pt x="77234" y="159928"/>
                  </a:lnTo>
                  <a:lnTo>
                    <a:pt x="74968" y="165021"/>
                  </a:lnTo>
                  <a:lnTo>
                    <a:pt x="74756" y="166023"/>
                  </a:lnTo>
                  <a:lnTo>
                    <a:pt x="74756" y="251077"/>
                  </a:lnTo>
                  <a:lnTo>
                    <a:pt x="77044" y="254057"/>
                  </a:lnTo>
                  <a:lnTo>
                    <a:pt x="353643" y="350433"/>
                  </a:lnTo>
                  <a:lnTo>
                    <a:pt x="356068" y="350433"/>
                  </a:lnTo>
                  <a:lnTo>
                    <a:pt x="403528" y="333460"/>
                  </a:lnTo>
                  <a:lnTo>
                    <a:pt x="354791" y="333460"/>
                  </a:lnTo>
                  <a:lnTo>
                    <a:pt x="92985" y="242237"/>
                  </a:lnTo>
                  <a:lnTo>
                    <a:pt x="92985" y="178866"/>
                  </a:lnTo>
                  <a:lnTo>
                    <a:pt x="142741" y="178866"/>
                  </a:lnTo>
                  <a:lnTo>
                    <a:pt x="82525" y="157890"/>
                  </a:lnTo>
                  <a:close/>
                </a:path>
                <a:path w="802004" h="633094">
                  <a:moveTo>
                    <a:pt x="744870" y="137177"/>
                  </a:moveTo>
                  <a:lnTo>
                    <a:pt x="726626" y="137177"/>
                  </a:lnTo>
                  <a:lnTo>
                    <a:pt x="726626" y="200488"/>
                  </a:lnTo>
                  <a:lnTo>
                    <a:pt x="354791" y="333460"/>
                  </a:lnTo>
                  <a:lnTo>
                    <a:pt x="403528" y="333460"/>
                  </a:lnTo>
                  <a:lnTo>
                    <a:pt x="731567" y="216142"/>
                  </a:lnTo>
                  <a:lnTo>
                    <a:pt x="785518" y="216142"/>
                  </a:lnTo>
                  <a:lnTo>
                    <a:pt x="744870" y="203394"/>
                  </a:lnTo>
                  <a:lnTo>
                    <a:pt x="744870" y="137177"/>
                  </a:lnTo>
                  <a:close/>
                </a:path>
                <a:path w="802004" h="633094">
                  <a:moveTo>
                    <a:pt x="142741" y="178866"/>
                  </a:moveTo>
                  <a:lnTo>
                    <a:pt x="92985" y="178866"/>
                  </a:lnTo>
                  <a:lnTo>
                    <a:pt x="353643" y="269705"/>
                  </a:lnTo>
                  <a:lnTo>
                    <a:pt x="356068" y="269705"/>
                  </a:lnTo>
                  <a:lnTo>
                    <a:pt x="403526" y="252732"/>
                  </a:lnTo>
                  <a:lnTo>
                    <a:pt x="354791" y="252732"/>
                  </a:lnTo>
                  <a:lnTo>
                    <a:pt x="142741" y="178866"/>
                  </a:lnTo>
                  <a:close/>
                </a:path>
                <a:path w="802004" h="633094">
                  <a:moveTo>
                    <a:pt x="527424" y="16818"/>
                  </a:moveTo>
                  <a:lnTo>
                    <a:pt x="474755" y="16818"/>
                  </a:lnTo>
                  <a:lnTo>
                    <a:pt x="755969" y="108720"/>
                  </a:lnTo>
                  <a:lnTo>
                    <a:pt x="756121" y="108720"/>
                  </a:lnTo>
                  <a:lnTo>
                    <a:pt x="755969" y="108875"/>
                  </a:lnTo>
                  <a:lnTo>
                    <a:pt x="354791" y="252732"/>
                  </a:lnTo>
                  <a:lnTo>
                    <a:pt x="403526" y="252732"/>
                  </a:lnTo>
                  <a:lnTo>
                    <a:pt x="726626" y="137177"/>
                  </a:lnTo>
                  <a:lnTo>
                    <a:pt x="744870" y="137177"/>
                  </a:lnTo>
                  <a:lnTo>
                    <a:pt x="744870" y="130557"/>
                  </a:lnTo>
                  <a:lnTo>
                    <a:pt x="789189" y="113974"/>
                  </a:lnTo>
                  <a:lnTo>
                    <a:pt x="791317" y="109238"/>
                  </a:lnTo>
                  <a:lnTo>
                    <a:pt x="789417" y="105128"/>
                  </a:lnTo>
                  <a:lnTo>
                    <a:pt x="788428" y="103076"/>
                  </a:lnTo>
                  <a:lnTo>
                    <a:pt x="786528" y="101475"/>
                  </a:lnTo>
                  <a:lnTo>
                    <a:pt x="527424" y="1681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7957946" y="3431159"/>
              <a:ext cx="1092200" cy="1012825"/>
            </a:xfrm>
            <a:custGeom>
              <a:avLst/>
              <a:gdLst/>
              <a:ahLst/>
              <a:cxnLst/>
              <a:rect l="l" t="t" r="r" b="b"/>
              <a:pathLst>
                <a:path w="1092200" h="1012825">
                  <a:moveTo>
                    <a:pt x="545846" y="0"/>
                  </a:moveTo>
                  <a:lnTo>
                    <a:pt x="496176" y="2069"/>
                  </a:lnTo>
                  <a:lnTo>
                    <a:pt x="447753" y="8157"/>
                  </a:lnTo>
                  <a:lnTo>
                    <a:pt x="400770" y="18086"/>
                  </a:lnTo>
                  <a:lnTo>
                    <a:pt x="355419" y="31677"/>
                  </a:lnTo>
                  <a:lnTo>
                    <a:pt x="311894" y="48751"/>
                  </a:lnTo>
                  <a:lnTo>
                    <a:pt x="270387" y="69130"/>
                  </a:lnTo>
                  <a:lnTo>
                    <a:pt x="231092" y="92634"/>
                  </a:lnTo>
                  <a:lnTo>
                    <a:pt x="194201" y="119085"/>
                  </a:lnTo>
                  <a:lnTo>
                    <a:pt x="159908" y="148304"/>
                  </a:lnTo>
                  <a:lnTo>
                    <a:pt x="128406" y="180112"/>
                  </a:lnTo>
                  <a:lnTo>
                    <a:pt x="99887" y="214331"/>
                  </a:lnTo>
                  <a:lnTo>
                    <a:pt x="74544" y="250782"/>
                  </a:lnTo>
                  <a:lnTo>
                    <a:pt x="52570" y="289286"/>
                  </a:lnTo>
                  <a:lnTo>
                    <a:pt x="34160" y="329665"/>
                  </a:lnTo>
                  <a:lnTo>
                    <a:pt x="19504" y="371739"/>
                  </a:lnTo>
                  <a:lnTo>
                    <a:pt x="8797" y="415330"/>
                  </a:lnTo>
                  <a:lnTo>
                    <a:pt x="2231" y="460260"/>
                  </a:lnTo>
                  <a:lnTo>
                    <a:pt x="0" y="506348"/>
                  </a:lnTo>
                  <a:lnTo>
                    <a:pt x="2231" y="552437"/>
                  </a:lnTo>
                  <a:lnTo>
                    <a:pt x="8797" y="597367"/>
                  </a:lnTo>
                  <a:lnTo>
                    <a:pt x="19504" y="640958"/>
                  </a:lnTo>
                  <a:lnTo>
                    <a:pt x="34160" y="683032"/>
                  </a:lnTo>
                  <a:lnTo>
                    <a:pt x="52570" y="723411"/>
                  </a:lnTo>
                  <a:lnTo>
                    <a:pt x="74544" y="761915"/>
                  </a:lnTo>
                  <a:lnTo>
                    <a:pt x="99887" y="798366"/>
                  </a:lnTo>
                  <a:lnTo>
                    <a:pt x="128406" y="832585"/>
                  </a:lnTo>
                  <a:lnTo>
                    <a:pt x="159908" y="864393"/>
                  </a:lnTo>
                  <a:lnTo>
                    <a:pt x="194201" y="893612"/>
                  </a:lnTo>
                  <a:lnTo>
                    <a:pt x="231092" y="920063"/>
                  </a:lnTo>
                  <a:lnTo>
                    <a:pt x="270387" y="943567"/>
                  </a:lnTo>
                  <a:lnTo>
                    <a:pt x="311894" y="963946"/>
                  </a:lnTo>
                  <a:lnTo>
                    <a:pt x="355419" y="981020"/>
                  </a:lnTo>
                  <a:lnTo>
                    <a:pt x="400770" y="994611"/>
                  </a:lnTo>
                  <a:lnTo>
                    <a:pt x="447753" y="1004540"/>
                  </a:lnTo>
                  <a:lnTo>
                    <a:pt x="496176" y="1010628"/>
                  </a:lnTo>
                  <a:lnTo>
                    <a:pt x="545846" y="1012697"/>
                  </a:lnTo>
                  <a:lnTo>
                    <a:pt x="595535" y="1010628"/>
                  </a:lnTo>
                  <a:lnTo>
                    <a:pt x="643976" y="1004540"/>
                  </a:lnTo>
                  <a:lnTo>
                    <a:pt x="690975" y="994611"/>
                  </a:lnTo>
                  <a:lnTo>
                    <a:pt x="736339" y="981020"/>
                  </a:lnTo>
                  <a:lnTo>
                    <a:pt x="779876" y="963946"/>
                  </a:lnTo>
                  <a:lnTo>
                    <a:pt x="821393" y="943567"/>
                  </a:lnTo>
                  <a:lnTo>
                    <a:pt x="860697" y="920063"/>
                  </a:lnTo>
                  <a:lnTo>
                    <a:pt x="897595" y="893612"/>
                  </a:lnTo>
                  <a:lnTo>
                    <a:pt x="931894" y="864393"/>
                  </a:lnTo>
                  <a:lnTo>
                    <a:pt x="963401" y="832585"/>
                  </a:lnTo>
                  <a:lnTo>
                    <a:pt x="991924" y="798366"/>
                  </a:lnTo>
                  <a:lnTo>
                    <a:pt x="1017269" y="761915"/>
                  </a:lnTo>
                  <a:lnTo>
                    <a:pt x="1039245" y="723411"/>
                  </a:lnTo>
                  <a:lnTo>
                    <a:pt x="1057657" y="683032"/>
                  </a:lnTo>
                  <a:lnTo>
                    <a:pt x="1072313" y="640958"/>
                  </a:lnTo>
                  <a:lnTo>
                    <a:pt x="1083021" y="597367"/>
                  </a:lnTo>
                  <a:lnTo>
                    <a:pt x="1089587" y="552437"/>
                  </a:lnTo>
                  <a:lnTo>
                    <a:pt x="1091819" y="506348"/>
                  </a:lnTo>
                  <a:lnTo>
                    <a:pt x="1089587" y="460260"/>
                  </a:lnTo>
                  <a:lnTo>
                    <a:pt x="1083021" y="415330"/>
                  </a:lnTo>
                  <a:lnTo>
                    <a:pt x="1072313" y="371739"/>
                  </a:lnTo>
                  <a:lnTo>
                    <a:pt x="1057657" y="329665"/>
                  </a:lnTo>
                  <a:lnTo>
                    <a:pt x="1039245" y="289286"/>
                  </a:lnTo>
                  <a:lnTo>
                    <a:pt x="1017269" y="250782"/>
                  </a:lnTo>
                  <a:lnTo>
                    <a:pt x="991924" y="214331"/>
                  </a:lnTo>
                  <a:lnTo>
                    <a:pt x="963401" y="180112"/>
                  </a:lnTo>
                  <a:lnTo>
                    <a:pt x="931894" y="148304"/>
                  </a:lnTo>
                  <a:lnTo>
                    <a:pt x="897595" y="119085"/>
                  </a:lnTo>
                  <a:lnTo>
                    <a:pt x="860697" y="92634"/>
                  </a:lnTo>
                  <a:lnTo>
                    <a:pt x="821393" y="69130"/>
                  </a:lnTo>
                  <a:lnTo>
                    <a:pt x="779876" y="48751"/>
                  </a:lnTo>
                  <a:lnTo>
                    <a:pt x="736339" y="31677"/>
                  </a:lnTo>
                  <a:lnTo>
                    <a:pt x="690975" y="18086"/>
                  </a:lnTo>
                  <a:lnTo>
                    <a:pt x="643976" y="8157"/>
                  </a:lnTo>
                  <a:lnTo>
                    <a:pt x="595535" y="2069"/>
                  </a:lnTo>
                  <a:lnTo>
                    <a:pt x="545846" y="0"/>
                  </a:lnTo>
                  <a:close/>
                </a:path>
              </a:pathLst>
            </a:custGeom>
            <a:solidFill>
              <a:srgbClr val="FFFF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8290306" y="3667836"/>
              <a:ext cx="571500" cy="541020"/>
            </a:xfrm>
            <a:custGeom>
              <a:avLst/>
              <a:gdLst/>
              <a:ahLst/>
              <a:cxnLst/>
              <a:rect l="l" t="t" r="r" b="b"/>
              <a:pathLst>
                <a:path w="571500" h="541020">
                  <a:moveTo>
                    <a:pt x="193243" y="166928"/>
                  </a:moveTo>
                  <a:lnTo>
                    <a:pt x="100825" y="166928"/>
                  </a:lnTo>
                  <a:lnTo>
                    <a:pt x="100825" y="445160"/>
                  </a:lnTo>
                  <a:lnTo>
                    <a:pt x="193243" y="445160"/>
                  </a:lnTo>
                  <a:lnTo>
                    <a:pt x="193243" y="166928"/>
                  </a:lnTo>
                  <a:close/>
                </a:path>
                <a:path w="571500" h="541020">
                  <a:moveTo>
                    <a:pt x="319278" y="0"/>
                  </a:moveTo>
                  <a:lnTo>
                    <a:pt x="226847" y="0"/>
                  </a:lnTo>
                  <a:lnTo>
                    <a:pt x="226847" y="445160"/>
                  </a:lnTo>
                  <a:lnTo>
                    <a:pt x="319278" y="445160"/>
                  </a:lnTo>
                  <a:lnTo>
                    <a:pt x="319278" y="0"/>
                  </a:lnTo>
                  <a:close/>
                </a:path>
                <a:path w="571500" h="541020">
                  <a:moveTo>
                    <a:pt x="445300" y="166928"/>
                  </a:moveTo>
                  <a:lnTo>
                    <a:pt x="352882" y="166928"/>
                  </a:lnTo>
                  <a:lnTo>
                    <a:pt x="352882" y="445160"/>
                  </a:lnTo>
                  <a:lnTo>
                    <a:pt x="445300" y="445160"/>
                  </a:lnTo>
                  <a:lnTo>
                    <a:pt x="445300" y="166928"/>
                  </a:lnTo>
                  <a:close/>
                </a:path>
                <a:path w="571500" h="541020">
                  <a:moveTo>
                    <a:pt x="571334" y="492721"/>
                  </a:moveTo>
                  <a:lnTo>
                    <a:pt x="50406" y="492721"/>
                  </a:lnTo>
                  <a:lnTo>
                    <a:pt x="50406" y="25"/>
                  </a:lnTo>
                  <a:lnTo>
                    <a:pt x="0" y="25"/>
                  </a:lnTo>
                  <a:lnTo>
                    <a:pt x="0" y="492721"/>
                  </a:lnTo>
                  <a:lnTo>
                    <a:pt x="0" y="540880"/>
                  </a:lnTo>
                  <a:lnTo>
                    <a:pt x="571334" y="540880"/>
                  </a:lnTo>
                  <a:lnTo>
                    <a:pt x="571334" y="492721"/>
                  </a:lnTo>
                  <a:close/>
                </a:path>
                <a:path w="571500" h="541020">
                  <a:moveTo>
                    <a:pt x="571334" y="302069"/>
                  </a:moveTo>
                  <a:lnTo>
                    <a:pt x="478904" y="302069"/>
                  </a:lnTo>
                  <a:lnTo>
                    <a:pt x="478904" y="445160"/>
                  </a:lnTo>
                  <a:lnTo>
                    <a:pt x="571334" y="445160"/>
                  </a:lnTo>
                  <a:lnTo>
                    <a:pt x="571334" y="30206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3" cstate="print"/>
            <a:stretch>
              <a:fillRect/>
            </a:stretch>
          </p:blipFill>
          <p:spPr>
            <a:xfrm>
              <a:off x="2993135" y="3451872"/>
              <a:ext cx="1007376" cy="995159"/>
            </a:xfrm>
            <a:prstGeom prst="rect">
              <a:avLst/>
            </a:prstGeom>
          </p:spPr>
        </p:pic>
        <p:sp>
          <p:nvSpPr>
            <p:cNvPr id="13" name="object 13"/>
            <p:cNvSpPr/>
            <p:nvPr/>
          </p:nvSpPr>
          <p:spPr>
            <a:xfrm>
              <a:off x="3036315" y="3471290"/>
              <a:ext cx="926465" cy="914400"/>
            </a:xfrm>
            <a:custGeom>
              <a:avLst/>
              <a:gdLst/>
              <a:ahLst/>
              <a:cxnLst/>
              <a:rect l="l" t="t" r="r" b="b"/>
              <a:pathLst>
                <a:path w="926464" h="914400">
                  <a:moveTo>
                    <a:pt x="463169" y="0"/>
                  </a:moveTo>
                  <a:lnTo>
                    <a:pt x="415816" y="2360"/>
                  </a:lnTo>
                  <a:lnTo>
                    <a:pt x="369830" y="9289"/>
                  </a:lnTo>
                  <a:lnTo>
                    <a:pt x="325445" y="20557"/>
                  </a:lnTo>
                  <a:lnTo>
                    <a:pt x="282892" y="35933"/>
                  </a:lnTo>
                  <a:lnTo>
                    <a:pt x="242405" y="55187"/>
                  </a:lnTo>
                  <a:lnTo>
                    <a:pt x="204216" y="78090"/>
                  </a:lnTo>
                  <a:lnTo>
                    <a:pt x="168560" y="104411"/>
                  </a:lnTo>
                  <a:lnTo>
                    <a:pt x="135667" y="133921"/>
                  </a:lnTo>
                  <a:lnTo>
                    <a:pt x="105772" y="166390"/>
                  </a:lnTo>
                  <a:lnTo>
                    <a:pt x="79108" y="201587"/>
                  </a:lnTo>
                  <a:lnTo>
                    <a:pt x="55906" y="239283"/>
                  </a:lnTo>
                  <a:lnTo>
                    <a:pt x="36401" y="279249"/>
                  </a:lnTo>
                  <a:lnTo>
                    <a:pt x="20825" y="321253"/>
                  </a:lnTo>
                  <a:lnTo>
                    <a:pt x="9410" y="365066"/>
                  </a:lnTo>
                  <a:lnTo>
                    <a:pt x="2391" y="410458"/>
                  </a:lnTo>
                  <a:lnTo>
                    <a:pt x="0" y="457200"/>
                  </a:lnTo>
                  <a:lnTo>
                    <a:pt x="2391" y="503962"/>
                  </a:lnTo>
                  <a:lnTo>
                    <a:pt x="9410" y="549370"/>
                  </a:lnTo>
                  <a:lnTo>
                    <a:pt x="20825" y="593193"/>
                  </a:lnTo>
                  <a:lnTo>
                    <a:pt x="36401" y="635204"/>
                  </a:lnTo>
                  <a:lnTo>
                    <a:pt x="55906" y="675172"/>
                  </a:lnTo>
                  <a:lnTo>
                    <a:pt x="79108" y="712868"/>
                  </a:lnTo>
                  <a:lnTo>
                    <a:pt x="105772" y="748062"/>
                  </a:lnTo>
                  <a:lnTo>
                    <a:pt x="135667" y="780526"/>
                  </a:lnTo>
                  <a:lnTo>
                    <a:pt x="168560" y="810029"/>
                  </a:lnTo>
                  <a:lnTo>
                    <a:pt x="204216" y="836343"/>
                  </a:lnTo>
                  <a:lnTo>
                    <a:pt x="242405" y="859238"/>
                  </a:lnTo>
                  <a:lnTo>
                    <a:pt x="282892" y="878484"/>
                  </a:lnTo>
                  <a:lnTo>
                    <a:pt x="325445" y="893853"/>
                  </a:lnTo>
                  <a:lnTo>
                    <a:pt x="369830" y="905115"/>
                  </a:lnTo>
                  <a:lnTo>
                    <a:pt x="415816" y="912040"/>
                  </a:lnTo>
                  <a:lnTo>
                    <a:pt x="463169" y="914400"/>
                  </a:lnTo>
                  <a:lnTo>
                    <a:pt x="510499" y="912040"/>
                  </a:lnTo>
                  <a:lnTo>
                    <a:pt x="556465" y="905115"/>
                  </a:lnTo>
                  <a:lnTo>
                    <a:pt x="600833" y="893853"/>
                  </a:lnTo>
                  <a:lnTo>
                    <a:pt x="643372" y="878484"/>
                  </a:lnTo>
                  <a:lnTo>
                    <a:pt x="683846" y="859238"/>
                  </a:lnTo>
                  <a:lnTo>
                    <a:pt x="722025" y="836343"/>
                  </a:lnTo>
                  <a:lnTo>
                    <a:pt x="757673" y="810029"/>
                  </a:lnTo>
                  <a:lnTo>
                    <a:pt x="790559" y="780526"/>
                  </a:lnTo>
                  <a:lnTo>
                    <a:pt x="820448" y="748062"/>
                  </a:lnTo>
                  <a:lnTo>
                    <a:pt x="847109" y="712868"/>
                  </a:lnTo>
                  <a:lnTo>
                    <a:pt x="870308" y="675172"/>
                  </a:lnTo>
                  <a:lnTo>
                    <a:pt x="889811" y="635204"/>
                  </a:lnTo>
                  <a:lnTo>
                    <a:pt x="905386" y="593193"/>
                  </a:lnTo>
                  <a:lnTo>
                    <a:pt x="916800" y="549370"/>
                  </a:lnTo>
                  <a:lnTo>
                    <a:pt x="923819" y="503962"/>
                  </a:lnTo>
                  <a:lnTo>
                    <a:pt x="926210" y="457200"/>
                  </a:lnTo>
                  <a:lnTo>
                    <a:pt x="923819" y="410458"/>
                  </a:lnTo>
                  <a:lnTo>
                    <a:pt x="916800" y="365066"/>
                  </a:lnTo>
                  <a:lnTo>
                    <a:pt x="905386" y="321253"/>
                  </a:lnTo>
                  <a:lnTo>
                    <a:pt x="889811" y="279249"/>
                  </a:lnTo>
                  <a:lnTo>
                    <a:pt x="870308" y="239283"/>
                  </a:lnTo>
                  <a:lnTo>
                    <a:pt x="847109" y="201587"/>
                  </a:lnTo>
                  <a:lnTo>
                    <a:pt x="820448" y="166390"/>
                  </a:lnTo>
                  <a:lnTo>
                    <a:pt x="790559" y="133921"/>
                  </a:lnTo>
                  <a:lnTo>
                    <a:pt x="757673" y="104411"/>
                  </a:lnTo>
                  <a:lnTo>
                    <a:pt x="722025" y="78090"/>
                  </a:lnTo>
                  <a:lnTo>
                    <a:pt x="683846" y="55187"/>
                  </a:lnTo>
                  <a:lnTo>
                    <a:pt x="643372" y="35933"/>
                  </a:lnTo>
                  <a:lnTo>
                    <a:pt x="600833" y="20557"/>
                  </a:lnTo>
                  <a:lnTo>
                    <a:pt x="556465" y="9289"/>
                  </a:lnTo>
                  <a:lnTo>
                    <a:pt x="510499" y="2360"/>
                  </a:lnTo>
                  <a:lnTo>
                    <a:pt x="463169"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p:nvPr/>
          </p:nvSpPr>
          <p:spPr>
            <a:xfrm>
              <a:off x="3292500" y="3657155"/>
              <a:ext cx="389255" cy="546100"/>
            </a:xfrm>
            <a:custGeom>
              <a:avLst/>
              <a:gdLst/>
              <a:ahLst/>
              <a:cxnLst/>
              <a:rect l="l" t="t" r="r" b="b"/>
              <a:pathLst>
                <a:path w="389254" h="546100">
                  <a:moveTo>
                    <a:pt x="388835" y="373253"/>
                  </a:moveTo>
                  <a:lnTo>
                    <a:pt x="378879" y="391363"/>
                  </a:lnTo>
                  <a:lnTo>
                    <a:pt x="351193" y="407111"/>
                  </a:lnTo>
                  <a:lnTo>
                    <a:pt x="347179" y="408305"/>
                  </a:lnTo>
                  <a:lnTo>
                    <a:pt x="347179" y="465137"/>
                  </a:lnTo>
                  <a:lnTo>
                    <a:pt x="347179" y="482358"/>
                  </a:lnTo>
                  <a:lnTo>
                    <a:pt x="341617" y="488111"/>
                  </a:lnTo>
                  <a:lnTo>
                    <a:pt x="324954" y="488111"/>
                  </a:lnTo>
                  <a:lnTo>
                    <a:pt x="319405" y="482358"/>
                  </a:lnTo>
                  <a:lnTo>
                    <a:pt x="319405" y="465137"/>
                  </a:lnTo>
                  <a:lnTo>
                    <a:pt x="324954" y="459397"/>
                  </a:lnTo>
                  <a:lnTo>
                    <a:pt x="341617" y="459397"/>
                  </a:lnTo>
                  <a:lnTo>
                    <a:pt x="347179" y="465137"/>
                  </a:lnTo>
                  <a:lnTo>
                    <a:pt x="347179" y="408305"/>
                  </a:lnTo>
                  <a:lnTo>
                    <a:pt x="309054" y="419569"/>
                  </a:lnTo>
                  <a:lnTo>
                    <a:pt x="255701" y="427736"/>
                  </a:lnTo>
                  <a:lnTo>
                    <a:pt x="194411" y="430682"/>
                  </a:lnTo>
                  <a:lnTo>
                    <a:pt x="133134" y="427736"/>
                  </a:lnTo>
                  <a:lnTo>
                    <a:pt x="79781" y="419569"/>
                  </a:lnTo>
                  <a:lnTo>
                    <a:pt x="37630" y="407111"/>
                  </a:lnTo>
                  <a:lnTo>
                    <a:pt x="9944" y="391363"/>
                  </a:lnTo>
                  <a:lnTo>
                    <a:pt x="0" y="373253"/>
                  </a:lnTo>
                  <a:lnTo>
                    <a:pt x="0" y="488111"/>
                  </a:lnTo>
                  <a:lnTo>
                    <a:pt x="37630" y="521957"/>
                  </a:lnTo>
                  <a:lnTo>
                    <a:pt x="79781" y="534416"/>
                  </a:lnTo>
                  <a:lnTo>
                    <a:pt x="133134" y="542594"/>
                  </a:lnTo>
                  <a:lnTo>
                    <a:pt x="194411" y="545528"/>
                  </a:lnTo>
                  <a:lnTo>
                    <a:pt x="255701" y="542594"/>
                  </a:lnTo>
                  <a:lnTo>
                    <a:pt x="309054" y="534416"/>
                  </a:lnTo>
                  <a:lnTo>
                    <a:pt x="351193" y="521957"/>
                  </a:lnTo>
                  <a:lnTo>
                    <a:pt x="378879" y="506209"/>
                  </a:lnTo>
                  <a:lnTo>
                    <a:pt x="388835" y="488111"/>
                  </a:lnTo>
                  <a:lnTo>
                    <a:pt x="388835" y="459397"/>
                  </a:lnTo>
                  <a:lnTo>
                    <a:pt x="388835" y="430682"/>
                  </a:lnTo>
                  <a:lnTo>
                    <a:pt x="388835" y="373253"/>
                  </a:lnTo>
                  <a:close/>
                </a:path>
                <a:path w="389254" h="546100">
                  <a:moveTo>
                    <a:pt x="388835" y="229692"/>
                  </a:moveTo>
                  <a:lnTo>
                    <a:pt x="378879" y="247802"/>
                  </a:lnTo>
                  <a:lnTo>
                    <a:pt x="351193" y="263550"/>
                  </a:lnTo>
                  <a:lnTo>
                    <a:pt x="347179" y="264744"/>
                  </a:lnTo>
                  <a:lnTo>
                    <a:pt x="347179" y="321576"/>
                  </a:lnTo>
                  <a:lnTo>
                    <a:pt x="347179" y="338797"/>
                  </a:lnTo>
                  <a:lnTo>
                    <a:pt x="341617" y="344551"/>
                  </a:lnTo>
                  <a:lnTo>
                    <a:pt x="324954" y="344551"/>
                  </a:lnTo>
                  <a:lnTo>
                    <a:pt x="319405" y="338797"/>
                  </a:lnTo>
                  <a:lnTo>
                    <a:pt x="319405" y="321576"/>
                  </a:lnTo>
                  <a:lnTo>
                    <a:pt x="324954" y="315836"/>
                  </a:lnTo>
                  <a:lnTo>
                    <a:pt x="341617" y="315836"/>
                  </a:lnTo>
                  <a:lnTo>
                    <a:pt x="347179" y="321576"/>
                  </a:lnTo>
                  <a:lnTo>
                    <a:pt x="347179" y="264744"/>
                  </a:lnTo>
                  <a:lnTo>
                    <a:pt x="309054" y="276009"/>
                  </a:lnTo>
                  <a:lnTo>
                    <a:pt x="255701" y="284175"/>
                  </a:lnTo>
                  <a:lnTo>
                    <a:pt x="194411" y="287121"/>
                  </a:lnTo>
                  <a:lnTo>
                    <a:pt x="133134" y="284175"/>
                  </a:lnTo>
                  <a:lnTo>
                    <a:pt x="79781" y="276009"/>
                  </a:lnTo>
                  <a:lnTo>
                    <a:pt x="37630" y="263550"/>
                  </a:lnTo>
                  <a:lnTo>
                    <a:pt x="9944" y="247802"/>
                  </a:lnTo>
                  <a:lnTo>
                    <a:pt x="0" y="229692"/>
                  </a:lnTo>
                  <a:lnTo>
                    <a:pt x="0" y="344551"/>
                  </a:lnTo>
                  <a:lnTo>
                    <a:pt x="37630" y="378396"/>
                  </a:lnTo>
                  <a:lnTo>
                    <a:pt x="79781" y="390855"/>
                  </a:lnTo>
                  <a:lnTo>
                    <a:pt x="133134" y="399034"/>
                  </a:lnTo>
                  <a:lnTo>
                    <a:pt x="194411" y="401967"/>
                  </a:lnTo>
                  <a:lnTo>
                    <a:pt x="255701" y="399034"/>
                  </a:lnTo>
                  <a:lnTo>
                    <a:pt x="309054" y="390855"/>
                  </a:lnTo>
                  <a:lnTo>
                    <a:pt x="351193" y="378396"/>
                  </a:lnTo>
                  <a:lnTo>
                    <a:pt x="378879" y="362648"/>
                  </a:lnTo>
                  <a:lnTo>
                    <a:pt x="388835" y="344551"/>
                  </a:lnTo>
                  <a:lnTo>
                    <a:pt x="388835" y="315836"/>
                  </a:lnTo>
                  <a:lnTo>
                    <a:pt x="388835" y="287121"/>
                  </a:lnTo>
                  <a:lnTo>
                    <a:pt x="388835" y="229692"/>
                  </a:lnTo>
                  <a:close/>
                </a:path>
                <a:path w="389254" h="546100">
                  <a:moveTo>
                    <a:pt x="388835" y="86131"/>
                  </a:moveTo>
                  <a:lnTo>
                    <a:pt x="378879" y="104241"/>
                  </a:lnTo>
                  <a:lnTo>
                    <a:pt x="351193" y="119989"/>
                  </a:lnTo>
                  <a:lnTo>
                    <a:pt x="347179" y="121183"/>
                  </a:lnTo>
                  <a:lnTo>
                    <a:pt x="347179" y="178015"/>
                  </a:lnTo>
                  <a:lnTo>
                    <a:pt x="347179" y="195237"/>
                  </a:lnTo>
                  <a:lnTo>
                    <a:pt x="341617" y="200990"/>
                  </a:lnTo>
                  <a:lnTo>
                    <a:pt x="324954" y="200990"/>
                  </a:lnTo>
                  <a:lnTo>
                    <a:pt x="319405" y="195237"/>
                  </a:lnTo>
                  <a:lnTo>
                    <a:pt x="319405" y="178015"/>
                  </a:lnTo>
                  <a:lnTo>
                    <a:pt x="324954" y="172275"/>
                  </a:lnTo>
                  <a:lnTo>
                    <a:pt x="341617" y="172275"/>
                  </a:lnTo>
                  <a:lnTo>
                    <a:pt x="347179" y="178015"/>
                  </a:lnTo>
                  <a:lnTo>
                    <a:pt x="347179" y="121183"/>
                  </a:lnTo>
                  <a:lnTo>
                    <a:pt x="309054" y="132448"/>
                  </a:lnTo>
                  <a:lnTo>
                    <a:pt x="255701" y="140614"/>
                  </a:lnTo>
                  <a:lnTo>
                    <a:pt x="194411" y="143560"/>
                  </a:lnTo>
                  <a:lnTo>
                    <a:pt x="133134" y="140614"/>
                  </a:lnTo>
                  <a:lnTo>
                    <a:pt x="79781" y="132448"/>
                  </a:lnTo>
                  <a:lnTo>
                    <a:pt x="37630" y="119989"/>
                  </a:lnTo>
                  <a:lnTo>
                    <a:pt x="9944" y="104241"/>
                  </a:lnTo>
                  <a:lnTo>
                    <a:pt x="0" y="86131"/>
                  </a:lnTo>
                  <a:lnTo>
                    <a:pt x="0" y="200990"/>
                  </a:lnTo>
                  <a:lnTo>
                    <a:pt x="37630" y="234835"/>
                  </a:lnTo>
                  <a:lnTo>
                    <a:pt x="79781" y="247294"/>
                  </a:lnTo>
                  <a:lnTo>
                    <a:pt x="133134" y="255473"/>
                  </a:lnTo>
                  <a:lnTo>
                    <a:pt x="194411" y="258406"/>
                  </a:lnTo>
                  <a:lnTo>
                    <a:pt x="255701" y="255473"/>
                  </a:lnTo>
                  <a:lnTo>
                    <a:pt x="309054" y="247294"/>
                  </a:lnTo>
                  <a:lnTo>
                    <a:pt x="351193" y="234835"/>
                  </a:lnTo>
                  <a:lnTo>
                    <a:pt x="378879" y="219087"/>
                  </a:lnTo>
                  <a:lnTo>
                    <a:pt x="388835" y="200990"/>
                  </a:lnTo>
                  <a:lnTo>
                    <a:pt x="388835" y="172275"/>
                  </a:lnTo>
                  <a:lnTo>
                    <a:pt x="388835" y="143560"/>
                  </a:lnTo>
                  <a:lnTo>
                    <a:pt x="388835" y="86131"/>
                  </a:lnTo>
                  <a:close/>
                </a:path>
                <a:path w="389254" h="546100">
                  <a:moveTo>
                    <a:pt x="388835" y="57429"/>
                  </a:moveTo>
                  <a:lnTo>
                    <a:pt x="351332" y="23507"/>
                  </a:lnTo>
                  <a:lnTo>
                    <a:pt x="309245" y="11074"/>
                  </a:lnTo>
                  <a:lnTo>
                    <a:pt x="255866" y="2921"/>
                  </a:lnTo>
                  <a:lnTo>
                    <a:pt x="194411" y="0"/>
                  </a:lnTo>
                  <a:lnTo>
                    <a:pt x="132969" y="2921"/>
                  </a:lnTo>
                  <a:lnTo>
                    <a:pt x="79590" y="11074"/>
                  </a:lnTo>
                  <a:lnTo>
                    <a:pt x="37503" y="23507"/>
                  </a:lnTo>
                  <a:lnTo>
                    <a:pt x="9906" y="39268"/>
                  </a:lnTo>
                  <a:lnTo>
                    <a:pt x="0" y="57429"/>
                  </a:lnTo>
                  <a:lnTo>
                    <a:pt x="9906" y="75577"/>
                  </a:lnTo>
                  <a:lnTo>
                    <a:pt x="37503" y="91338"/>
                  </a:lnTo>
                  <a:lnTo>
                    <a:pt x="79590" y="103771"/>
                  </a:lnTo>
                  <a:lnTo>
                    <a:pt x="132969" y="111925"/>
                  </a:lnTo>
                  <a:lnTo>
                    <a:pt x="194411" y="114846"/>
                  </a:lnTo>
                  <a:lnTo>
                    <a:pt x="255866" y="111925"/>
                  </a:lnTo>
                  <a:lnTo>
                    <a:pt x="309245" y="103771"/>
                  </a:lnTo>
                  <a:lnTo>
                    <a:pt x="351332" y="91338"/>
                  </a:lnTo>
                  <a:lnTo>
                    <a:pt x="378929" y="75577"/>
                  </a:lnTo>
                  <a:lnTo>
                    <a:pt x="388835" y="57429"/>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5" name="object 15"/>
          <p:cNvSpPr txBox="1"/>
          <p:nvPr/>
        </p:nvSpPr>
        <p:spPr>
          <a:xfrm>
            <a:off x="4269104" y="1157096"/>
            <a:ext cx="603250" cy="33083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10" normalizeH="0" baseline="0" noProof="0" dirty="0">
                <a:ln>
                  <a:noFill/>
                </a:ln>
                <a:solidFill>
                  <a:srgbClr val="C5DFB4"/>
                </a:solidFill>
                <a:effectLst/>
                <a:uLnTx/>
                <a:uFillTx/>
                <a:latin typeface="Calibri"/>
                <a:cs typeface="Calibri"/>
              </a:rPr>
              <a:t>Brazil</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sp>
        <p:nvSpPr>
          <p:cNvPr id="16" name="object 16"/>
          <p:cNvSpPr txBox="1"/>
          <p:nvPr/>
        </p:nvSpPr>
        <p:spPr>
          <a:xfrm>
            <a:off x="4269104" y="1461896"/>
            <a:ext cx="723265" cy="941069"/>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20" normalizeH="0" baseline="0" noProof="0" dirty="0">
                <a:ln>
                  <a:noFill/>
                </a:ln>
                <a:solidFill>
                  <a:srgbClr val="C5DFB4"/>
                </a:solidFill>
                <a:effectLst/>
                <a:uLnTx/>
                <a:uFillTx/>
                <a:latin typeface="Calibri"/>
                <a:cs typeface="Calibri"/>
              </a:rPr>
              <a:t>France </a:t>
            </a:r>
            <a:r>
              <a:rPr kumimoji="0" sz="2000" b="1" i="0" u="none" strike="noStrike" kern="0" cap="none" spc="-10" normalizeH="0" baseline="0" noProof="0" dirty="0">
                <a:ln>
                  <a:noFill/>
                </a:ln>
                <a:solidFill>
                  <a:srgbClr val="C5DFB4"/>
                </a:solidFill>
                <a:effectLst/>
                <a:uLnTx/>
                <a:uFillTx/>
                <a:latin typeface="Calibri"/>
                <a:cs typeface="Calibri"/>
              </a:rPr>
              <a:t>China </a:t>
            </a:r>
            <a:r>
              <a:rPr kumimoji="0" sz="2000" b="1" i="0" u="none" strike="noStrike" kern="0" cap="none" spc="-25" normalizeH="0" baseline="0" noProof="0" dirty="0">
                <a:ln>
                  <a:noFill/>
                </a:ln>
                <a:solidFill>
                  <a:srgbClr val="C5DFB4"/>
                </a:solidFill>
                <a:effectLst/>
                <a:uLnTx/>
                <a:uFillTx/>
                <a:latin typeface="Calibri"/>
                <a:cs typeface="Calibri"/>
              </a:rPr>
              <a:t>USA</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sp>
        <p:nvSpPr>
          <p:cNvPr id="19" name="object 19"/>
          <p:cNvSpPr txBox="1"/>
          <p:nvPr/>
        </p:nvSpPr>
        <p:spPr>
          <a:xfrm>
            <a:off x="6399403" y="1232153"/>
            <a:ext cx="1288415" cy="112331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10" normalizeH="0" baseline="0" noProof="0" dirty="0">
                <a:ln>
                  <a:noFill/>
                </a:ln>
                <a:solidFill>
                  <a:srgbClr val="FFFFFF"/>
                </a:solidFill>
                <a:effectLst/>
                <a:uLnTx/>
                <a:uFillTx/>
                <a:latin typeface="Calibri"/>
                <a:cs typeface="Calibri"/>
              </a:rPr>
              <a:t>Global Discovery </a:t>
            </a:r>
            <a:r>
              <a:rPr kumimoji="0" sz="2400" b="1" i="0" u="none" strike="noStrike" kern="0" cap="none" spc="-20" normalizeH="0" baseline="0" noProof="0" dirty="0">
                <a:ln>
                  <a:noFill/>
                </a:ln>
                <a:solidFill>
                  <a:srgbClr val="FFFFFF"/>
                </a:solidFill>
                <a:effectLst/>
                <a:uLnTx/>
                <a:uFillTx/>
                <a:latin typeface="Calibri"/>
                <a:cs typeface="Calibri"/>
              </a:rPr>
              <a:t>Catalogue</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sp>
        <p:nvSpPr>
          <p:cNvPr id="20" name="object 20"/>
          <p:cNvSpPr txBox="1"/>
          <p:nvPr/>
        </p:nvSpPr>
        <p:spPr>
          <a:xfrm>
            <a:off x="9192259" y="1201927"/>
            <a:ext cx="990600" cy="941069"/>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10" normalizeH="0" baseline="0" noProof="0" dirty="0">
                <a:ln>
                  <a:noFill/>
                </a:ln>
                <a:solidFill>
                  <a:srgbClr val="C5DFB4"/>
                </a:solidFill>
                <a:effectLst/>
                <a:uLnTx/>
                <a:uFillTx/>
                <a:latin typeface="Calibri"/>
                <a:cs typeface="Calibri"/>
              </a:rPr>
              <a:t>Canada </a:t>
            </a:r>
            <a:r>
              <a:rPr kumimoji="0" sz="2000" b="1" i="0" u="none" strike="noStrike" kern="0" cap="none" spc="-10" normalizeH="0" baseline="0" noProof="0" dirty="0">
                <a:ln>
                  <a:noFill/>
                </a:ln>
                <a:solidFill>
                  <a:srgbClr val="D9F1D0"/>
                </a:solidFill>
                <a:effectLst/>
                <a:uLnTx/>
                <a:uFillTx/>
                <a:latin typeface="Calibri"/>
                <a:cs typeface="Calibri"/>
              </a:rPr>
              <a:t>China </a:t>
            </a:r>
            <a:r>
              <a:rPr kumimoji="0" sz="2000" b="1" i="0" u="none" strike="noStrike" kern="0" cap="none" spc="-20" normalizeH="0" baseline="0" noProof="0" dirty="0">
                <a:ln>
                  <a:noFill/>
                </a:ln>
                <a:solidFill>
                  <a:srgbClr val="D9F1D0"/>
                </a:solidFill>
                <a:effectLst/>
                <a:uLnTx/>
                <a:uFillTx/>
                <a:latin typeface="Calibri"/>
                <a:cs typeface="Calibri"/>
              </a:rPr>
              <a:t>Germany</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sp>
        <p:nvSpPr>
          <p:cNvPr id="17" name="object 17"/>
          <p:cNvSpPr txBox="1"/>
          <p:nvPr/>
        </p:nvSpPr>
        <p:spPr>
          <a:xfrm>
            <a:off x="1922145" y="3586353"/>
            <a:ext cx="848360" cy="7569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10" normalizeH="0" baseline="0" noProof="0" dirty="0">
                <a:ln>
                  <a:noFill/>
                </a:ln>
                <a:solidFill>
                  <a:srgbClr val="FFFFFF"/>
                </a:solidFill>
                <a:effectLst/>
                <a:uLnTx/>
                <a:uFillTx/>
                <a:latin typeface="Calibri"/>
                <a:cs typeface="Calibri"/>
              </a:rPr>
              <a:t>Global Cache</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sp>
        <p:nvSpPr>
          <p:cNvPr id="18" name="object 18"/>
          <p:cNvSpPr txBox="1"/>
          <p:nvPr/>
        </p:nvSpPr>
        <p:spPr>
          <a:xfrm>
            <a:off x="4229227" y="3226054"/>
            <a:ext cx="1477645" cy="1855470"/>
          </a:xfrm>
          <a:prstGeom prst="rect">
            <a:avLst/>
          </a:prstGeom>
        </p:spPr>
        <p:txBody>
          <a:bodyPr vert="horz" wrap="square" lIns="0" tIns="13335" rIns="0" bIns="0" rtlCol="0">
            <a:spAutoFit/>
          </a:bodyPr>
          <a:lstStyle/>
          <a:p>
            <a:pPr marL="12700" marR="490855"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10" normalizeH="0" baseline="0" noProof="0" dirty="0">
                <a:ln>
                  <a:noFill/>
                </a:ln>
                <a:solidFill>
                  <a:srgbClr val="C5DFB4"/>
                </a:solidFill>
                <a:effectLst/>
                <a:uLnTx/>
                <a:uFillTx/>
                <a:latin typeface="Calibri"/>
                <a:cs typeface="Calibri"/>
              </a:rPr>
              <a:t>China Germany Japan Korea</a:t>
            </a:r>
            <a:endParaRPr kumimoji="0" sz="2000" b="0" i="0" u="none" strike="noStrike" kern="0" cap="none" spc="0" normalizeH="0" baseline="0" noProof="0">
              <a:ln>
                <a:noFill/>
              </a:ln>
              <a:solidFill>
                <a:sysClr val="windowText" lastClr="000000"/>
              </a:solidFill>
              <a:effectLst/>
              <a:uLnTx/>
              <a:uFillTx/>
              <a:latin typeface="Calibri"/>
              <a:cs typeface="Calibri"/>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sz="2000" b="1" i="0" u="none" strike="noStrike" kern="0" cap="none" spc="0" normalizeH="0" baseline="0" noProof="0" dirty="0">
                <a:ln>
                  <a:noFill/>
                </a:ln>
                <a:solidFill>
                  <a:srgbClr val="C5DFB4"/>
                </a:solidFill>
                <a:effectLst/>
                <a:uLnTx/>
                <a:uFillTx/>
                <a:latin typeface="Calibri"/>
                <a:cs typeface="Calibri"/>
              </a:rPr>
              <a:t>Saudia</a:t>
            </a:r>
            <a:r>
              <a:rPr kumimoji="0" sz="2000" b="1" i="0" u="none" strike="noStrike" kern="0" cap="none" spc="-15" normalizeH="0" baseline="0" noProof="0" dirty="0">
                <a:ln>
                  <a:noFill/>
                </a:ln>
                <a:solidFill>
                  <a:srgbClr val="C5DFB4"/>
                </a:solidFill>
                <a:effectLst/>
                <a:uLnTx/>
                <a:uFillTx/>
                <a:latin typeface="Calibri"/>
                <a:cs typeface="Calibri"/>
              </a:rPr>
              <a:t> </a:t>
            </a:r>
            <a:r>
              <a:rPr kumimoji="0" sz="2000" b="1" i="0" u="none" strike="noStrike" kern="0" cap="none" spc="-20" normalizeH="0" baseline="0" noProof="0" dirty="0">
                <a:ln>
                  <a:noFill/>
                </a:ln>
                <a:solidFill>
                  <a:srgbClr val="C5DFB4"/>
                </a:solidFill>
                <a:effectLst/>
                <a:uLnTx/>
                <a:uFillTx/>
                <a:latin typeface="Calibri"/>
                <a:cs typeface="Calibri"/>
              </a:rPr>
              <a:t>Arabia </a:t>
            </a:r>
            <a:r>
              <a:rPr kumimoji="0" sz="2000" b="1" i="0" u="none" strike="noStrike" kern="0" cap="none" spc="-10" normalizeH="0" baseline="0" noProof="0" dirty="0">
                <a:ln>
                  <a:noFill/>
                </a:ln>
                <a:solidFill>
                  <a:srgbClr val="C5DFB4"/>
                </a:solidFill>
                <a:effectLst/>
                <a:uLnTx/>
                <a:uFillTx/>
                <a:latin typeface="Calibri"/>
                <a:cs typeface="Calibri"/>
              </a:rPr>
              <a:t>USA/UK</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sp>
        <p:nvSpPr>
          <p:cNvPr id="21" name="object 21"/>
          <p:cNvSpPr txBox="1"/>
          <p:nvPr/>
        </p:nvSpPr>
        <p:spPr>
          <a:xfrm>
            <a:off x="6362446" y="3592195"/>
            <a:ext cx="1451610" cy="7569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10" normalizeH="0" baseline="0" noProof="0" dirty="0">
                <a:ln>
                  <a:noFill/>
                </a:ln>
                <a:solidFill>
                  <a:srgbClr val="FFFFFF"/>
                </a:solidFill>
                <a:effectLst/>
                <a:uLnTx/>
                <a:uFillTx/>
                <a:latin typeface="Calibri"/>
                <a:cs typeface="Calibri"/>
              </a:rPr>
              <a:t>Global Monitoring</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sp>
        <p:nvSpPr>
          <p:cNvPr id="22" name="object 22"/>
          <p:cNvSpPr txBox="1"/>
          <p:nvPr/>
        </p:nvSpPr>
        <p:spPr>
          <a:xfrm>
            <a:off x="9192259" y="3553205"/>
            <a:ext cx="958850" cy="63563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10" normalizeH="0" baseline="0" noProof="0" dirty="0">
                <a:ln>
                  <a:noFill/>
                </a:ln>
                <a:solidFill>
                  <a:srgbClr val="C5DFB4"/>
                </a:solidFill>
                <a:effectLst/>
                <a:uLnTx/>
                <a:uFillTx/>
                <a:latin typeface="Calibri"/>
                <a:cs typeface="Calibri"/>
              </a:rPr>
              <a:t>China Morocco</a:t>
            </a:r>
            <a:endParaRPr kumimoji="0" sz="2000" b="0" i="0" u="none" strike="noStrike" kern="0" cap="none" spc="0" normalizeH="0" baseline="0" noProof="0">
              <a:ln>
                <a:noFill/>
              </a:ln>
              <a:solidFill>
                <a:sysClr val="windowText" lastClr="000000"/>
              </a:solidFill>
              <a:effectLst/>
              <a:uLnTx/>
              <a:uFillTx/>
              <a:latin typeface="Calibri"/>
              <a:cs typeface="Calibri"/>
            </a:endParaRPr>
          </a:p>
        </p:txBody>
      </p:sp>
      <p:sp>
        <p:nvSpPr>
          <p:cNvPr id="23" name="object 23"/>
          <p:cNvSpPr txBox="1"/>
          <p:nvPr/>
        </p:nvSpPr>
        <p:spPr>
          <a:xfrm>
            <a:off x="4874514" y="6203086"/>
            <a:ext cx="7328534" cy="63563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10" normalizeH="0" baseline="0" noProof="0" dirty="0">
                <a:ln>
                  <a:noFill/>
                </a:ln>
                <a:solidFill>
                  <a:srgbClr val="FFFFFF"/>
                </a:solidFill>
                <a:effectLst/>
                <a:uLnTx/>
                <a:uFillTx/>
                <a:latin typeface="Trebuchet MS"/>
                <a:cs typeface="Trebuchet MS"/>
              </a:rPr>
              <a:t>Multiple</a:t>
            </a:r>
            <a:r>
              <a:rPr kumimoji="0" sz="2000" b="1" i="0" u="none" strike="noStrike" kern="0" cap="none" spc="-155" normalizeH="0" baseline="0" noProof="0" dirty="0">
                <a:ln>
                  <a:noFill/>
                </a:ln>
                <a:solidFill>
                  <a:srgbClr val="FFFFFF"/>
                </a:solidFill>
                <a:effectLst/>
                <a:uLnTx/>
                <a:uFillTx/>
                <a:latin typeface="Trebuchet MS"/>
                <a:cs typeface="Trebuchet MS"/>
              </a:rPr>
              <a:t> </a:t>
            </a:r>
            <a:r>
              <a:rPr kumimoji="0" sz="2000" b="1" i="0" u="none" strike="noStrike" kern="0" cap="none" spc="0" normalizeH="0" baseline="0" noProof="0" dirty="0">
                <a:ln>
                  <a:noFill/>
                </a:ln>
                <a:solidFill>
                  <a:srgbClr val="FFFFFF"/>
                </a:solidFill>
                <a:effectLst/>
                <a:uLnTx/>
                <a:uFillTx/>
                <a:latin typeface="Trebuchet MS"/>
                <a:cs typeface="Trebuchet MS"/>
              </a:rPr>
              <a:t>instances</a:t>
            </a:r>
            <a:r>
              <a:rPr kumimoji="0" sz="2000" b="1" i="0" u="none" strike="noStrike" kern="0" cap="none" spc="-130" normalizeH="0" baseline="0" noProof="0" dirty="0">
                <a:ln>
                  <a:noFill/>
                </a:ln>
                <a:solidFill>
                  <a:srgbClr val="FFFFFF"/>
                </a:solidFill>
                <a:effectLst/>
                <a:uLnTx/>
                <a:uFillTx/>
                <a:latin typeface="Trebuchet MS"/>
                <a:cs typeface="Trebuchet MS"/>
              </a:rPr>
              <a:t> </a:t>
            </a:r>
            <a:r>
              <a:rPr kumimoji="0" sz="2000" b="1" i="0" u="none" strike="noStrike" kern="0" cap="none" spc="-40" normalizeH="0" baseline="0" noProof="0" dirty="0">
                <a:ln>
                  <a:noFill/>
                </a:ln>
                <a:solidFill>
                  <a:srgbClr val="FFFFFF"/>
                </a:solidFill>
                <a:effectLst/>
                <a:uLnTx/>
                <a:uFillTx/>
                <a:latin typeface="Trebuchet MS"/>
                <a:cs typeface="Trebuchet MS"/>
              </a:rPr>
              <a:t>of</a:t>
            </a:r>
            <a:r>
              <a:rPr kumimoji="0" sz="2000" b="1" i="0" u="none" strike="noStrike" kern="0" cap="none" spc="-120" normalizeH="0" baseline="0" noProof="0" dirty="0">
                <a:ln>
                  <a:noFill/>
                </a:ln>
                <a:solidFill>
                  <a:srgbClr val="FFFFFF"/>
                </a:solidFill>
                <a:effectLst/>
                <a:uLnTx/>
                <a:uFillTx/>
                <a:latin typeface="Trebuchet MS"/>
                <a:cs typeface="Trebuchet MS"/>
              </a:rPr>
              <a:t> </a:t>
            </a:r>
            <a:r>
              <a:rPr kumimoji="0" sz="2000" b="1" i="0" u="none" strike="noStrike" kern="0" cap="none" spc="0" normalizeH="0" baseline="0" noProof="0" dirty="0">
                <a:ln>
                  <a:noFill/>
                </a:ln>
                <a:solidFill>
                  <a:srgbClr val="FFFFFF"/>
                </a:solidFill>
                <a:effectLst/>
                <a:uLnTx/>
                <a:uFillTx/>
                <a:latin typeface="Trebuchet MS"/>
                <a:cs typeface="Trebuchet MS"/>
              </a:rPr>
              <a:t>Global</a:t>
            </a:r>
            <a:r>
              <a:rPr kumimoji="0" sz="2000" b="1" i="0" u="none" strike="noStrike" kern="0" cap="none" spc="-150" normalizeH="0" baseline="0" noProof="0" dirty="0">
                <a:ln>
                  <a:noFill/>
                </a:ln>
                <a:solidFill>
                  <a:srgbClr val="FFFFFF"/>
                </a:solidFill>
                <a:effectLst/>
                <a:uLnTx/>
                <a:uFillTx/>
                <a:latin typeface="Trebuchet MS"/>
                <a:cs typeface="Trebuchet MS"/>
              </a:rPr>
              <a:t> </a:t>
            </a:r>
            <a:r>
              <a:rPr kumimoji="0" sz="2000" b="1" i="0" u="none" strike="noStrike" kern="0" cap="none" spc="0" normalizeH="0" baseline="0" noProof="0" dirty="0">
                <a:ln>
                  <a:noFill/>
                </a:ln>
                <a:solidFill>
                  <a:srgbClr val="FFFFFF"/>
                </a:solidFill>
                <a:effectLst/>
                <a:uLnTx/>
                <a:uFillTx/>
                <a:latin typeface="Trebuchet MS"/>
                <a:cs typeface="Trebuchet MS"/>
              </a:rPr>
              <a:t>Services</a:t>
            </a:r>
            <a:r>
              <a:rPr kumimoji="0" sz="2000" b="1" i="0" u="none" strike="noStrike" kern="0" cap="none" spc="-145" normalizeH="0" baseline="0" noProof="0" dirty="0">
                <a:ln>
                  <a:noFill/>
                </a:ln>
                <a:solidFill>
                  <a:srgbClr val="FFFFFF"/>
                </a:solidFill>
                <a:effectLst/>
                <a:uLnTx/>
                <a:uFillTx/>
                <a:latin typeface="Trebuchet MS"/>
                <a:cs typeface="Trebuchet MS"/>
              </a:rPr>
              <a:t> </a:t>
            </a:r>
            <a:r>
              <a:rPr kumimoji="0" sz="2000" b="1" i="0" u="none" strike="noStrike" kern="0" cap="none" spc="-10" normalizeH="0" baseline="0" noProof="0" dirty="0">
                <a:ln>
                  <a:noFill/>
                </a:ln>
                <a:solidFill>
                  <a:srgbClr val="FFFFFF"/>
                </a:solidFill>
                <a:effectLst/>
                <a:uLnTx/>
                <a:uFillTx/>
                <a:latin typeface="Trebuchet MS"/>
                <a:cs typeface="Trebuchet MS"/>
              </a:rPr>
              <a:t>hosted</a:t>
            </a:r>
            <a:r>
              <a:rPr kumimoji="0" sz="2000" b="1" i="0" u="none" strike="noStrike" kern="0" cap="none" spc="-135" normalizeH="0" baseline="0" noProof="0" dirty="0">
                <a:ln>
                  <a:noFill/>
                </a:ln>
                <a:solidFill>
                  <a:srgbClr val="FFFFFF"/>
                </a:solidFill>
                <a:effectLst/>
                <a:uLnTx/>
                <a:uFillTx/>
                <a:latin typeface="Trebuchet MS"/>
                <a:cs typeface="Trebuchet MS"/>
              </a:rPr>
              <a:t> </a:t>
            </a:r>
            <a:r>
              <a:rPr kumimoji="0" sz="2000" b="1" i="0" u="none" strike="noStrike" kern="0" cap="none" spc="-50" normalizeH="0" baseline="0" noProof="0" dirty="0">
                <a:ln>
                  <a:noFill/>
                </a:ln>
                <a:solidFill>
                  <a:srgbClr val="FFFFFF"/>
                </a:solidFill>
                <a:effectLst/>
                <a:uLnTx/>
                <a:uFillTx/>
                <a:latin typeface="Trebuchet MS"/>
                <a:cs typeface="Trebuchet MS"/>
              </a:rPr>
              <a:t>by</a:t>
            </a:r>
            <a:r>
              <a:rPr kumimoji="0" sz="2000" b="1" i="0" u="none" strike="noStrike" kern="0" cap="none" spc="-125" normalizeH="0" baseline="0" noProof="0" dirty="0">
                <a:ln>
                  <a:noFill/>
                </a:ln>
                <a:solidFill>
                  <a:srgbClr val="FFFFFF"/>
                </a:solidFill>
                <a:effectLst/>
                <a:uLnTx/>
                <a:uFillTx/>
                <a:latin typeface="Trebuchet MS"/>
                <a:cs typeface="Trebuchet MS"/>
              </a:rPr>
              <a:t> </a:t>
            </a:r>
            <a:r>
              <a:rPr kumimoji="0" sz="2000" b="1" i="0" u="none" strike="noStrike" kern="0" cap="none" spc="105" normalizeH="0" baseline="0" noProof="0" dirty="0">
                <a:ln>
                  <a:noFill/>
                </a:ln>
                <a:solidFill>
                  <a:srgbClr val="FFFFFF"/>
                </a:solidFill>
                <a:effectLst/>
                <a:uLnTx/>
                <a:uFillTx/>
                <a:latin typeface="Trebuchet MS"/>
                <a:cs typeface="Trebuchet MS"/>
              </a:rPr>
              <a:t>WMO</a:t>
            </a:r>
            <a:r>
              <a:rPr kumimoji="0" sz="2000" b="1" i="0" u="none" strike="noStrike" kern="0" cap="none" spc="-145" normalizeH="0" baseline="0" noProof="0" dirty="0">
                <a:ln>
                  <a:noFill/>
                </a:ln>
                <a:solidFill>
                  <a:srgbClr val="FFFFFF"/>
                </a:solidFill>
                <a:effectLst/>
                <a:uLnTx/>
                <a:uFillTx/>
                <a:latin typeface="Trebuchet MS"/>
                <a:cs typeface="Trebuchet MS"/>
              </a:rPr>
              <a:t> </a:t>
            </a:r>
            <a:r>
              <a:rPr kumimoji="0" sz="2000" b="1" i="0" u="none" strike="noStrike" kern="0" cap="none" spc="-10" normalizeH="0" baseline="0" noProof="0" dirty="0">
                <a:ln>
                  <a:noFill/>
                </a:ln>
                <a:solidFill>
                  <a:srgbClr val="FFFFFF"/>
                </a:solidFill>
                <a:effectLst/>
                <a:uLnTx/>
                <a:uFillTx/>
                <a:latin typeface="Trebuchet MS"/>
                <a:cs typeface="Trebuchet MS"/>
              </a:rPr>
              <a:t>Members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1" i="0" u="none" strike="noStrike" kern="0" cap="none" spc="-114" normalizeH="0" baseline="0" noProof="0" dirty="0">
                <a:ln>
                  <a:noFill/>
                </a:ln>
                <a:solidFill>
                  <a:srgbClr val="FFFFFF"/>
                </a:solidFill>
                <a:effectLst/>
                <a:uLnTx/>
                <a:uFillTx/>
                <a:latin typeface="Trebuchet MS"/>
                <a:cs typeface="Trebuchet MS"/>
              </a:rPr>
              <a:t>=</a:t>
            </a:r>
            <a:r>
              <a:rPr kumimoji="0" sz="2000" b="1" i="0" u="none" strike="noStrike" kern="0" cap="none" spc="-165" normalizeH="0" baseline="0" noProof="0" dirty="0">
                <a:ln>
                  <a:noFill/>
                </a:ln>
                <a:solidFill>
                  <a:srgbClr val="FFFFFF"/>
                </a:solidFill>
                <a:effectLst/>
                <a:uLnTx/>
                <a:uFillTx/>
                <a:latin typeface="Trebuchet MS"/>
                <a:cs typeface="Trebuchet MS"/>
              </a:rPr>
              <a:t> </a:t>
            </a:r>
            <a:r>
              <a:rPr kumimoji="0" sz="2000" b="1" i="0" u="none" strike="noStrike" kern="0" cap="none" spc="0" normalizeH="0" baseline="0" noProof="0" dirty="0">
                <a:ln>
                  <a:noFill/>
                </a:ln>
                <a:solidFill>
                  <a:srgbClr val="FFFFFF"/>
                </a:solidFill>
                <a:effectLst/>
                <a:uLnTx/>
                <a:uFillTx/>
                <a:latin typeface="Trebuchet MS"/>
                <a:cs typeface="Trebuchet MS"/>
              </a:rPr>
              <a:t>No</a:t>
            </a:r>
            <a:r>
              <a:rPr kumimoji="0" sz="2000" b="1" i="0" u="none" strike="noStrike" kern="0" cap="none" spc="-160" normalizeH="0" baseline="0" noProof="0" dirty="0">
                <a:ln>
                  <a:noFill/>
                </a:ln>
                <a:solidFill>
                  <a:srgbClr val="FFFFFF"/>
                </a:solidFill>
                <a:effectLst/>
                <a:uLnTx/>
                <a:uFillTx/>
                <a:latin typeface="Trebuchet MS"/>
                <a:cs typeface="Trebuchet MS"/>
              </a:rPr>
              <a:t> </a:t>
            </a:r>
            <a:r>
              <a:rPr kumimoji="0" sz="2000" b="1" i="0" u="none" strike="noStrike" kern="0" cap="none" spc="0" normalizeH="0" baseline="0" noProof="0" dirty="0">
                <a:ln>
                  <a:noFill/>
                </a:ln>
                <a:solidFill>
                  <a:srgbClr val="FFFFFF"/>
                </a:solidFill>
                <a:effectLst/>
                <a:uLnTx/>
                <a:uFillTx/>
                <a:latin typeface="Trebuchet MS"/>
                <a:cs typeface="Trebuchet MS"/>
              </a:rPr>
              <a:t>single</a:t>
            </a:r>
            <a:r>
              <a:rPr kumimoji="0" sz="2000" b="1" i="0" u="none" strike="noStrike" kern="0" cap="none" spc="-155" normalizeH="0" baseline="0" noProof="0" dirty="0">
                <a:ln>
                  <a:noFill/>
                </a:ln>
                <a:solidFill>
                  <a:srgbClr val="FFFFFF"/>
                </a:solidFill>
                <a:effectLst/>
                <a:uLnTx/>
                <a:uFillTx/>
                <a:latin typeface="Trebuchet MS"/>
                <a:cs typeface="Trebuchet MS"/>
              </a:rPr>
              <a:t> </a:t>
            </a:r>
            <a:r>
              <a:rPr kumimoji="0" sz="2000" b="1" i="0" u="none" strike="noStrike" kern="0" cap="none" spc="-40" normalizeH="0" baseline="0" noProof="0" dirty="0">
                <a:ln>
                  <a:noFill/>
                </a:ln>
                <a:solidFill>
                  <a:srgbClr val="FFFFFF"/>
                </a:solidFill>
                <a:effectLst/>
                <a:uLnTx/>
                <a:uFillTx/>
                <a:latin typeface="Trebuchet MS"/>
                <a:cs typeface="Trebuchet MS"/>
              </a:rPr>
              <a:t>point</a:t>
            </a:r>
            <a:r>
              <a:rPr kumimoji="0" sz="2000" b="1" i="0" u="none" strike="noStrike" kern="0" cap="none" spc="-165" normalizeH="0" baseline="0" noProof="0" dirty="0">
                <a:ln>
                  <a:noFill/>
                </a:ln>
                <a:solidFill>
                  <a:srgbClr val="FFFFFF"/>
                </a:solidFill>
                <a:effectLst/>
                <a:uLnTx/>
                <a:uFillTx/>
                <a:latin typeface="Trebuchet MS"/>
                <a:cs typeface="Trebuchet MS"/>
              </a:rPr>
              <a:t> </a:t>
            </a:r>
            <a:r>
              <a:rPr kumimoji="0" sz="2000" b="1" i="0" u="none" strike="noStrike" kern="0" cap="none" spc="-35" normalizeH="0" baseline="0" noProof="0" dirty="0">
                <a:ln>
                  <a:noFill/>
                </a:ln>
                <a:solidFill>
                  <a:srgbClr val="FFFFFF"/>
                </a:solidFill>
                <a:effectLst/>
                <a:uLnTx/>
                <a:uFillTx/>
                <a:latin typeface="Trebuchet MS"/>
                <a:cs typeface="Trebuchet MS"/>
              </a:rPr>
              <a:t>of</a:t>
            </a:r>
            <a:r>
              <a:rPr kumimoji="0" sz="2000" b="1" i="0" u="none" strike="noStrike" kern="0" cap="none" spc="-160" normalizeH="0" baseline="0" noProof="0" dirty="0">
                <a:ln>
                  <a:noFill/>
                </a:ln>
                <a:solidFill>
                  <a:srgbClr val="FFFFFF"/>
                </a:solidFill>
                <a:effectLst/>
                <a:uLnTx/>
                <a:uFillTx/>
                <a:latin typeface="Trebuchet MS"/>
                <a:cs typeface="Trebuchet MS"/>
              </a:rPr>
              <a:t> </a:t>
            </a:r>
            <a:r>
              <a:rPr kumimoji="0" sz="2000" b="1" i="0" u="none" strike="noStrike" kern="0" cap="none" spc="-10" normalizeH="0" baseline="0" noProof="0" dirty="0">
                <a:ln>
                  <a:noFill/>
                </a:ln>
                <a:solidFill>
                  <a:srgbClr val="FFFFFF"/>
                </a:solidFill>
                <a:effectLst/>
                <a:uLnTx/>
                <a:uFillTx/>
                <a:latin typeface="Trebuchet MS"/>
                <a:cs typeface="Trebuchet MS"/>
              </a:rPr>
              <a:t>failure</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75033" y="6558915"/>
            <a:ext cx="116205" cy="114300"/>
          </a:xfrm>
          <a:prstGeom prst="rect">
            <a:avLst/>
          </a:prstGeom>
        </p:spPr>
        <p:txBody>
          <a:bodyPr vert="horz" wrap="square" lIns="0" tIns="0" rIns="0" bIns="0" rtlCol="0">
            <a:spAutoFit/>
          </a:bodyPr>
          <a:lstStyle/>
          <a:p>
            <a:pPr>
              <a:lnSpc>
                <a:spcPts val="855"/>
              </a:lnSpc>
            </a:pPr>
            <a:r>
              <a:rPr sz="900" spc="-25" dirty="0">
                <a:latin typeface="Calibri"/>
                <a:cs typeface="Calibri"/>
              </a:rPr>
              <a:t>12</a:t>
            </a:r>
            <a:endParaRPr sz="900">
              <a:latin typeface="Calibri"/>
              <a:cs typeface="Calibri"/>
            </a:endParaRPr>
          </a:p>
        </p:txBody>
      </p:sp>
      <p:sp>
        <p:nvSpPr>
          <p:cNvPr id="3" name="object 3"/>
          <p:cNvSpPr/>
          <p:nvPr/>
        </p:nvSpPr>
        <p:spPr>
          <a:xfrm>
            <a:off x="77241" y="928611"/>
            <a:ext cx="12115165" cy="5929630"/>
          </a:xfrm>
          <a:custGeom>
            <a:avLst/>
            <a:gdLst/>
            <a:ahLst/>
            <a:cxnLst/>
            <a:rect l="l" t="t" r="r" b="b"/>
            <a:pathLst>
              <a:path w="12115165" h="5929630">
                <a:moveTo>
                  <a:pt x="12114809" y="1058938"/>
                </a:moveTo>
                <a:lnTo>
                  <a:pt x="12037568" y="1058938"/>
                </a:lnTo>
                <a:lnTo>
                  <a:pt x="12037568" y="0"/>
                </a:lnTo>
                <a:lnTo>
                  <a:pt x="0" y="0"/>
                </a:lnTo>
                <a:lnTo>
                  <a:pt x="0" y="1261884"/>
                </a:lnTo>
                <a:lnTo>
                  <a:pt x="174142" y="1261884"/>
                </a:lnTo>
                <a:lnTo>
                  <a:pt x="174142" y="5929388"/>
                </a:lnTo>
                <a:lnTo>
                  <a:pt x="12114809" y="5929388"/>
                </a:lnTo>
                <a:lnTo>
                  <a:pt x="12114809" y="1058938"/>
                </a:lnTo>
                <a:close/>
              </a:path>
            </a:pathLst>
          </a:custGeom>
          <a:solidFill>
            <a:srgbClr val="FFFFFF"/>
          </a:solidFill>
        </p:spPr>
        <p:txBody>
          <a:bodyPr wrap="square" lIns="0" tIns="0" rIns="0" bIns="0" rtlCol="0"/>
          <a:lstStyle/>
          <a:p>
            <a:endParaRPr/>
          </a:p>
        </p:txBody>
      </p:sp>
      <p:sp>
        <p:nvSpPr>
          <p:cNvPr id="4" name="object 4"/>
          <p:cNvSpPr txBox="1"/>
          <p:nvPr/>
        </p:nvSpPr>
        <p:spPr>
          <a:xfrm>
            <a:off x="156159" y="941654"/>
            <a:ext cx="11546840" cy="1155700"/>
          </a:xfrm>
          <a:prstGeom prst="rect">
            <a:avLst/>
          </a:prstGeom>
        </p:spPr>
        <p:txBody>
          <a:bodyPr vert="horz" wrap="square" lIns="0" tIns="13335" rIns="0" bIns="0" rtlCol="0">
            <a:spAutoFit/>
          </a:bodyPr>
          <a:lstStyle/>
          <a:p>
            <a:pPr marL="12700">
              <a:lnSpc>
                <a:spcPct val="100000"/>
              </a:lnSpc>
              <a:spcBef>
                <a:spcPts val="105"/>
              </a:spcBef>
            </a:pPr>
            <a:r>
              <a:rPr sz="2000" b="1" dirty="0">
                <a:latin typeface="Trebuchet MS"/>
                <a:cs typeface="Trebuchet MS"/>
              </a:rPr>
              <a:t>WIS2</a:t>
            </a:r>
            <a:r>
              <a:rPr sz="2000" b="1" spc="-145" dirty="0">
                <a:latin typeface="Trebuchet MS"/>
                <a:cs typeface="Trebuchet MS"/>
              </a:rPr>
              <a:t> </a:t>
            </a:r>
            <a:r>
              <a:rPr sz="2000" b="1" spc="60" dirty="0">
                <a:latin typeface="Trebuchet MS"/>
                <a:cs typeface="Trebuchet MS"/>
              </a:rPr>
              <a:t>uses</a:t>
            </a:r>
            <a:r>
              <a:rPr sz="2000" b="1" spc="-100" dirty="0">
                <a:latin typeface="Trebuchet MS"/>
                <a:cs typeface="Trebuchet MS"/>
              </a:rPr>
              <a:t> </a:t>
            </a:r>
            <a:r>
              <a:rPr sz="2000" b="1" dirty="0">
                <a:latin typeface="Trebuchet MS"/>
                <a:cs typeface="Trebuchet MS"/>
              </a:rPr>
              <a:t>a</a:t>
            </a:r>
            <a:r>
              <a:rPr sz="2000" b="1" spc="-110" dirty="0">
                <a:latin typeface="Trebuchet MS"/>
                <a:cs typeface="Trebuchet MS"/>
              </a:rPr>
              <a:t> </a:t>
            </a:r>
            <a:r>
              <a:rPr sz="2000" b="1" dirty="0">
                <a:latin typeface="Trebuchet MS"/>
                <a:cs typeface="Trebuchet MS"/>
              </a:rPr>
              <a:t>"Publish-Subscribe"</a:t>
            </a:r>
            <a:r>
              <a:rPr sz="2000" b="1" spc="-150" dirty="0">
                <a:latin typeface="Trebuchet MS"/>
                <a:cs typeface="Trebuchet MS"/>
              </a:rPr>
              <a:t> </a:t>
            </a:r>
            <a:r>
              <a:rPr sz="2000" b="1" spc="-35" dirty="0">
                <a:latin typeface="Trebuchet MS"/>
                <a:cs typeface="Trebuchet MS"/>
              </a:rPr>
              <a:t>(Pub/Sub)</a:t>
            </a:r>
            <a:r>
              <a:rPr sz="2000" b="1" spc="-125" dirty="0">
                <a:latin typeface="Trebuchet MS"/>
                <a:cs typeface="Trebuchet MS"/>
              </a:rPr>
              <a:t> </a:t>
            </a:r>
            <a:r>
              <a:rPr sz="2000" b="1" dirty="0">
                <a:latin typeface="Trebuchet MS"/>
                <a:cs typeface="Trebuchet MS"/>
              </a:rPr>
              <a:t>model</a:t>
            </a:r>
            <a:r>
              <a:rPr sz="2000" b="1" spc="-110" dirty="0">
                <a:latin typeface="Trebuchet MS"/>
                <a:cs typeface="Trebuchet MS"/>
              </a:rPr>
              <a:t> </a:t>
            </a:r>
            <a:r>
              <a:rPr sz="2000" b="1" dirty="0">
                <a:latin typeface="Trebuchet MS"/>
                <a:cs typeface="Trebuchet MS"/>
              </a:rPr>
              <a:t>using</a:t>
            </a:r>
            <a:r>
              <a:rPr sz="2000" b="1" spc="-120" dirty="0">
                <a:latin typeface="Trebuchet MS"/>
                <a:cs typeface="Trebuchet MS"/>
              </a:rPr>
              <a:t> </a:t>
            </a:r>
            <a:r>
              <a:rPr sz="2000" b="1" spc="-65" dirty="0">
                <a:latin typeface="Trebuchet MS"/>
                <a:cs typeface="Trebuchet MS"/>
              </a:rPr>
              <a:t>the</a:t>
            </a:r>
            <a:r>
              <a:rPr sz="2000" b="1" spc="-95" dirty="0">
                <a:latin typeface="Trebuchet MS"/>
                <a:cs typeface="Trebuchet MS"/>
              </a:rPr>
              <a:t> </a:t>
            </a:r>
            <a:r>
              <a:rPr sz="2000" b="1" u="heavy" spc="-85" dirty="0">
                <a:uFill>
                  <a:solidFill>
                    <a:srgbClr val="000000"/>
                  </a:solidFill>
                </a:uFill>
                <a:latin typeface="Trebuchet MS"/>
                <a:cs typeface="Trebuchet MS"/>
              </a:rPr>
              <a:t>MQTT</a:t>
            </a:r>
            <a:r>
              <a:rPr sz="2000" b="1" spc="-125" dirty="0">
                <a:latin typeface="Trebuchet MS"/>
                <a:cs typeface="Trebuchet MS"/>
              </a:rPr>
              <a:t> </a:t>
            </a:r>
            <a:r>
              <a:rPr sz="2000" b="1" spc="-10" dirty="0">
                <a:latin typeface="Trebuchet MS"/>
                <a:cs typeface="Trebuchet MS"/>
              </a:rPr>
              <a:t>protocol</a:t>
            </a:r>
            <a:endParaRPr sz="2000">
              <a:latin typeface="Trebuchet MS"/>
              <a:cs typeface="Trebuchet MS"/>
            </a:endParaRPr>
          </a:p>
          <a:p>
            <a:pPr marL="12700">
              <a:lnSpc>
                <a:spcPct val="100000"/>
              </a:lnSpc>
              <a:spcBef>
                <a:spcPts val="30"/>
              </a:spcBef>
            </a:pPr>
            <a:r>
              <a:rPr sz="1600" spc="-55" dirty="0">
                <a:latin typeface="Trebuchet MS"/>
                <a:cs typeface="Trebuchet MS"/>
              </a:rPr>
              <a:t>MQTT</a:t>
            </a:r>
            <a:r>
              <a:rPr sz="1600" spc="-100" dirty="0">
                <a:latin typeface="Trebuchet MS"/>
                <a:cs typeface="Trebuchet MS"/>
              </a:rPr>
              <a:t> </a:t>
            </a:r>
            <a:r>
              <a:rPr sz="1600" dirty="0">
                <a:latin typeface="Trebuchet MS"/>
                <a:cs typeface="Trebuchet MS"/>
              </a:rPr>
              <a:t>is</a:t>
            </a:r>
            <a:r>
              <a:rPr sz="1600" spc="-110" dirty="0">
                <a:latin typeface="Trebuchet MS"/>
                <a:cs typeface="Trebuchet MS"/>
              </a:rPr>
              <a:t> </a:t>
            </a:r>
            <a:r>
              <a:rPr sz="1600" dirty="0">
                <a:latin typeface="Trebuchet MS"/>
                <a:cs typeface="Trebuchet MS"/>
              </a:rPr>
              <a:t>a</a:t>
            </a:r>
            <a:r>
              <a:rPr sz="1600" spc="-130" dirty="0">
                <a:latin typeface="Trebuchet MS"/>
                <a:cs typeface="Trebuchet MS"/>
              </a:rPr>
              <a:t> </a:t>
            </a:r>
            <a:r>
              <a:rPr sz="1600" spc="-75" dirty="0">
                <a:latin typeface="Trebuchet MS"/>
                <a:cs typeface="Trebuchet MS"/>
              </a:rPr>
              <a:t>lightweight, </a:t>
            </a:r>
            <a:r>
              <a:rPr sz="1600" spc="-10" dirty="0">
                <a:latin typeface="Trebuchet MS"/>
                <a:cs typeface="Trebuchet MS"/>
              </a:rPr>
              <a:t>machine</a:t>
            </a:r>
            <a:r>
              <a:rPr sz="1600" spc="-100" dirty="0">
                <a:latin typeface="Trebuchet MS"/>
                <a:cs typeface="Trebuchet MS"/>
              </a:rPr>
              <a:t> </a:t>
            </a:r>
            <a:r>
              <a:rPr sz="1600" spc="-70" dirty="0">
                <a:latin typeface="Trebuchet MS"/>
                <a:cs typeface="Trebuchet MS"/>
              </a:rPr>
              <a:t>to</a:t>
            </a:r>
            <a:r>
              <a:rPr sz="1600" spc="-110" dirty="0">
                <a:latin typeface="Trebuchet MS"/>
                <a:cs typeface="Trebuchet MS"/>
              </a:rPr>
              <a:t> </a:t>
            </a:r>
            <a:r>
              <a:rPr sz="1600" spc="-10" dirty="0">
                <a:latin typeface="Trebuchet MS"/>
                <a:cs typeface="Trebuchet MS"/>
              </a:rPr>
              <a:t>machine</a:t>
            </a:r>
            <a:r>
              <a:rPr sz="1600" spc="-80" dirty="0">
                <a:latin typeface="Trebuchet MS"/>
                <a:cs typeface="Trebuchet MS"/>
              </a:rPr>
              <a:t> </a:t>
            </a:r>
            <a:r>
              <a:rPr sz="1600" spc="-60" dirty="0">
                <a:latin typeface="Trebuchet MS"/>
                <a:cs typeface="Trebuchet MS"/>
              </a:rPr>
              <a:t>network</a:t>
            </a:r>
            <a:r>
              <a:rPr sz="1600" spc="-100" dirty="0">
                <a:latin typeface="Trebuchet MS"/>
                <a:cs typeface="Trebuchet MS"/>
              </a:rPr>
              <a:t> </a:t>
            </a:r>
            <a:r>
              <a:rPr sz="1600" spc="-40" dirty="0">
                <a:latin typeface="Trebuchet MS"/>
                <a:cs typeface="Trebuchet MS"/>
              </a:rPr>
              <a:t>protocol</a:t>
            </a:r>
            <a:r>
              <a:rPr sz="1600" spc="-75" dirty="0">
                <a:latin typeface="Trebuchet MS"/>
                <a:cs typeface="Trebuchet MS"/>
              </a:rPr>
              <a:t> </a:t>
            </a:r>
            <a:r>
              <a:rPr sz="1600" spc="-80" dirty="0">
                <a:latin typeface="Trebuchet MS"/>
                <a:cs typeface="Trebuchet MS"/>
              </a:rPr>
              <a:t>for </a:t>
            </a:r>
            <a:r>
              <a:rPr sz="1600" dirty="0">
                <a:latin typeface="Trebuchet MS"/>
                <a:cs typeface="Trebuchet MS"/>
              </a:rPr>
              <a:t>message</a:t>
            </a:r>
            <a:r>
              <a:rPr sz="1600" spc="-114" dirty="0">
                <a:latin typeface="Trebuchet MS"/>
                <a:cs typeface="Trebuchet MS"/>
              </a:rPr>
              <a:t> </a:t>
            </a:r>
            <a:r>
              <a:rPr sz="1600" spc="-25" dirty="0">
                <a:latin typeface="Trebuchet MS"/>
                <a:cs typeface="Trebuchet MS"/>
              </a:rPr>
              <a:t>queuing</a:t>
            </a:r>
            <a:r>
              <a:rPr sz="1600" spc="-85" dirty="0">
                <a:latin typeface="Trebuchet MS"/>
                <a:cs typeface="Trebuchet MS"/>
              </a:rPr>
              <a:t> </a:t>
            </a:r>
            <a:r>
              <a:rPr sz="1600" spc="-25" dirty="0">
                <a:latin typeface="Trebuchet MS"/>
                <a:cs typeface="Trebuchet MS"/>
              </a:rPr>
              <a:t>service</a:t>
            </a:r>
            <a:r>
              <a:rPr sz="1600" spc="-95" dirty="0">
                <a:latin typeface="Trebuchet MS"/>
                <a:cs typeface="Trebuchet MS"/>
              </a:rPr>
              <a:t> </a:t>
            </a:r>
            <a:r>
              <a:rPr sz="1600" spc="-25" dirty="0">
                <a:latin typeface="Trebuchet MS"/>
                <a:cs typeface="Trebuchet MS"/>
              </a:rPr>
              <a:t>(commonly</a:t>
            </a:r>
            <a:r>
              <a:rPr sz="1600" spc="-65" dirty="0">
                <a:latin typeface="Trebuchet MS"/>
                <a:cs typeface="Trebuchet MS"/>
              </a:rPr>
              <a:t> </a:t>
            </a:r>
            <a:r>
              <a:rPr sz="1600" dirty="0">
                <a:latin typeface="Trebuchet MS"/>
                <a:cs typeface="Trebuchet MS"/>
              </a:rPr>
              <a:t>used</a:t>
            </a:r>
            <a:r>
              <a:rPr sz="1600" spc="-100" dirty="0">
                <a:latin typeface="Trebuchet MS"/>
                <a:cs typeface="Trebuchet MS"/>
              </a:rPr>
              <a:t> </a:t>
            </a:r>
            <a:r>
              <a:rPr sz="1600" spc="-80" dirty="0">
                <a:latin typeface="Trebuchet MS"/>
                <a:cs typeface="Trebuchet MS"/>
              </a:rPr>
              <a:t>for</a:t>
            </a:r>
            <a:r>
              <a:rPr sz="1600" spc="-100" dirty="0">
                <a:latin typeface="Trebuchet MS"/>
                <a:cs typeface="Trebuchet MS"/>
              </a:rPr>
              <a:t> </a:t>
            </a:r>
            <a:r>
              <a:rPr sz="1600" spc="-65" dirty="0">
                <a:latin typeface="Trebuchet MS"/>
                <a:cs typeface="Trebuchet MS"/>
              </a:rPr>
              <a:t>the</a:t>
            </a:r>
            <a:r>
              <a:rPr sz="1600" spc="-110" dirty="0">
                <a:latin typeface="Trebuchet MS"/>
                <a:cs typeface="Trebuchet MS"/>
              </a:rPr>
              <a:t> </a:t>
            </a:r>
            <a:r>
              <a:rPr sz="1600" spc="-70" dirty="0">
                <a:latin typeface="Trebuchet MS"/>
                <a:cs typeface="Trebuchet MS"/>
              </a:rPr>
              <a:t>Internet</a:t>
            </a:r>
            <a:r>
              <a:rPr sz="1600" spc="-110" dirty="0">
                <a:latin typeface="Trebuchet MS"/>
                <a:cs typeface="Trebuchet MS"/>
              </a:rPr>
              <a:t> </a:t>
            </a:r>
            <a:r>
              <a:rPr sz="1600" spc="-55" dirty="0">
                <a:latin typeface="Trebuchet MS"/>
                <a:cs typeface="Trebuchet MS"/>
              </a:rPr>
              <a:t>of</a:t>
            </a:r>
            <a:r>
              <a:rPr sz="1600" spc="-95" dirty="0">
                <a:latin typeface="Trebuchet MS"/>
                <a:cs typeface="Trebuchet MS"/>
              </a:rPr>
              <a:t> </a:t>
            </a:r>
            <a:r>
              <a:rPr sz="1600" spc="-10" dirty="0">
                <a:latin typeface="Trebuchet MS"/>
                <a:cs typeface="Trebuchet MS"/>
              </a:rPr>
              <a:t>Things)</a:t>
            </a:r>
            <a:endParaRPr sz="1600">
              <a:latin typeface="Trebuchet MS"/>
              <a:cs typeface="Trebuchet MS"/>
            </a:endParaRPr>
          </a:p>
          <a:p>
            <a:pPr>
              <a:lnSpc>
                <a:spcPct val="100000"/>
              </a:lnSpc>
              <a:spcBef>
                <a:spcPts val="520"/>
              </a:spcBef>
            </a:pPr>
            <a:endParaRPr sz="1600">
              <a:latin typeface="Trebuchet MS"/>
              <a:cs typeface="Trebuchet MS"/>
            </a:endParaRPr>
          </a:p>
          <a:p>
            <a:pPr marL="12700">
              <a:lnSpc>
                <a:spcPct val="100000"/>
              </a:lnSpc>
            </a:pPr>
            <a:r>
              <a:rPr sz="1800" spc="-75" dirty="0">
                <a:latin typeface="Trebuchet MS"/>
                <a:cs typeface="Trebuchet MS"/>
              </a:rPr>
              <a:t>Key</a:t>
            </a:r>
            <a:r>
              <a:rPr sz="1800" spc="-105" dirty="0">
                <a:latin typeface="Trebuchet MS"/>
                <a:cs typeface="Trebuchet MS"/>
              </a:rPr>
              <a:t> </a:t>
            </a:r>
            <a:r>
              <a:rPr sz="1800" dirty="0">
                <a:latin typeface="Trebuchet MS"/>
                <a:cs typeface="Trebuchet MS"/>
              </a:rPr>
              <a:t>concepts</a:t>
            </a:r>
            <a:r>
              <a:rPr sz="1800" spc="-110" dirty="0">
                <a:latin typeface="Trebuchet MS"/>
                <a:cs typeface="Trebuchet MS"/>
              </a:rPr>
              <a:t> </a:t>
            </a:r>
            <a:r>
              <a:rPr sz="1800" spc="-60" dirty="0">
                <a:latin typeface="Trebuchet MS"/>
                <a:cs typeface="Trebuchet MS"/>
              </a:rPr>
              <a:t>of</a:t>
            </a:r>
            <a:r>
              <a:rPr sz="1800" spc="-125" dirty="0">
                <a:latin typeface="Trebuchet MS"/>
                <a:cs typeface="Trebuchet MS"/>
              </a:rPr>
              <a:t> </a:t>
            </a:r>
            <a:r>
              <a:rPr sz="1800" spc="-70" dirty="0">
                <a:latin typeface="Trebuchet MS"/>
                <a:cs typeface="Trebuchet MS"/>
              </a:rPr>
              <a:t>the</a:t>
            </a:r>
            <a:r>
              <a:rPr sz="1800" spc="-114" dirty="0">
                <a:latin typeface="Trebuchet MS"/>
                <a:cs typeface="Trebuchet MS"/>
              </a:rPr>
              <a:t> </a:t>
            </a:r>
            <a:r>
              <a:rPr sz="1800" dirty="0">
                <a:latin typeface="Trebuchet MS"/>
                <a:cs typeface="Trebuchet MS"/>
              </a:rPr>
              <a:t>WIS2</a:t>
            </a:r>
            <a:r>
              <a:rPr sz="1800" spc="-130" dirty="0">
                <a:latin typeface="Trebuchet MS"/>
                <a:cs typeface="Trebuchet MS"/>
              </a:rPr>
              <a:t> </a:t>
            </a:r>
            <a:r>
              <a:rPr sz="1800" spc="-45" dirty="0">
                <a:latin typeface="Trebuchet MS"/>
                <a:cs typeface="Trebuchet MS"/>
              </a:rPr>
              <a:t>Pub/Sub</a:t>
            </a:r>
            <a:r>
              <a:rPr sz="1800" spc="-130" dirty="0">
                <a:latin typeface="Trebuchet MS"/>
                <a:cs typeface="Trebuchet MS"/>
              </a:rPr>
              <a:t> </a:t>
            </a:r>
            <a:r>
              <a:rPr sz="1800" spc="-20" dirty="0">
                <a:latin typeface="Trebuchet MS"/>
                <a:cs typeface="Trebuchet MS"/>
              </a:rPr>
              <a:t>model</a:t>
            </a:r>
            <a:r>
              <a:rPr sz="1800" spc="-135" dirty="0">
                <a:latin typeface="Trebuchet MS"/>
                <a:cs typeface="Trebuchet MS"/>
              </a:rPr>
              <a:t> </a:t>
            </a:r>
            <a:r>
              <a:rPr sz="1800" spc="-65" dirty="0">
                <a:latin typeface="Trebuchet MS"/>
                <a:cs typeface="Trebuchet MS"/>
              </a:rPr>
              <a:t>are</a:t>
            </a:r>
            <a:r>
              <a:rPr sz="1800" spc="-90" dirty="0">
                <a:latin typeface="Trebuchet MS"/>
                <a:cs typeface="Trebuchet MS"/>
              </a:rPr>
              <a:t> </a:t>
            </a:r>
            <a:r>
              <a:rPr sz="1800" spc="-70" dirty="0">
                <a:latin typeface="Trebuchet MS"/>
                <a:cs typeface="Trebuchet MS"/>
              </a:rPr>
              <a:t>the</a:t>
            </a:r>
            <a:r>
              <a:rPr sz="1800" spc="-110" dirty="0">
                <a:latin typeface="Trebuchet MS"/>
                <a:cs typeface="Trebuchet MS"/>
              </a:rPr>
              <a:t> </a:t>
            </a:r>
            <a:r>
              <a:rPr sz="1800" b="1" dirty="0">
                <a:latin typeface="Trebuchet MS"/>
                <a:cs typeface="Trebuchet MS"/>
              </a:rPr>
              <a:t>WIS2</a:t>
            </a:r>
            <a:r>
              <a:rPr sz="1800" b="1" spc="-120" dirty="0">
                <a:latin typeface="Trebuchet MS"/>
                <a:cs typeface="Trebuchet MS"/>
              </a:rPr>
              <a:t> </a:t>
            </a:r>
            <a:r>
              <a:rPr sz="1800" b="1" spc="-75" dirty="0">
                <a:latin typeface="Trebuchet MS"/>
                <a:cs typeface="Trebuchet MS"/>
              </a:rPr>
              <a:t>Topic</a:t>
            </a:r>
            <a:r>
              <a:rPr sz="1800" b="1" spc="-114" dirty="0">
                <a:latin typeface="Trebuchet MS"/>
                <a:cs typeface="Trebuchet MS"/>
              </a:rPr>
              <a:t> </a:t>
            </a:r>
            <a:r>
              <a:rPr sz="1800" b="1" spc="-50" dirty="0">
                <a:latin typeface="Trebuchet MS"/>
                <a:cs typeface="Trebuchet MS"/>
              </a:rPr>
              <a:t>Hierarchy</a:t>
            </a:r>
            <a:r>
              <a:rPr sz="1800" b="1" spc="-105" dirty="0">
                <a:latin typeface="Trebuchet MS"/>
                <a:cs typeface="Trebuchet MS"/>
              </a:rPr>
              <a:t> </a:t>
            </a:r>
            <a:r>
              <a:rPr sz="1800" dirty="0">
                <a:latin typeface="Trebuchet MS"/>
                <a:cs typeface="Trebuchet MS"/>
              </a:rPr>
              <a:t>and</a:t>
            </a:r>
            <a:r>
              <a:rPr sz="1800" spc="-125" dirty="0">
                <a:latin typeface="Trebuchet MS"/>
                <a:cs typeface="Trebuchet MS"/>
              </a:rPr>
              <a:t> </a:t>
            </a:r>
            <a:r>
              <a:rPr sz="1800" b="1" dirty="0">
                <a:latin typeface="Trebuchet MS"/>
                <a:cs typeface="Trebuchet MS"/>
              </a:rPr>
              <a:t>WIS2</a:t>
            </a:r>
            <a:r>
              <a:rPr sz="1800" b="1" spc="-130" dirty="0">
                <a:latin typeface="Trebuchet MS"/>
                <a:cs typeface="Trebuchet MS"/>
              </a:rPr>
              <a:t> </a:t>
            </a:r>
            <a:r>
              <a:rPr sz="1800" b="1" spc="-35" dirty="0">
                <a:latin typeface="Trebuchet MS"/>
                <a:cs typeface="Trebuchet MS"/>
              </a:rPr>
              <a:t>Notification</a:t>
            </a:r>
            <a:r>
              <a:rPr sz="1800" b="1" spc="-80" dirty="0">
                <a:latin typeface="Trebuchet MS"/>
                <a:cs typeface="Trebuchet MS"/>
              </a:rPr>
              <a:t> </a:t>
            </a:r>
            <a:r>
              <a:rPr sz="1800" b="1" spc="35" dirty="0">
                <a:latin typeface="Trebuchet MS"/>
                <a:cs typeface="Trebuchet MS"/>
              </a:rPr>
              <a:t>Message</a:t>
            </a:r>
            <a:endParaRPr sz="1800">
              <a:latin typeface="Trebuchet MS"/>
              <a:cs typeface="Trebuchet MS"/>
            </a:endParaRPr>
          </a:p>
        </p:txBody>
      </p:sp>
      <p:sp>
        <p:nvSpPr>
          <p:cNvPr id="5" name="object 5"/>
          <p:cNvSpPr txBox="1"/>
          <p:nvPr/>
        </p:nvSpPr>
        <p:spPr>
          <a:xfrm>
            <a:off x="521614" y="2380564"/>
            <a:ext cx="1772920" cy="667385"/>
          </a:xfrm>
          <a:prstGeom prst="rect">
            <a:avLst/>
          </a:prstGeom>
        </p:spPr>
        <p:txBody>
          <a:bodyPr vert="horz" wrap="square" lIns="0" tIns="13335" rIns="0" bIns="0" rtlCol="0">
            <a:spAutoFit/>
          </a:bodyPr>
          <a:lstStyle/>
          <a:p>
            <a:pPr marL="12700" marR="5080" algn="just">
              <a:lnSpc>
                <a:spcPct val="100000"/>
              </a:lnSpc>
              <a:spcBef>
                <a:spcPts val="105"/>
              </a:spcBef>
            </a:pPr>
            <a:r>
              <a:rPr sz="1400" b="1" dirty="0">
                <a:solidFill>
                  <a:srgbClr val="0F42D2"/>
                </a:solidFill>
                <a:latin typeface="Calibri"/>
                <a:cs typeface="Calibri"/>
              </a:rPr>
              <a:t>Data</a:t>
            </a:r>
            <a:r>
              <a:rPr sz="1400" b="1" spc="-30" dirty="0">
                <a:solidFill>
                  <a:srgbClr val="0F42D2"/>
                </a:solidFill>
                <a:latin typeface="Calibri"/>
                <a:cs typeface="Calibri"/>
              </a:rPr>
              <a:t> </a:t>
            </a:r>
            <a:r>
              <a:rPr sz="1400" b="1" spc="-10" dirty="0">
                <a:solidFill>
                  <a:srgbClr val="0F42D2"/>
                </a:solidFill>
                <a:latin typeface="Calibri"/>
                <a:cs typeface="Calibri"/>
              </a:rPr>
              <a:t>producers</a:t>
            </a:r>
            <a:r>
              <a:rPr sz="1400" b="1" spc="-40" dirty="0">
                <a:solidFill>
                  <a:srgbClr val="0F42D2"/>
                </a:solidFill>
                <a:latin typeface="Calibri"/>
                <a:cs typeface="Calibri"/>
              </a:rPr>
              <a:t> </a:t>
            </a:r>
            <a:r>
              <a:rPr sz="1400" b="1" spc="-10" dirty="0">
                <a:solidFill>
                  <a:srgbClr val="0F42D2"/>
                </a:solidFill>
                <a:latin typeface="Calibri"/>
                <a:cs typeface="Calibri"/>
              </a:rPr>
              <a:t>publish </a:t>
            </a:r>
            <a:r>
              <a:rPr sz="1400" b="1" dirty="0">
                <a:solidFill>
                  <a:srgbClr val="0F42D2"/>
                </a:solidFill>
                <a:latin typeface="Calibri"/>
                <a:cs typeface="Calibri"/>
              </a:rPr>
              <a:t>WIS2</a:t>
            </a:r>
            <a:r>
              <a:rPr sz="1400" b="1" spc="20" dirty="0">
                <a:solidFill>
                  <a:srgbClr val="0F42D2"/>
                </a:solidFill>
                <a:latin typeface="Calibri"/>
                <a:cs typeface="Calibri"/>
              </a:rPr>
              <a:t> </a:t>
            </a:r>
            <a:r>
              <a:rPr sz="1400" b="1" spc="-10" dirty="0">
                <a:solidFill>
                  <a:srgbClr val="0F42D2"/>
                </a:solidFill>
                <a:latin typeface="Calibri"/>
                <a:cs typeface="Calibri"/>
              </a:rPr>
              <a:t>notifications</a:t>
            </a:r>
            <a:r>
              <a:rPr sz="1400" b="1" spc="-20" dirty="0">
                <a:solidFill>
                  <a:srgbClr val="0F42D2"/>
                </a:solidFill>
                <a:latin typeface="Calibri"/>
                <a:cs typeface="Calibri"/>
              </a:rPr>
              <a:t> from </a:t>
            </a:r>
            <a:r>
              <a:rPr sz="1400" b="1" dirty="0">
                <a:solidFill>
                  <a:srgbClr val="0F42D2"/>
                </a:solidFill>
                <a:latin typeface="Calibri"/>
                <a:cs typeface="Calibri"/>
              </a:rPr>
              <a:t>local</a:t>
            </a:r>
            <a:r>
              <a:rPr sz="1400" b="1" spc="-50" dirty="0">
                <a:solidFill>
                  <a:srgbClr val="0F42D2"/>
                </a:solidFill>
                <a:latin typeface="Calibri"/>
                <a:cs typeface="Calibri"/>
              </a:rPr>
              <a:t> </a:t>
            </a:r>
            <a:r>
              <a:rPr sz="1400" b="1" u="heavy" dirty="0">
                <a:solidFill>
                  <a:srgbClr val="0F42D2"/>
                </a:solidFill>
                <a:uFill>
                  <a:solidFill>
                    <a:srgbClr val="0F42D2"/>
                  </a:solidFill>
                </a:uFill>
                <a:latin typeface="Calibri"/>
                <a:cs typeface="Calibri"/>
              </a:rPr>
              <a:t>WIS2</a:t>
            </a:r>
            <a:r>
              <a:rPr sz="1400" b="1" u="heavy" spc="-25" dirty="0">
                <a:solidFill>
                  <a:srgbClr val="0F42D2"/>
                </a:solidFill>
                <a:uFill>
                  <a:solidFill>
                    <a:srgbClr val="0F42D2"/>
                  </a:solidFill>
                </a:uFill>
                <a:latin typeface="Calibri"/>
                <a:cs typeface="Calibri"/>
              </a:rPr>
              <a:t> </a:t>
            </a:r>
            <a:r>
              <a:rPr sz="1400" b="1" u="heavy" spc="-10" dirty="0">
                <a:solidFill>
                  <a:srgbClr val="0F42D2"/>
                </a:solidFill>
                <a:uFill>
                  <a:solidFill>
                    <a:srgbClr val="0F42D2"/>
                  </a:solidFill>
                </a:uFill>
                <a:latin typeface="Calibri"/>
                <a:cs typeface="Calibri"/>
              </a:rPr>
              <a:t>Nodes</a:t>
            </a:r>
            <a:endParaRPr sz="1400">
              <a:latin typeface="Calibri"/>
              <a:cs typeface="Calibri"/>
            </a:endParaRPr>
          </a:p>
        </p:txBody>
      </p:sp>
      <p:sp>
        <p:nvSpPr>
          <p:cNvPr id="6" name="object 6"/>
          <p:cNvSpPr txBox="1"/>
          <p:nvPr/>
        </p:nvSpPr>
        <p:spPr>
          <a:xfrm>
            <a:off x="446684" y="3100781"/>
            <a:ext cx="1752600" cy="410209"/>
          </a:xfrm>
          <a:prstGeom prst="rect">
            <a:avLst/>
          </a:prstGeom>
          <a:ln w="19050">
            <a:solidFill>
              <a:srgbClr val="0F42D2"/>
            </a:solidFill>
          </a:ln>
        </p:spPr>
        <p:txBody>
          <a:bodyPr vert="horz" wrap="square" lIns="0" tIns="53340" rIns="0" bIns="0" rtlCol="0">
            <a:spAutoFit/>
          </a:bodyPr>
          <a:lstStyle/>
          <a:p>
            <a:pPr marL="911225">
              <a:lnSpc>
                <a:spcPct val="100000"/>
              </a:lnSpc>
              <a:spcBef>
                <a:spcPts val="420"/>
              </a:spcBef>
            </a:pPr>
            <a:r>
              <a:rPr sz="1800" b="1" spc="-10" dirty="0">
                <a:solidFill>
                  <a:srgbClr val="0F42D2"/>
                </a:solidFill>
                <a:latin typeface="Calibri"/>
                <a:cs typeface="Calibri"/>
              </a:rPr>
              <a:t>zm-</a:t>
            </a:r>
            <a:r>
              <a:rPr sz="1800" b="1" spc="-25" dirty="0">
                <a:solidFill>
                  <a:srgbClr val="0F42D2"/>
                </a:solidFill>
                <a:latin typeface="Calibri"/>
                <a:cs typeface="Calibri"/>
              </a:rPr>
              <a:t>zmd</a:t>
            </a:r>
            <a:endParaRPr sz="1800">
              <a:latin typeface="Calibri"/>
              <a:cs typeface="Calibri"/>
            </a:endParaRPr>
          </a:p>
        </p:txBody>
      </p:sp>
      <p:grpSp>
        <p:nvGrpSpPr>
          <p:cNvPr id="7" name="object 7"/>
          <p:cNvGrpSpPr/>
          <p:nvPr/>
        </p:nvGrpSpPr>
        <p:grpSpPr>
          <a:xfrm>
            <a:off x="5288660" y="3296767"/>
            <a:ext cx="1779270" cy="571500"/>
            <a:chOff x="5288660" y="3296767"/>
            <a:chExt cx="1779270" cy="571500"/>
          </a:xfrm>
        </p:grpSpPr>
        <p:sp>
          <p:nvSpPr>
            <p:cNvPr id="8" name="object 8"/>
            <p:cNvSpPr/>
            <p:nvPr/>
          </p:nvSpPr>
          <p:spPr>
            <a:xfrm>
              <a:off x="5298185" y="3306292"/>
              <a:ext cx="1760220" cy="552450"/>
            </a:xfrm>
            <a:custGeom>
              <a:avLst/>
              <a:gdLst/>
              <a:ahLst/>
              <a:cxnLst/>
              <a:rect l="l" t="t" r="r" b="b"/>
              <a:pathLst>
                <a:path w="1760220" h="552450">
                  <a:moveTo>
                    <a:pt x="1759839" y="0"/>
                  </a:moveTo>
                  <a:lnTo>
                    <a:pt x="0" y="0"/>
                  </a:lnTo>
                  <a:lnTo>
                    <a:pt x="0" y="552094"/>
                  </a:lnTo>
                  <a:lnTo>
                    <a:pt x="1759839" y="552094"/>
                  </a:lnTo>
                  <a:lnTo>
                    <a:pt x="1759839" y="0"/>
                  </a:lnTo>
                  <a:close/>
                </a:path>
              </a:pathLst>
            </a:custGeom>
            <a:solidFill>
              <a:srgbClr val="E6B8B8"/>
            </a:solidFill>
          </p:spPr>
          <p:txBody>
            <a:bodyPr wrap="square" lIns="0" tIns="0" rIns="0" bIns="0" rtlCol="0"/>
            <a:lstStyle/>
            <a:p>
              <a:endParaRPr/>
            </a:p>
          </p:txBody>
        </p:sp>
        <p:sp>
          <p:nvSpPr>
            <p:cNvPr id="9" name="object 9"/>
            <p:cNvSpPr/>
            <p:nvPr/>
          </p:nvSpPr>
          <p:spPr>
            <a:xfrm>
              <a:off x="5298185" y="3306292"/>
              <a:ext cx="1760220" cy="552450"/>
            </a:xfrm>
            <a:custGeom>
              <a:avLst/>
              <a:gdLst/>
              <a:ahLst/>
              <a:cxnLst/>
              <a:rect l="l" t="t" r="r" b="b"/>
              <a:pathLst>
                <a:path w="1760220" h="552450">
                  <a:moveTo>
                    <a:pt x="0" y="552094"/>
                  </a:moveTo>
                  <a:lnTo>
                    <a:pt x="1759839" y="552094"/>
                  </a:lnTo>
                  <a:lnTo>
                    <a:pt x="1759839" y="0"/>
                  </a:lnTo>
                  <a:lnTo>
                    <a:pt x="0" y="0"/>
                  </a:lnTo>
                  <a:lnTo>
                    <a:pt x="0" y="552094"/>
                  </a:lnTo>
                  <a:close/>
                </a:path>
              </a:pathLst>
            </a:custGeom>
            <a:ln w="19050">
              <a:solidFill>
                <a:srgbClr val="174639"/>
              </a:solidFill>
            </a:ln>
          </p:spPr>
          <p:txBody>
            <a:bodyPr wrap="square" lIns="0" tIns="0" rIns="0" bIns="0" rtlCol="0"/>
            <a:lstStyle/>
            <a:p>
              <a:endParaRPr/>
            </a:p>
          </p:txBody>
        </p:sp>
      </p:grpSp>
      <p:sp>
        <p:nvSpPr>
          <p:cNvPr id="10" name="object 10"/>
          <p:cNvSpPr txBox="1"/>
          <p:nvPr/>
        </p:nvSpPr>
        <p:spPr>
          <a:xfrm>
            <a:off x="5298185" y="3280917"/>
            <a:ext cx="1750695" cy="574040"/>
          </a:xfrm>
          <a:prstGeom prst="rect">
            <a:avLst/>
          </a:prstGeom>
        </p:spPr>
        <p:txBody>
          <a:bodyPr vert="horz" wrap="square" lIns="0" tIns="12700" rIns="0" bIns="0" rtlCol="0">
            <a:spAutoFit/>
          </a:bodyPr>
          <a:lstStyle/>
          <a:p>
            <a:pPr marR="74295" algn="r">
              <a:lnSpc>
                <a:spcPct val="100000"/>
              </a:lnSpc>
              <a:spcBef>
                <a:spcPts val="100"/>
              </a:spcBef>
            </a:pPr>
            <a:r>
              <a:rPr sz="1800" b="1" dirty="0">
                <a:latin typeface="Calibri"/>
                <a:cs typeface="Calibri"/>
              </a:rPr>
              <a:t>globalbroker-</a:t>
            </a:r>
            <a:endParaRPr sz="1800">
              <a:latin typeface="Calibri"/>
              <a:cs typeface="Calibri"/>
            </a:endParaRPr>
          </a:p>
          <a:p>
            <a:pPr marR="76200" algn="r">
              <a:lnSpc>
                <a:spcPct val="100000"/>
              </a:lnSpc>
            </a:pPr>
            <a:r>
              <a:rPr sz="1800" b="1" spc="-10" dirty="0">
                <a:latin typeface="Calibri"/>
                <a:cs typeface="Calibri"/>
              </a:rPr>
              <a:t>France</a:t>
            </a:r>
            <a:endParaRPr sz="1800">
              <a:latin typeface="Calibri"/>
              <a:cs typeface="Calibri"/>
            </a:endParaRPr>
          </a:p>
        </p:txBody>
      </p:sp>
      <p:grpSp>
        <p:nvGrpSpPr>
          <p:cNvPr id="11" name="object 11"/>
          <p:cNvGrpSpPr/>
          <p:nvPr/>
        </p:nvGrpSpPr>
        <p:grpSpPr>
          <a:xfrm>
            <a:off x="5288660" y="4093311"/>
            <a:ext cx="1779270" cy="571500"/>
            <a:chOff x="5288660" y="4093311"/>
            <a:chExt cx="1779270" cy="571500"/>
          </a:xfrm>
        </p:grpSpPr>
        <p:sp>
          <p:nvSpPr>
            <p:cNvPr id="12" name="object 12"/>
            <p:cNvSpPr/>
            <p:nvPr/>
          </p:nvSpPr>
          <p:spPr>
            <a:xfrm>
              <a:off x="5298185" y="4102836"/>
              <a:ext cx="1760220" cy="552450"/>
            </a:xfrm>
            <a:custGeom>
              <a:avLst/>
              <a:gdLst/>
              <a:ahLst/>
              <a:cxnLst/>
              <a:rect l="l" t="t" r="r" b="b"/>
              <a:pathLst>
                <a:path w="1760220" h="552450">
                  <a:moveTo>
                    <a:pt x="1759839" y="0"/>
                  </a:moveTo>
                  <a:lnTo>
                    <a:pt x="0" y="0"/>
                  </a:lnTo>
                  <a:lnTo>
                    <a:pt x="0" y="552094"/>
                  </a:lnTo>
                  <a:lnTo>
                    <a:pt x="1759839" y="552094"/>
                  </a:lnTo>
                  <a:lnTo>
                    <a:pt x="1759839" y="0"/>
                  </a:lnTo>
                  <a:close/>
                </a:path>
              </a:pathLst>
            </a:custGeom>
            <a:solidFill>
              <a:srgbClr val="E6B8B8"/>
            </a:solidFill>
          </p:spPr>
          <p:txBody>
            <a:bodyPr wrap="square" lIns="0" tIns="0" rIns="0" bIns="0" rtlCol="0"/>
            <a:lstStyle/>
            <a:p>
              <a:endParaRPr/>
            </a:p>
          </p:txBody>
        </p:sp>
        <p:sp>
          <p:nvSpPr>
            <p:cNvPr id="13" name="object 13"/>
            <p:cNvSpPr/>
            <p:nvPr/>
          </p:nvSpPr>
          <p:spPr>
            <a:xfrm>
              <a:off x="5298185" y="4102836"/>
              <a:ext cx="1760220" cy="552450"/>
            </a:xfrm>
            <a:custGeom>
              <a:avLst/>
              <a:gdLst/>
              <a:ahLst/>
              <a:cxnLst/>
              <a:rect l="l" t="t" r="r" b="b"/>
              <a:pathLst>
                <a:path w="1760220" h="552450">
                  <a:moveTo>
                    <a:pt x="0" y="552094"/>
                  </a:moveTo>
                  <a:lnTo>
                    <a:pt x="1759839" y="552094"/>
                  </a:lnTo>
                  <a:lnTo>
                    <a:pt x="1759839" y="0"/>
                  </a:lnTo>
                  <a:lnTo>
                    <a:pt x="0" y="0"/>
                  </a:lnTo>
                  <a:lnTo>
                    <a:pt x="0" y="552094"/>
                  </a:lnTo>
                  <a:close/>
                </a:path>
              </a:pathLst>
            </a:custGeom>
            <a:ln w="19049">
              <a:solidFill>
                <a:srgbClr val="174639"/>
              </a:solidFill>
            </a:ln>
          </p:spPr>
          <p:txBody>
            <a:bodyPr wrap="square" lIns="0" tIns="0" rIns="0" bIns="0" rtlCol="0"/>
            <a:lstStyle/>
            <a:p>
              <a:endParaRPr/>
            </a:p>
          </p:txBody>
        </p:sp>
      </p:grpSp>
      <p:sp>
        <p:nvSpPr>
          <p:cNvPr id="14" name="object 14"/>
          <p:cNvSpPr txBox="1"/>
          <p:nvPr/>
        </p:nvSpPr>
        <p:spPr>
          <a:xfrm>
            <a:off x="5298185" y="4077461"/>
            <a:ext cx="1750695" cy="574675"/>
          </a:xfrm>
          <a:prstGeom prst="rect">
            <a:avLst/>
          </a:prstGeom>
        </p:spPr>
        <p:txBody>
          <a:bodyPr vert="horz" wrap="square" lIns="0" tIns="12700" rIns="0" bIns="0" rtlCol="0">
            <a:spAutoFit/>
          </a:bodyPr>
          <a:lstStyle/>
          <a:p>
            <a:pPr marL="394970">
              <a:lnSpc>
                <a:spcPct val="100000"/>
              </a:lnSpc>
              <a:spcBef>
                <a:spcPts val="100"/>
              </a:spcBef>
            </a:pPr>
            <a:r>
              <a:rPr sz="1800" b="1" dirty="0">
                <a:latin typeface="Calibri"/>
                <a:cs typeface="Calibri"/>
              </a:rPr>
              <a:t>globalbroker-</a:t>
            </a:r>
            <a:endParaRPr sz="1800">
              <a:latin typeface="Calibri"/>
              <a:cs typeface="Calibri"/>
            </a:endParaRPr>
          </a:p>
          <a:p>
            <a:pPr marR="74295" algn="r">
              <a:lnSpc>
                <a:spcPct val="100000"/>
              </a:lnSpc>
            </a:pPr>
            <a:r>
              <a:rPr sz="1800" b="1" spc="-25" dirty="0">
                <a:latin typeface="Calibri"/>
                <a:cs typeface="Calibri"/>
              </a:rPr>
              <a:t>USA</a:t>
            </a:r>
            <a:endParaRPr sz="1800">
              <a:latin typeface="Calibri"/>
              <a:cs typeface="Calibri"/>
            </a:endParaRPr>
          </a:p>
        </p:txBody>
      </p:sp>
      <p:grpSp>
        <p:nvGrpSpPr>
          <p:cNvPr id="15" name="object 15"/>
          <p:cNvGrpSpPr/>
          <p:nvPr/>
        </p:nvGrpSpPr>
        <p:grpSpPr>
          <a:xfrm>
            <a:off x="5288660" y="4889855"/>
            <a:ext cx="1779270" cy="571500"/>
            <a:chOff x="5288660" y="4889855"/>
            <a:chExt cx="1779270" cy="571500"/>
          </a:xfrm>
        </p:grpSpPr>
        <p:sp>
          <p:nvSpPr>
            <p:cNvPr id="16" name="object 16"/>
            <p:cNvSpPr/>
            <p:nvPr/>
          </p:nvSpPr>
          <p:spPr>
            <a:xfrm>
              <a:off x="5298185" y="4899380"/>
              <a:ext cx="1760220" cy="552450"/>
            </a:xfrm>
            <a:custGeom>
              <a:avLst/>
              <a:gdLst/>
              <a:ahLst/>
              <a:cxnLst/>
              <a:rect l="l" t="t" r="r" b="b"/>
              <a:pathLst>
                <a:path w="1760220" h="552450">
                  <a:moveTo>
                    <a:pt x="1759839" y="0"/>
                  </a:moveTo>
                  <a:lnTo>
                    <a:pt x="0" y="0"/>
                  </a:lnTo>
                  <a:lnTo>
                    <a:pt x="0" y="552094"/>
                  </a:lnTo>
                  <a:lnTo>
                    <a:pt x="1759839" y="552094"/>
                  </a:lnTo>
                  <a:lnTo>
                    <a:pt x="1759839" y="0"/>
                  </a:lnTo>
                  <a:close/>
                </a:path>
              </a:pathLst>
            </a:custGeom>
            <a:solidFill>
              <a:srgbClr val="E6B8B8"/>
            </a:solidFill>
          </p:spPr>
          <p:txBody>
            <a:bodyPr wrap="square" lIns="0" tIns="0" rIns="0" bIns="0" rtlCol="0"/>
            <a:lstStyle/>
            <a:p>
              <a:endParaRPr/>
            </a:p>
          </p:txBody>
        </p:sp>
        <p:sp>
          <p:nvSpPr>
            <p:cNvPr id="17" name="object 17"/>
            <p:cNvSpPr/>
            <p:nvPr/>
          </p:nvSpPr>
          <p:spPr>
            <a:xfrm>
              <a:off x="5298185" y="4899380"/>
              <a:ext cx="1760220" cy="552450"/>
            </a:xfrm>
            <a:custGeom>
              <a:avLst/>
              <a:gdLst/>
              <a:ahLst/>
              <a:cxnLst/>
              <a:rect l="l" t="t" r="r" b="b"/>
              <a:pathLst>
                <a:path w="1760220" h="552450">
                  <a:moveTo>
                    <a:pt x="0" y="552094"/>
                  </a:moveTo>
                  <a:lnTo>
                    <a:pt x="1759839" y="552094"/>
                  </a:lnTo>
                  <a:lnTo>
                    <a:pt x="1759839" y="0"/>
                  </a:lnTo>
                  <a:lnTo>
                    <a:pt x="0" y="0"/>
                  </a:lnTo>
                  <a:lnTo>
                    <a:pt x="0" y="552094"/>
                  </a:lnTo>
                  <a:close/>
                </a:path>
              </a:pathLst>
            </a:custGeom>
            <a:ln w="19049">
              <a:solidFill>
                <a:srgbClr val="174639"/>
              </a:solidFill>
            </a:ln>
          </p:spPr>
          <p:txBody>
            <a:bodyPr wrap="square" lIns="0" tIns="0" rIns="0" bIns="0" rtlCol="0"/>
            <a:lstStyle/>
            <a:p>
              <a:endParaRPr/>
            </a:p>
          </p:txBody>
        </p:sp>
      </p:grpSp>
      <p:sp>
        <p:nvSpPr>
          <p:cNvPr id="18" name="object 18"/>
          <p:cNvSpPr txBox="1"/>
          <p:nvPr/>
        </p:nvSpPr>
        <p:spPr>
          <a:xfrm>
            <a:off x="5298185" y="4874132"/>
            <a:ext cx="1750695" cy="574040"/>
          </a:xfrm>
          <a:prstGeom prst="rect">
            <a:avLst/>
          </a:prstGeom>
        </p:spPr>
        <p:txBody>
          <a:bodyPr vert="horz" wrap="square" lIns="0" tIns="12700" rIns="0" bIns="0" rtlCol="0">
            <a:spAutoFit/>
          </a:bodyPr>
          <a:lstStyle/>
          <a:p>
            <a:pPr marR="74295" algn="r">
              <a:lnSpc>
                <a:spcPct val="100000"/>
              </a:lnSpc>
              <a:spcBef>
                <a:spcPts val="100"/>
              </a:spcBef>
            </a:pPr>
            <a:r>
              <a:rPr sz="1800" b="1" dirty="0">
                <a:latin typeface="Calibri"/>
                <a:cs typeface="Calibri"/>
              </a:rPr>
              <a:t>globalbroker-</a:t>
            </a:r>
            <a:endParaRPr sz="1800">
              <a:latin typeface="Calibri"/>
              <a:cs typeface="Calibri"/>
            </a:endParaRPr>
          </a:p>
          <a:p>
            <a:pPr marR="74295" algn="r">
              <a:lnSpc>
                <a:spcPct val="100000"/>
              </a:lnSpc>
            </a:pPr>
            <a:r>
              <a:rPr sz="1800" b="1" spc="-10" dirty="0">
                <a:latin typeface="Calibri"/>
                <a:cs typeface="Calibri"/>
              </a:rPr>
              <a:t>China</a:t>
            </a:r>
            <a:endParaRPr sz="1800">
              <a:latin typeface="Calibri"/>
              <a:cs typeface="Calibri"/>
            </a:endParaRPr>
          </a:p>
        </p:txBody>
      </p:sp>
      <p:grpSp>
        <p:nvGrpSpPr>
          <p:cNvPr id="19" name="object 19"/>
          <p:cNvGrpSpPr/>
          <p:nvPr/>
        </p:nvGrpSpPr>
        <p:grpSpPr>
          <a:xfrm>
            <a:off x="2199258" y="3275203"/>
            <a:ext cx="9208770" cy="2934335"/>
            <a:chOff x="2199258" y="3275203"/>
            <a:chExt cx="9208770" cy="2934335"/>
          </a:xfrm>
        </p:grpSpPr>
        <p:pic>
          <p:nvPicPr>
            <p:cNvPr id="20" name="object 20" descr="User icon in flat style. person icon. Client Symbol 7296447 ..."/>
            <p:cNvPicPr/>
            <p:nvPr/>
          </p:nvPicPr>
          <p:blipFill>
            <a:blip r:embed="rId2" cstate="print"/>
            <a:stretch>
              <a:fillRect/>
            </a:stretch>
          </p:blipFill>
          <p:spPr>
            <a:xfrm>
              <a:off x="10587608" y="3553561"/>
              <a:ext cx="410019" cy="363372"/>
            </a:xfrm>
            <a:prstGeom prst="rect">
              <a:avLst/>
            </a:prstGeom>
          </p:spPr>
        </p:pic>
        <p:pic>
          <p:nvPicPr>
            <p:cNvPr id="21" name="object 21" descr="User icon in flat style. person icon. Client Symbol 7296447 ..."/>
            <p:cNvPicPr/>
            <p:nvPr/>
          </p:nvPicPr>
          <p:blipFill>
            <a:blip r:embed="rId2" cstate="print"/>
            <a:stretch>
              <a:fillRect/>
            </a:stretch>
          </p:blipFill>
          <p:spPr>
            <a:xfrm>
              <a:off x="10104247" y="4110583"/>
              <a:ext cx="410019" cy="363372"/>
            </a:xfrm>
            <a:prstGeom prst="rect">
              <a:avLst/>
            </a:prstGeom>
          </p:spPr>
        </p:pic>
        <p:pic>
          <p:nvPicPr>
            <p:cNvPr id="22" name="object 22" descr="User icon in flat style. person icon. Client Symbol 7296447 ..."/>
            <p:cNvPicPr/>
            <p:nvPr/>
          </p:nvPicPr>
          <p:blipFill>
            <a:blip r:embed="rId2" cstate="print"/>
            <a:stretch>
              <a:fillRect/>
            </a:stretch>
          </p:blipFill>
          <p:spPr>
            <a:xfrm>
              <a:off x="10535030" y="4378045"/>
              <a:ext cx="410019" cy="363372"/>
            </a:xfrm>
            <a:prstGeom prst="rect">
              <a:avLst/>
            </a:prstGeom>
          </p:spPr>
        </p:pic>
        <p:pic>
          <p:nvPicPr>
            <p:cNvPr id="23" name="object 23" descr="User icon in flat style. person icon. Client Symbol 7296447 ..."/>
            <p:cNvPicPr/>
            <p:nvPr/>
          </p:nvPicPr>
          <p:blipFill>
            <a:blip r:embed="rId2" cstate="print"/>
            <a:stretch>
              <a:fillRect/>
            </a:stretch>
          </p:blipFill>
          <p:spPr>
            <a:xfrm>
              <a:off x="10098277" y="4912207"/>
              <a:ext cx="410019" cy="363372"/>
            </a:xfrm>
            <a:prstGeom prst="rect">
              <a:avLst/>
            </a:prstGeom>
          </p:spPr>
        </p:pic>
        <p:pic>
          <p:nvPicPr>
            <p:cNvPr id="24" name="object 24" descr="User icon in flat style. person icon. Client Symbol 7296447 ..."/>
            <p:cNvPicPr/>
            <p:nvPr/>
          </p:nvPicPr>
          <p:blipFill>
            <a:blip r:embed="rId2" cstate="print"/>
            <a:stretch>
              <a:fillRect/>
            </a:stretch>
          </p:blipFill>
          <p:spPr>
            <a:xfrm>
              <a:off x="10528935" y="5179542"/>
              <a:ext cx="410019" cy="363372"/>
            </a:xfrm>
            <a:prstGeom prst="rect">
              <a:avLst/>
            </a:prstGeom>
          </p:spPr>
        </p:pic>
        <p:sp>
          <p:nvSpPr>
            <p:cNvPr id="25" name="object 25"/>
            <p:cNvSpPr/>
            <p:nvPr/>
          </p:nvSpPr>
          <p:spPr>
            <a:xfrm>
              <a:off x="2199259" y="3275203"/>
              <a:ext cx="3105150" cy="2665095"/>
            </a:xfrm>
            <a:custGeom>
              <a:avLst/>
              <a:gdLst/>
              <a:ahLst/>
              <a:cxnLst/>
              <a:rect l="l" t="t" r="r" b="b"/>
              <a:pathLst>
                <a:path w="3105150" h="2665095">
                  <a:moveTo>
                    <a:pt x="3104642" y="314718"/>
                  </a:moveTo>
                  <a:lnTo>
                    <a:pt x="3098914" y="307149"/>
                  </a:lnTo>
                  <a:lnTo>
                    <a:pt x="3099816" y="297688"/>
                  </a:lnTo>
                  <a:lnTo>
                    <a:pt x="2986633" y="287591"/>
                  </a:lnTo>
                  <a:lnTo>
                    <a:pt x="2986633" y="306666"/>
                  </a:lnTo>
                  <a:lnTo>
                    <a:pt x="2985503" y="306768"/>
                  </a:lnTo>
                  <a:lnTo>
                    <a:pt x="2985503" y="345338"/>
                  </a:lnTo>
                  <a:lnTo>
                    <a:pt x="2983065" y="346392"/>
                  </a:lnTo>
                  <a:lnTo>
                    <a:pt x="2983065" y="367055"/>
                  </a:lnTo>
                  <a:lnTo>
                    <a:pt x="2942513" y="391909"/>
                  </a:lnTo>
                  <a:lnTo>
                    <a:pt x="2942513" y="414248"/>
                  </a:lnTo>
                  <a:lnTo>
                    <a:pt x="2378138" y="843584"/>
                  </a:lnTo>
                  <a:lnTo>
                    <a:pt x="2359964" y="837285"/>
                  </a:lnTo>
                  <a:lnTo>
                    <a:pt x="2359964" y="857402"/>
                  </a:lnTo>
                  <a:lnTo>
                    <a:pt x="2246655" y="943610"/>
                  </a:lnTo>
                  <a:lnTo>
                    <a:pt x="2226106" y="939990"/>
                  </a:lnTo>
                  <a:lnTo>
                    <a:pt x="2226106" y="959231"/>
                  </a:lnTo>
                  <a:lnTo>
                    <a:pt x="2060079" y="1085532"/>
                  </a:lnTo>
                  <a:lnTo>
                    <a:pt x="2035302" y="1085329"/>
                  </a:lnTo>
                  <a:lnTo>
                    <a:pt x="2035302" y="1104379"/>
                  </a:lnTo>
                  <a:lnTo>
                    <a:pt x="1930501" y="1184109"/>
                  </a:lnTo>
                  <a:lnTo>
                    <a:pt x="1914182" y="1174267"/>
                  </a:lnTo>
                  <a:lnTo>
                    <a:pt x="1914182" y="1196517"/>
                  </a:lnTo>
                  <a:lnTo>
                    <a:pt x="1757997" y="1315339"/>
                  </a:lnTo>
                  <a:lnTo>
                    <a:pt x="1735048" y="1305509"/>
                  </a:lnTo>
                  <a:lnTo>
                    <a:pt x="1735048" y="1326261"/>
                  </a:lnTo>
                  <a:lnTo>
                    <a:pt x="1713433" y="1329944"/>
                  </a:lnTo>
                  <a:lnTo>
                    <a:pt x="1713433" y="1349235"/>
                  </a:lnTo>
                  <a:lnTo>
                    <a:pt x="1539735" y="1481366"/>
                  </a:lnTo>
                  <a:lnTo>
                    <a:pt x="1520494" y="1476324"/>
                  </a:lnTo>
                  <a:lnTo>
                    <a:pt x="1520494" y="1496009"/>
                  </a:lnTo>
                  <a:lnTo>
                    <a:pt x="733412" y="2094763"/>
                  </a:lnTo>
                  <a:lnTo>
                    <a:pt x="112877" y="2148319"/>
                  </a:lnTo>
                  <a:lnTo>
                    <a:pt x="1280198" y="1432966"/>
                  </a:lnTo>
                  <a:lnTo>
                    <a:pt x="1520494" y="1496009"/>
                  </a:lnTo>
                  <a:lnTo>
                    <a:pt x="1520494" y="1476324"/>
                  </a:lnTo>
                  <a:lnTo>
                    <a:pt x="1302689" y="1419186"/>
                  </a:lnTo>
                  <a:lnTo>
                    <a:pt x="1713433" y="1349235"/>
                  </a:lnTo>
                  <a:lnTo>
                    <a:pt x="1713433" y="1329944"/>
                  </a:lnTo>
                  <a:lnTo>
                    <a:pt x="1346314" y="1392440"/>
                  </a:lnTo>
                  <a:lnTo>
                    <a:pt x="1569821" y="1255471"/>
                  </a:lnTo>
                  <a:lnTo>
                    <a:pt x="1735048" y="1326261"/>
                  </a:lnTo>
                  <a:lnTo>
                    <a:pt x="1735048" y="1305509"/>
                  </a:lnTo>
                  <a:lnTo>
                    <a:pt x="1589747" y="1243253"/>
                  </a:lnTo>
                  <a:lnTo>
                    <a:pt x="1789137" y="1121067"/>
                  </a:lnTo>
                  <a:lnTo>
                    <a:pt x="1914182" y="1196517"/>
                  </a:lnTo>
                  <a:lnTo>
                    <a:pt x="1914182" y="1174267"/>
                  </a:lnTo>
                  <a:lnTo>
                    <a:pt x="1807438" y="1109865"/>
                  </a:lnTo>
                  <a:lnTo>
                    <a:pt x="1819300" y="1102588"/>
                  </a:lnTo>
                  <a:lnTo>
                    <a:pt x="2035302" y="1104379"/>
                  </a:lnTo>
                  <a:lnTo>
                    <a:pt x="2035302" y="1085329"/>
                  </a:lnTo>
                  <a:lnTo>
                    <a:pt x="1849970" y="1083792"/>
                  </a:lnTo>
                  <a:lnTo>
                    <a:pt x="2091880" y="935545"/>
                  </a:lnTo>
                  <a:lnTo>
                    <a:pt x="2226106" y="959231"/>
                  </a:lnTo>
                  <a:lnTo>
                    <a:pt x="2226106" y="939990"/>
                  </a:lnTo>
                  <a:lnTo>
                    <a:pt x="2116277" y="920584"/>
                  </a:lnTo>
                  <a:lnTo>
                    <a:pt x="2270188" y="826262"/>
                  </a:lnTo>
                  <a:lnTo>
                    <a:pt x="2359964" y="857402"/>
                  </a:lnTo>
                  <a:lnTo>
                    <a:pt x="2359964" y="837285"/>
                  </a:lnTo>
                  <a:lnTo>
                    <a:pt x="2291169" y="813409"/>
                  </a:lnTo>
                  <a:lnTo>
                    <a:pt x="2942513" y="414248"/>
                  </a:lnTo>
                  <a:lnTo>
                    <a:pt x="2942513" y="391909"/>
                  </a:lnTo>
                  <a:lnTo>
                    <a:pt x="2267889" y="805332"/>
                  </a:lnTo>
                  <a:lnTo>
                    <a:pt x="2246922" y="798068"/>
                  </a:lnTo>
                  <a:lnTo>
                    <a:pt x="2246922" y="818184"/>
                  </a:lnTo>
                  <a:lnTo>
                    <a:pt x="2087981" y="915593"/>
                  </a:lnTo>
                  <a:lnTo>
                    <a:pt x="2063584" y="911288"/>
                  </a:lnTo>
                  <a:lnTo>
                    <a:pt x="2063584" y="930541"/>
                  </a:lnTo>
                  <a:lnTo>
                    <a:pt x="1813991" y="1083500"/>
                  </a:lnTo>
                  <a:lnTo>
                    <a:pt x="1770773" y="1083144"/>
                  </a:lnTo>
                  <a:lnTo>
                    <a:pt x="1770773" y="1109992"/>
                  </a:lnTo>
                  <a:lnTo>
                    <a:pt x="1568310" y="1234071"/>
                  </a:lnTo>
                  <a:lnTo>
                    <a:pt x="1548371" y="1225537"/>
                  </a:lnTo>
                  <a:lnTo>
                    <a:pt x="1548371" y="1246289"/>
                  </a:lnTo>
                  <a:lnTo>
                    <a:pt x="1295844" y="1401038"/>
                  </a:lnTo>
                  <a:lnTo>
                    <a:pt x="1258062" y="1407477"/>
                  </a:lnTo>
                  <a:lnTo>
                    <a:pt x="1212557" y="1395552"/>
                  </a:lnTo>
                  <a:lnTo>
                    <a:pt x="1212557" y="1415224"/>
                  </a:lnTo>
                  <a:lnTo>
                    <a:pt x="77673" y="1608416"/>
                  </a:lnTo>
                  <a:lnTo>
                    <a:pt x="789584" y="1304264"/>
                  </a:lnTo>
                  <a:lnTo>
                    <a:pt x="1212557" y="1415224"/>
                  </a:lnTo>
                  <a:lnTo>
                    <a:pt x="1212557" y="1395552"/>
                  </a:lnTo>
                  <a:lnTo>
                    <a:pt x="818121" y="1292059"/>
                  </a:lnTo>
                  <a:lnTo>
                    <a:pt x="1237246" y="1112989"/>
                  </a:lnTo>
                  <a:lnTo>
                    <a:pt x="1548371" y="1246289"/>
                  </a:lnTo>
                  <a:lnTo>
                    <a:pt x="1548371" y="1225537"/>
                  </a:lnTo>
                  <a:lnTo>
                    <a:pt x="1261491" y="1102639"/>
                  </a:lnTo>
                  <a:lnTo>
                    <a:pt x="1272146" y="1098080"/>
                  </a:lnTo>
                  <a:lnTo>
                    <a:pt x="1757680" y="1102093"/>
                  </a:lnTo>
                  <a:lnTo>
                    <a:pt x="1770773" y="1109992"/>
                  </a:lnTo>
                  <a:lnTo>
                    <a:pt x="1770773" y="1083144"/>
                  </a:lnTo>
                  <a:lnTo>
                    <a:pt x="1763064" y="1083081"/>
                  </a:lnTo>
                  <a:lnTo>
                    <a:pt x="1725663" y="1060526"/>
                  </a:lnTo>
                  <a:lnTo>
                    <a:pt x="1725663" y="1082776"/>
                  </a:lnTo>
                  <a:lnTo>
                    <a:pt x="1315885" y="1079385"/>
                  </a:lnTo>
                  <a:lnTo>
                    <a:pt x="1552498" y="978293"/>
                  </a:lnTo>
                  <a:lnTo>
                    <a:pt x="1725663" y="1082776"/>
                  </a:lnTo>
                  <a:lnTo>
                    <a:pt x="1725663" y="1060526"/>
                  </a:lnTo>
                  <a:lnTo>
                    <a:pt x="1574088" y="969073"/>
                  </a:lnTo>
                  <a:lnTo>
                    <a:pt x="1781009" y="880656"/>
                  </a:lnTo>
                  <a:lnTo>
                    <a:pt x="2063584" y="930541"/>
                  </a:lnTo>
                  <a:lnTo>
                    <a:pt x="2063584" y="911288"/>
                  </a:lnTo>
                  <a:lnTo>
                    <a:pt x="1812899" y="867029"/>
                  </a:lnTo>
                  <a:lnTo>
                    <a:pt x="2070455" y="756983"/>
                  </a:lnTo>
                  <a:lnTo>
                    <a:pt x="2246922" y="818184"/>
                  </a:lnTo>
                  <a:lnTo>
                    <a:pt x="2246922" y="798068"/>
                  </a:lnTo>
                  <a:lnTo>
                    <a:pt x="2096477" y="745858"/>
                  </a:lnTo>
                  <a:lnTo>
                    <a:pt x="2983065" y="367055"/>
                  </a:lnTo>
                  <a:lnTo>
                    <a:pt x="2983065" y="346392"/>
                  </a:lnTo>
                  <a:lnTo>
                    <a:pt x="2069744" y="736587"/>
                  </a:lnTo>
                  <a:lnTo>
                    <a:pt x="2043734" y="727570"/>
                  </a:lnTo>
                  <a:lnTo>
                    <a:pt x="2043734" y="747699"/>
                  </a:lnTo>
                  <a:lnTo>
                    <a:pt x="1778609" y="860971"/>
                  </a:lnTo>
                  <a:lnTo>
                    <a:pt x="1746707" y="855345"/>
                  </a:lnTo>
                  <a:lnTo>
                    <a:pt x="1746707" y="874598"/>
                  </a:lnTo>
                  <a:lnTo>
                    <a:pt x="1553984" y="956945"/>
                  </a:lnTo>
                  <a:lnTo>
                    <a:pt x="1532394" y="943927"/>
                  </a:lnTo>
                  <a:lnTo>
                    <a:pt x="1532394" y="966165"/>
                  </a:lnTo>
                  <a:lnTo>
                    <a:pt x="1268310" y="1078992"/>
                  </a:lnTo>
                  <a:lnTo>
                    <a:pt x="1213027" y="1078547"/>
                  </a:lnTo>
                  <a:lnTo>
                    <a:pt x="1213027" y="1102626"/>
                  </a:lnTo>
                  <a:lnTo>
                    <a:pt x="788073" y="1284185"/>
                  </a:lnTo>
                  <a:lnTo>
                    <a:pt x="105422" y="1105090"/>
                  </a:lnTo>
                  <a:lnTo>
                    <a:pt x="106260" y="1101852"/>
                  </a:lnTo>
                  <a:lnTo>
                    <a:pt x="109753" y="1088478"/>
                  </a:lnTo>
                  <a:lnTo>
                    <a:pt x="1201077" y="1097495"/>
                  </a:lnTo>
                  <a:lnTo>
                    <a:pt x="1213027" y="1102626"/>
                  </a:lnTo>
                  <a:lnTo>
                    <a:pt x="1213027" y="1078547"/>
                  </a:lnTo>
                  <a:lnTo>
                    <a:pt x="1205103" y="1078471"/>
                  </a:lnTo>
                  <a:lnTo>
                    <a:pt x="1155725" y="1057325"/>
                  </a:lnTo>
                  <a:lnTo>
                    <a:pt x="1155725" y="1078064"/>
                  </a:lnTo>
                  <a:lnTo>
                    <a:pt x="83527" y="1069213"/>
                  </a:lnTo>
                  <a:lnTo>
                    <a:pt x="83464" y="1068933"/>
                  </a:lnTo>
                  <a:lnTo>
                    <a:pt x="747788" y="903300"/>
                  </a:lnTo>
                  <a:lnTo>
                    <a:pt x="1155725" y="1078064"/>
                  </a:lnTo>
                  <a:lnTo>
                    <a:pt x="1155725" y="1057325"/>
                  </a:lnTo>
                  <a:lnTo>
                    <a:pt x="778383" y="895667"/>
                  </a:lnTo>
                  <a:lnTo>
                    <a:pt x="1229220" y="783259"/>
                  </a:lnTo>
                  <a:lnTo>
                    <a:pt x="1532394" y="966165"/>
                  </a:lnTo>
                  <a:lnTo>
                    <a:pt x="1532394" y="943927"/>
                  </a:lnTo>
                  <a:lnTo>
                    <a:pt x="1281353" y="792454"/>
                  </a:lnTo>
                  <a:lnTo>
                    <a:pt x="1746707" y="874598"/>
                  </a:lnTo>
                  <a:lnTo>
                    <a:pt x="1746707" y="855345"/>
                  </a:lnTo>
                  <a:lnTo>
                    <a:pt x="1274495" y="771969"/>
                  </a:lnTo>
                  <a:lnTo>
                    <a:pt x="1762734" y="650227"/>
                  </a:lnTo>
                  <a:lnTo>
                    <a:pt x="2043734" y="747699"/>
                  </a:lnTo>
                  <a:lnTo>
                    <a:pt x="2043734" y="727570"/>
                  </a:lnTo>
                  <a:lnTo>
                    <a:pt x="1796529" y="641807"/>
                  </a:lnTo>
                  <a:lnTo>
                    <a:pt x="2985503" y="345338"/>
                  </a:lnTo>
                  <a:lnTo>
                    <a:pt x="2985503" y="306768"/>
                  </a:lnTo>
                  <a:lnTo>
                    <a:pt x="2983954" y="306882"/>
                  </a:lnTo>
                  <a:lnTo>
                    <a:pt x="2983954" y="326059"/>
                  </a:lnTo>
                  <a:lnTo>
                    <a:pt x="1763534" y="630351"/>
                  </a:lnTo>
                  <a:lnTo>
                    <a:pt x="1729740" y="618629"/>
                  </a:lnTo>
                  <a:lnTo>
                    <a:pt x="1729740" y="638784"/>
                  </a:lnTo>
                  <a:lnTo>
                    <a:pt x="1232255" y="762825"/>
                  </a:lnTo>
                  <a:lnTo>
                    <a:pt x="1184071" y="733755"/>
                  </a:lnTo>
                  <a:lnTo>
                    <a:pt x="1184071" y="756018"/>
                  </a:lnTo>
                  <a:lnTo>
                    <a:pt x="1183055" y="755840"/>
                  </a:lnTo>
                  <a:lnTo>
                    <a:pt x="1183055" y="775093"/>
                  </a:lnTo>
                  <a:lnTo>
                    <a:pt x="749350" y="883234"/>
                  </a:lnTo>
                  <a:lnTo>
                    <a:pt x="94538" y="602703"/>
                  </a:lnTo>
                  <a:lnTo>
                    <a:pt x="96697" y="597662"/>
                  </a:lnTo>
                  <a:lnTo>
                    <a:pt x="102412" y="584327"/>
                  </a:lnTo>
                  <a:lnTo>
                    <a:pt x="1183055" y="775093"/>
                  </a:lnTo>
                  <a:lnTo>
                    <a:pt x="1183055" y="755840"/>
                  </a:lnTo>
                  <a:lnTo>
                    <a:pt x="76746" y="560501"/>
                  </a:lnTo>
                  <a:lnTo>
                    <a:pt x="76720" y="560235"/>
                  </a:lnTo>
                  <a:lnTo>
                    <a:pt x="76771" y="559955"/>
                  </a:lnTo>
                  <a:lnTo>
                    <a:pt x="767054" y="504418"/>
                  </a:lnTo>
                  <a:lnTo>
                    <a:pt x="1184071" y="756018"/>
                  </a:lnTo>
                  <a:lnTo>
                    <a:pt x="1184071" y="733755"/>
                  </a:lnTo>
                  <a:lnTo>
                    <a:pt x="799630" y="501802"/>
                  </a:lnTo>
                  <a:lnTo>
                    <a:pt x="1234109" y="466839"/>
                  </a:lnTo>
                  <a:lnTo>
                    <a:pt x="1729740" y="638784"/>
                  </a:lnTo>
                  <a:lnTo>
                    <a:pt x="1729740" y="618629"/>
                  </a:lnTo>
                  <a:lnTo>
                    <a:pt x="1281290" y="463054"/>
                  </a:lnTo>
                  <a:lnTo>
                    <a:pt x="2983954" y="326059"/>
                  </a:lnTo>
                  <a:lnTo>
                    <a:pt x="2983954" y="306882"/>
                  </a:lnTo>
                  <a:lnTo>
                    <a:pt x="1236599" y="447548"/>
                  </a:lnTo>
                  <a:lnTo>
                    <a:pt x="1189431" y="431190"/>
                  </a:lnTo>
                  <a:lnTo>
                    <a:pt x="1189431" y="451345"/>
                  </a:lnTo>
                  <a:lnTo>
                    <a:pt x="771728" y="484974"/>
                  </a:lnTo>
                  <a:lnTo>
                    <a:pt x="80441" y="67894"/>
                  </a:lnTo>
                  <a:lnTo>
                    <a:pt x="80556" y="66675"/>
                  </a:lnTo>
                  <a:lnTo>
                    <a:pt x="1189431" y="451345"/>
                  </a:lnTo>
                  <a:lnTo>
                    <a:pt x="1189431" y="431190"/>
                  </a:lnTo>
                  <a:lnTo>
                    <a:pt x="83451" y="47485"/>
                  </a:lnTo>
                  <a:lnTo>
                    <a:pt x="2986633" y="306666"/>
                  </a:lnTo>
                  <a:lnTo>
                    <a:pt x="2986633" y="287591"/>
                  </a:lnTo>
                  <a:lnTo>
                    <a:pt x="88633" y="28867"/>
                  </a:lnTo>
                  <a:lnTo>
                    <a:pt x="91694" y="20066"/>
                  </a:lnTo>
                  <a:lnTo>
                    <a:pt x="84620" y="20993"/>
                  </a:lnTo>
                  <a:lnTo>
                    <a:pt x="86487" y="0"/>
                  </a:lnTo>
                  <a:lnTo>
                    <a:pt x="7366" y="31064"/>
                  </a:lnTo>
                  <a:lnTo>
                    <a:pt x="0" y="30480"/>
                  </a:lnTo>
                  <a:lnTo>
                    <a:pt x="45593" y="102489"/>
                  </a:lnTo>
                  <a:lnTo>
                    <a:pt x="57518" y="82702"/>
                  </a:lnTo>
                  <a:lnTo>
                    <a:pt x="66675" y="92075"/>
                  </a:lnTo>
                  <a:lnTo>
                    <a:pt x="69596" y="83629"/>
                  </a:lnTo>
                  <a:lnTo>
                    <a:pt x="739165" y="487591"/>
                  </a:lnTo>
                  <a:lnTo>
                    <a:pt x="80175" y="540639"/>
                  </a:lnTo>
                  <a:lnTo>
                    <a:pt x="81661" y="532257"/>
                  </a:lnTo>
                  <a:lnTo>
                    <a:pt x="74637" y="534352"/>
                  </a:lnTo>
                  <a:lnTo>
                    <a:pt x="72898" y="512445"/>
                  </a:lnTo>
                  <a:lnTo>
                    <a:pt x="0" y="556514"/>
                  </a:lnTo>
                  <a:lnTo>
                    <a:pt x="32600" y="580720"/>
                  </a:lnTo>
                  <a:lnTo>
                    <a:pt x="20701" y="581406"/>
                  </a:lnTo>
                  <a:lnTo>
                    <a:pt x="75819" y="646430"/>
                  </a:lnTo>
                  <a:lnTo>
                    <a:pt x="87045" y="620217"/>
                  </a:lnTo>
                  <a:lnTo>
                    <a:pt x="718743" y="890866"/>
                  </a:lnTo>
                  <a:lnTo>
                    <a:pt x="83616" y="1049210"/>
                  </a:lnTo>
                  <a:lnTo>
                    <a:pt x="83693" y="1040638"/>
                  </a:lnTo>
                  <a:lnTo>
                    <a:pt x="77165" y="1043838"/>
                  </a:lnTo>
                  <a:lnTo>
                    <a:pt x="71882" y="1022731"/>
                  </a:lnTo>
                  <a:lnTo>
                    <a:pt x="7239" y="1078103"/>
                  </a:lnTo>
                  <a:lnTo>
                    <a:pt x="37096" y="1093368"/>
                  </a:lnTo>
                  <a:lnTo>
                    <a:pt x="29337" y="1094994"/>
                  </a:lnTo>
                  <a:lnTo>
                    <a:pt x="93345" y="1151255"/>
                  </a:lnTo>
                  <a:lnTo>
                    <a:pt x="100596" y="1123505"/>
                  </a:lnTo>
                  <a:lnTo>
                    <a:pt x="759536" y="1296377"/>
                  </a:lnTo>
                  <a:lnTo>
                    <a:pt x="70383" y="1590802"/>
                  </a:lnTo>
                  <a:lnTo>
                    <a:pt x="68707" y="1580896"/>
                  </a:lnTo>
                  <a:lnTo>
                    <a:pt x="63106" y="1585010"/>
                  </a:lnTo>
                  <a:lnTo>
                    <a:pt x="55118" y="1566291"/>
                  </a:lnTo>
                  <a:lnTo>
                    <a:pt x="0" y="1631315"/>
                  </a:lnTo>
                  <a:lnTo>
                    <a:pt x="81534" y="1656080"/>
                  </a:lnTo>
                  <a:lnTo>
                    <a:pt x="78092" y="1635988"/>
                  </a:lnTo>
                  <a:lnTo>
                    <a:pt x="85090" y="1636395"/>
                  </a:lnTo>
                  <a:lnTo>
                    <a:pt x="81140" y="1627174"/>
                  </a:lnTo>
                  <a:lnTo>
                    <a:pt x="1252232" y="1427772"/>
                  </a:lnTo>
                  <a:lnTo>
                    <a:pt x="77495" y="2147671"/>
                  </a:lnTo>
                  <a:lnTo>
                    <a:pt x="74320" y="2142502"/>
                  </a:lnTo>
                  <a:lnTo>
                    <a:pt x="72644" y="2123059"/>
                  </a:lnTo>
                  <a:lnTo>
                    <a:pt x="65227" y="2127605"/>
                  </a:lnTo>
                  <a:lnTo>
                    <a:pt x="62611" y="2123313"/>
                  </a:lnTo>
                  <a:lnTo>
                    <a:pt x="56667" y="2132838"/>
                  </a:lnTo>
                  <a:lnTo>
                    <a:pt x="0" y="2167509"/>
                  </a:lnTo>
                  <a:lnTo>
                    <a:pt x="28067" y="2178672"/>
                  </a:lnTo>
                  <a:lnTo>
                    <a:pt x="17526" y="2195576"/>
                  </a:lnTo>
                  <a:lnTo>
                    <a:pt x="61226" y="2191855"/>
                  </a:lnTo>
                  <a:lnTo>
                    <a:pt x="79248" y="2199005"/>
                  </a:lnTo>
                  <a:lnTo>
                    <a:pt x="78486" y="2190381"/>
                  </a:lnTo>
                  <a:lnTo>
                    <a:pt x="102362" y="2188337"/>
                  </a:lnTo>
                  <a:lnTo>
                    <a:pt x="91490" y="2170557"/>
                  </a:lnTo>
                  <a:lnTo>
                    <a:pt x="90703" y="2169299"/>
                  </a:lnTo>
                  <a:lnTo>
                    <a:pt x="705104" y="2116290"/>
                  </a:lnTo>
                  <a:lnTo>
                    <a:pt x="65557" y="2602801"/>
                  </a:lnTo>
                  <a:lnTo>
                    <a:pt x="59182" y="2590101"/>
                  </a:lnTo>
                  <a:lnTo>
                    <a:pt x="55651" y="2594838"/>
                  </a:lnTo>
                  <a:lnTo>
                    <a:pt x="45847" y="2581922"/>
                  </a:lnTo>
                  <a:lnTo>
                    <a:pt x="8255" y="2658376"/>
                  </a:lnTo>
                  <a:lnTo>
                    <a:pt x="81851" y="2658211"/>
                  </a:lnTo>
                  <a:lnTo>
                    <a:pt x="111760" y="2665057"/>
                  </a:lnTo>
                  <a:lnTo>
                    <a:pt x="105727" y="2640292"/>
                  </a:lnTo>
                  <a:lnTo>
                    <a:pt x="104990" y="2637282"/>
                  </a:lnTo>
                  <a:lnTo>
                    <a:pt x="3101213" y="1909445"/>
                  </a:lnTo>
                  <a:lnTo>
                    <a:pt x="3098927" y="1900224"/>
                  </a:lnTo>
                  <a:lnTo>
                    <a:pt x="3103880" y="1892046"/>
                  </a:lnTo>
                  <a:lnTo>
                    <a:pt x="3043009" y="1855330"/>
                  </a:lnTo>
                  <a:lnTo>
                    <a:pt x="3043009" y="1895411"/>
                  </a:lnTo>
                  <a:lnTo>
                    <a:pt x="2974975" y="1901291"/>
                  </a:lnTo>
                  <a:lnTo>
                    <a:pt x="2974975" y="1920468"/>
                  </a:lnTo>
                  <a:lnTo>
                    <a:pt x="115316" y="2615184"/>
                  </a:lnTo>
                  <a:lnTo>
                    <a:pt x="1190269" y="2074430"/>
                  </a:lnTo>
                  <a:lnTo>
                    <a:pt x="2974975" y="1920468"/>
                  </a:lnTo>
                  <a:lnTo>
                    <a:pt x="2974975" y="1901291"/>
                  </a:lnTo>
                  <a:lnTo>
                    <a:pt x="1236116" y="2051367"/>
                  </a:lnTo>
                  <a:lnTo>
                    <a:pt x="2059203" y="1637322"/>
                  </a:lnTo>
                  <a:lnTo>
                    <a:pt x="3043009" y="1895411"/>
                  </a:lnTo>
                  <a:lnTo>
                    <a:pt x="3043009" y="1855330"/>
                  </a:lnTo>
                  <a:lnTo>
                    <a:pt x="2977464" y="1815782"/>
                  </a:lnTo>
                  <a:lnTo>
                    <a:pt x="2977464" y="1858543"/>
                  </a:lnTo>
                  <a:lnTo>
                    <a:pt x="2084920" y="1624393"/>
                  </a:lnTo>
                  <a:lnTo>
                    <a:pt x="2244064" y="1544332"/>
                  </a:lnTo>
                  <a:lnTo>
                    <a:pt x="2977464" y="1858543"/>
                  </a:lnTo>
                  <a:lnTo>
                    <a:pt x="2977464" y="1815782"/>
                  </a:lnTo>
                  <a:lnTo>
                    <a:pt x="2975940" y="1814868"/>
                  </a:lnTo>
                  <a:lnTo>
                    <a:pt x="2975940" y="1837105"/>
                  </a:lnTo>
                  <a:lnTo>
                    <a:pt x="2266365" y="1533118"/>
                  </a:lnTo>
                  <a:lnTo>
                    <a:pt x="2378557" y="1476679"/>
                  </a:lnTo>
                  <a:lnTo>
                    <a:pt x="2975940" y="1837105"/>
                  </a:lnTo>
                  <a:lnTo>
                    <a:pt x="2975940" y="1814868"/>
                  </a:lnTo>
                  <a:lnTo>
                    <a:pt x="2398661" y="1466570"/>
                  </a:lnTo>
                  <a:lnTo>
                    <a:pt x="3103245" y="1112139"/>
                  </a:lnTo>
                  <a:lnTo>
                    <a:pt x="3098939" y="1103668"/>
                  </a:lnTo>
                  <a:lnTo>
                    <a:pt x="3102102" y="1094740"/>
                  </a:lnTo>
                  <a:lnTo>
                    <a:pt x="3037738" y="1072413"/>
                  </a:lnTo>
                  <a:lnTo>
                    <a:pt x="3037738" y="1123734"/>
                  </a:lnTo>
                  <a:lnTo>
                    <a:pt x="2379370" y="1454924"/>
                  </a:lnTo>
                  <a:lnTo>
                    <a:pt x="2359266" y="1442796"/>
                  </a:lnTo>
                  <a:lnTo>
                    <a:pt x="2359266" y="1465046"/>
                  </a:lnTo>
                  <a:lnTo>
                    <a:pt x="2243455" y="1523301"/>
                  </a:lnTo>
                  <a:lnTo>
                    <a:pt x="2221153" y="1513751"/>
                  </a:lnTo>
                  <a:lnTo>
                    <a:pt x="2221153" y="1534528"/>
                  </a:lnTo>
                  <a:lnTo>
                    <a:pt x="2057057" y="1617078"/>
                  </a:lnTo>
                  <a:lnTo>
                    <a:pt x="2031339" y="1610334"/>
                  </a:lnTo>
                  <a:lnTo>
                    <a:pt x="2031339" y="1630019"/>
                  </a:lnTo>
                  <a:lnTo>
                    <a:pt x="1184973" y="2055787"/>
                  </a:lnTo>
                  <a:lnTo>
                    <a:pt x="1139126" y="2059749"/>
                  </a:lnTo>
                  <a:lnTo>
                    <a:pt x="1139126" y="2078850"/>
                  </a:lnTo>
                  <a:lnTo>
                    <a:pt x="96697" y="2603233"/>
                  </a:lnTo>
                  <a:lnTo>
                    <a:pt x="96647" y="2603081"/>
                  </a:lnTo>
                  <a:lnTo>
                    <a:pt x="740549" y="2113229"/>
                  </a:lnTo>
                  <a:lnTo>
                    <a:pt x="1139126" y="2078850"/>
                  </a:lnTo>
                  <a:lnTo>
                    <a:pt x="1139126" y="2059749"/>
                  </a:lnTo>
                  <a:lnTo>
                    <a:pt x="768858" y="2091702"/>
                  </a:lnTo>
                  <a:lnTo>
                    <a:pt x="1543837" y="1502130"/>
                  </a:lnTo>
                  <a:lnTo>
                    <a:pt x="2031339" y="1630019"/>
                  </a:lnTo>
                  <a:lnTo>
                    <a:pt x="2031339" y="1610334"/>
                  </a:lnTo>
                  <a:lnTo>
                    <a:pt x="1563077" y="1487487"/>
                  </a:lnTo>
                  <a:lnTo>
                    <a:pt x="1753857" y="1342351"/>
                  </a:lnTo>
                  <a:lnTo>
                    <a:pt x="1767281" y="1340065"/>
                  </a:lnTo>
                  <a:lnTo>
                    <a:pt x="2221153" y="1534528"/>
                  </a:lnTo>
                  <a:lnTo>
                    <a:pt x="2221153" y="1513751"/>
                  </a:lnTo>
                  <a:lnTo>
                    <a:pt x="1801952" y="1334173"/>
                  </a:lnTo>
                  <a:lnTo>
                    <a:pt x="2067420" y="1288961"/>
                  </a:lnTo>
                  <a:lnTo>
                    <a:pt x="2359266" y="1465046"/>
                  </a:lnTo>
                  <a:lnTo>
                    <a:pt x="2359266" y="1442796"/>
                  </a:lnTo>
                  <a:lnTo>
                    <a:pt x="2096173" y="1284071"/>
                  </a:lnTo>
                  <a:lnTo>
                    <a:pt x="3037738" y="1123734"/>
                  </a:lnTo>
                  <a:lnTo>
                    <a:pt x="3037738" y="1072413"/>
                  </a:lnTo>
                  <a:lnTo>
                    <a:pt x="2992031" y="1056563"/>
                  </a:lnTo>
                  <a:lnTo>
                    <a:pt x="2992031" y="1112278"/>
                  </a:lnTo>
                  <a:lnTo>
                    <a:pt x="2071268" y="1269034"/>
                  </a:lnTo>
                  <a:lnTo>
                    <a:pt x="2042502" y="1251686"/>
                  </a:lnTo>
                  <a:lnTo>
                    <a:pt x="2042502" y="1273937"/>
                  </a:lnTo>
                  <a:lnTo>
                    <a:pt x="1786521" y="1317510"/>
                  </a:lnTo>
                  <a:lnTo>
                    <a:pt x="1931682" y="1207071"/>
                  </a:lnTo>
                  <a:lnTo>
                    <a:pt x="2042502" y="1273937"/>
                  </a:lnTo>
                  <a:lnTo>
                    <a:pt x="2042502" y="1251686"/>
                  </a:lnTo>
                  <a:lnTo>
                    <a:pt x="1947989" y="1194663"/>
                  </a:lnTo>
                  <a:lnTo>
                    <a:pt x="2066328" y="1104633"/>
                  </a:lnTo>
                  <a:lnTo>
                    <a:pt x="2992031" y="1112278"/>
                  </a:lnTo>
                  <a:lnTo>
                    <a:pt x="2992031" y="1056563"/>
                  </a:lnTo>
                  <a:lnTo>
                    <a:pt x="2984728" y="1054023"/>
                  </a:lnTo>
                  <a:lnTo>
                    <a:pt x="2984728" y="1093165"/>
                  </a:lnTo>
                  <a:lnTo>
                    <a:pt x="2091105" y="1085786"/>
                  </a:lnTo>
                  <a:lnTo>
                    <a:pt x="2251545" y="963726"/>
                  </a:lnTo>
                  <a:lnTo>
                    <a:pt x="2984728" y="1093165"/>
                  </a:lnTo>
                  <a:lnTo>
                    <a:pt x="2984728" y="1054023"/>
                  </a:lnTo>
                  <a:lnTo>
                    <a:pt x="2983382" y="1053566"/>
                  </a:lnTo>
                  <a:lnTo>
                    <a:pt x="2983382" y="1073670"/>
                  </a:lnTo>
                  <a:lnTo>
                    <a:pt x="2272093" y="948093"/>
                  </a:lnTo>
                  <a:lnTo>
                    <a:pt x="2381491" y="864870"/>
                  </a:lnTo>
                  <a:lnTo>
                    <a:pt x="2983382" y="1073670"/>
                  </a:lnTo>
                  <a:lnTo>
                    <a:pt x="2983382" y="1053566"/>
                  </a:lnTo>
                  <a:lnTo>
                    <a:pt x="2399665" y="851052"/>
                  </a:lnTo>
                  <a:lnTo>
                    <a:pt x="3103499" y="315595"/>
                  </a:lnTo>
                  <a:lnTo>
                    <a:pt x="3103880" y="315353"/>
                  </a:lnTo>
                  <a:lnTo>
                    <a:pt x="3104642" y="314718"/>
                  </a:lnTo>
                  <a:close/>
                </a:path>
              </a:pathLst>
            </a:custGeom>
            <a:solidFill>
              <a:srgbClr val="7CB5E3"/>
            </a:solidFill>
          </p:spPr>
          <p:txBody>
            <a:bodyPr wrap="square" lIns="0" tIns="0" rIns="0" bIns="0" rtlCol="0"/>
            <a:lstStyle/>
            <a:p>
              <a:endParaRPr/>
            </a:p>
          </p:txBody>
        </p:sp>
        <p:sp>
          <p:nvSpPr>
            <p:cNvPr id="26" name="object 26"/>
            <p:cNvSpPr/>
            <p:nvPr/>
          </p:nvSpPr>
          <p:spPr>
            <a:xfrm>
              <a:off x="7058025" y="3547618"/>
              <a:ext cx="3529965" cy="1823720"/>
            </a:xfrm>
            <a:custGeom>
              <a:avLst/>
              <a:gdLst/>
              <a:ahLst/>
              <a:cxnLst/>
              <a:rect l="l" t="t" r="r" b="b"/>
              <a:pathLst>
                <a:path w="3529965" h="1823720">
                  <a:moveTo>
                    <a:pt x="77724" y="0"/>
                  </a:moveTo>
                  <a:lnTo>
                    <a:pt x="0" y="34798"/>
                  </a:lnTo>
                  <a:lnTo>
                    <a:pt x="74422" y="76073"/>
                  </a:lnTo>
                  <a:lnTo>
                    <a:pt x="75653" y="47548"/>
                  </a:lnTo>
                  <a:lnTo>
                    <a:pt x="76479" y="28498"/>
                  </a:lnTo>
                  <a:lnTo>
                    <a:pt x="76504" y="27952"/>
                  </a:lnTo>
                  <a:lnTo>
                    <a:pt x="77724" y="0"/>
                  </a:lnTo>
                  <a:close/>
                </a:path>
                <a:path w="3529965" h="1823720">
                  <a:moveTo>
                    <a:pt x="3471418" y="1804162"/>
                  </a:moveTo>
                  <a:lnTo>
                    <a:pt x="237617" y="1630984"/>
                  </a:lnTo>
                  <a:lnTo>
                    <a:pt x="3040507" y="1555750"/>
                  </a:lnTo>
                  <a:lnTo>
                    <a:pt x="3039999" y="1536700"/>
                  </a:lnTo>
                  <a:lnTo>
                    <a:pt x="76898" y="1616227"/>
                  </a:lnTo>
                  <a:lnTo>
                    <a:pt x="78105" y="1593850"/>
                  </a:lnTo>
                  <a:lnTo>
                    <a:pt x="75247" y="1595094"/>
                  </a:lnTo>
                  <a:lnTo>
                    <a:pt x="75057" y="1587627"/>
                  </a:lnTo>
                  <a:lnTo>
                    <a:pt x="0" y="1627759"/>
                  </a:lnTo>
                  <a:lnTo>
                    <a:pt x="74041" y="1669935"/>
                  </a:lnTo>
                  <a:lnTo>
                    <a:pt x="74422" y="1662595"/>
                  </a:lnTo>
                  <a:lnTo>
                    <a:pt x="77089" y="1663827"/>
                  </a:lnTo>
                  <a:lnTo>
                    <a:pt x="76479" y="1641449"/>
                  </a:lnTo>
                  <a:lnTo>
                    <a:pt x="3470402" y="1823212"/>
                  </a:lnTo>
                  <a:lnTo>
                    <a:pt x="3471418" y="1804162"/>
                  </a:lnTo>
                  <a:close/>
                </a:path>
                <a:path w="3529965" h="1823720">
                  <a:moveTo>
                    <a:pt x="3477514" y="1002538"/>
                  </a:moveTo>
                  <a:lnTo>
                    <a:pt x="236042" y="834072"/>
                  </a:lnTo>
                  <a:lnTo>
                    <a:pt x="3046476" y="754253"/>
                  </a:lnTo>
                  <a:lnTo>
                    <a:pt x="3045968" y="735203"/>
                  </a:lnTo>
                  <a:lnTo>
                    <a:pt x="76809" y="819531"/>
                  </a:lnTo>
                  <a:lnTo>
                    <a:pt x="77978" y="797179"/>
                  </a:lnTo>
                  <a:lnTo>
                    <a:pt x="75260" y="798372"/>
                  </a:lnTo>
                  <a:lnTo>
                    <a:pt x="75057" y="791083"/>
                  </a:lnTo>
                  <a:lnTo>
                    <a:pt x="0" y="831215"/>
                  </a:lnTo>
                  <a:lnTo>
                    <a:pt x="74041" y="873252"/>
                  </a:lnTo>
                  <a:lnTo>
                    <a:pt x="74422" y="865860"/>
                  </a:lnTo>
                  <a:lnTo>
                    <a:pt x="77216" y="867156"/>
                  </a:lnTo>
                  <a:lnTo>
                    <a:pt x="76568" y="844765"/>
                  </a:lnTo>
                  <a:lnTo>
                    <a:pt x="3476498" y="1021588"/>
                  </a:lnTo>
                  <a:lnTo>
                    <a:pt x="3477514" y="1002538"/>
                  </a:lnTo>
                  <a:close/>
                </a:path>
                <a:path w="3529965" h="1823720">
                  <a:moveTo>
                    <a:pt x="3529965" y="178054"/>
                  </a:moveTo>
                  <a:lnTo>
                    <a:pt x="76479" y="28498"/>
                  </a:lnTo>
                  <a:lnTo>
                    <a:pt x="75679" y="47002"/>
                  </a:lnTo>
                  <a:lnTo>
                    <a:pt x="75653" y="47548"/>
                  </a:lnTo>
                  <a:lnTo>
                    <a:pt x="3529203" y="197104"/>
                  </a:lnTo>
                  <a:lnTo>
                    <a:pt x="3529965" y="178054"/>
                  </a:lnTo>
                  <a:close/>
                </a:path>
              </a:pathLst>
            </a:custGeom>
            <a:solidFill>
              <a:srgbClr val="404040"/>
            </a:solidFill>
          </p:spPr>
          <p:txBody>
            <a:bodyPr wrap="square" lIns="0" tIns="0" rIns="0" bIns="0" rtlCol="0"/>
            <a:lstStyle/>
            <a:p>
              <a:endParaRPr/>
            </a:p>
          </p:txBody>
        </p:sp>
        <p:pic>
          <p:nvPicPr>
            <p:cNvPr id="27" name="object 27" descr="User icon in flat style. person icon. Client Symbol 7296447 ..."/>
            <p:cNvPicPr/>
            <p:nvPr/>
          </p:nvPicPr>
          <p:blipFill>
            <a:blip r:embed="rId2" cstate="print"/>
            <a:stretch>
              <a:fillRect/>
            </a:stretch>
          </p:blipFill>
          <p:spPr>
            <a:xfrm>
              <a:off x="10997691" y="3783812"/>
              <a:ext cx="410019" cy="363372"/>
            </a:xfrm>
            <a:prstGeom prst="rect">
              <a:avLst/>
            </a:prstGeom>
          </p:spPr>
        </p:pic>
        <p:sp>
          <p:nvSpPr>
            <p:cNvPr id="28" name="object 28"/>
            <p:cNvSpPr/>
            <p:nvPr/>
          </p:nvSpPr>
          <p:spPr>
            <a:xfrm>
              <a:off x="7058024" y="3551809"/>
              <a:ext cx="3940810" cy="423545"/>
            </a:xfrm>
            <a:custGeom>
              <a:avLst/>
              <a:gdLst/>
              <a:ahLst/>
              <a:cxnLst/>
              <a:rect l="l" t="t" r="r" b="b"/>
              <a:pathLst>
                <a:path w="3940809" h="423545">
                  <a:moveTo>
                    <a:pt x="76741" y="28416"/>
                  </a:moveTo>
                  <a:lnTo>
                    <a:pt x="75010" y="46227"/>
                  </a:lnTo>
                  <a:lnTo>
                    <a:pt x="74891" y="47459"/>
                  </a:lnTo>
                  <a:lnTo>
                    <a:pt x="3938651" y="423163"/>
                  </a:lnTo>
                  <a:lnTo>
                    <a:pt x="3940555" y="404113"/>
                  </a:lnTo>
                  <a:lnTo>
                    <a:pt x="76741" y="28416"/>
                  </a:lnTo>
                  <a:close/>
                </a:path>
                <a:path w="3940809" h="423545">
                  <a:moveTo>
                    <a:pt x="79501" y="0"/>
                  </a:moveTo>
                  <a:lnTo>
                    <a:pt x="0" y="30606"/>
                  </a:lnTo>
                  <a:lnTo>
                    <a:pt x="72135" y="75818"/>
                  </a:lnTo>
                  <a:lnTo>
                    <a:pt x="74891" y="47459"/>
                  </a:lnTo>
                  <a:lnTo>
                    <a:pt x="62229" y="46227"/>
                  </a:lnTo>
                  <a:lnTo>
                    <a:pt x="63892" y="28416"/>
                  </a:lnTo>
                  <a:lnTo>
                    <a:pt x="64007" y="27177"/>
                  </a:lnTo>
                  <a:lnTo>
                    <a:pt x="76861" y="27177"/>
                  </a:lnTo>
                  <a:lnTo>
                    <a:pt x="79501" y="0"/>
                  </a:lnTo>
                  <a:close/>
                </a:path>
                <a:path w="3940809" h="423545">
                  <a:moveTo>
                    <a:pt x="64007" y="27177"/>
                  </a:moveTo>
                  <a:lnTo>
                    <a:pt x="62229" y="46227"/>
                  </a:lnTo>
                  <a:lnTo>
                    <a:pt x="74891" y="47459"/>
                  </a:lnTo>
                  <a:lnTo>
                    <a:pt x="76741" y="28416"/>
                  </a:lnTo>
                  <a:lnTo>
                    <a:pt x="64007" y="27177"/>
                  </a:lnTo>
                  <a:close/>
                </a:path>
                <a:path w="3940809" h="423545">
                  <a:moveTo>
                    <a:pt x="76861" y="27177"/>
                  </a:moveTo>
                  <a:lnTo>
                    <a:pt x="64007" y="27177"/>
                  </a:lnTo>
                  <a:lnTo>
                    <a:pt x="76741" y="28416"/>
                  </a:lnTo>
                  <a:lnTo>
                    <a:pt x="76861" y="27177"/>
                  </a:lnTo>
                  <a:close/>
                </a:path>
              </a:pathLst>
            </a:custGeom>
            <a:solidFill>
              <a:srgbClr val="404040"/>
            </a:solidFill>
          </p:spPr>
          <p:txBody>
            <a:bodyPr wrap="square" lIns="0" tIns="0" rIns="0" bIns="0" rtlCol="0"/>
            <a:lstStyle/>
            <a:p>
              <a:endParaRPr/>
            </a:p>
          </p:txBody>
        </p:sp>
        <p:pic>
          <p:nvPicPr>
            <p:cNvPr id="29" name="object 29" descr="User icon in flat style. person icon. Client Symbol 7296447 ..."/>
            <p:cNvPicPr/>
            <p:nvPr/>
          </p:nvPicPr>
          <p:blipFill>
            <a:blip r:embed="rId2" cstate="print"/>
            <a:stretch>
              <a:fillRect/>
            </a:stretch>
          </p:blipFill>
          <p:spPr>
            <a:xfrm>
              <a:off x="10993501" y="4609185"/>
              <a:ext cx="410019" cy="363372"/>
            </a:xfrm>
            <a:prstGeom prst="rect">
              <a:avLst/>
            </a:prstGeom>
          </p:spPr>
        </p:pic>
        <p:sp>
          <p:nvSpPr>
            <p:cNvPr id="30" name="object 30"/>
            <p:cNvSpPr/>
            <p:nvPr/>
          </p:nvSpPr>
          <p:spPr>
            <a:xfrm>
              <a:off x="7058024" y="4348988"/>
              <a:ext cx="3937000" cy="451484"/>
            </a:xfrm>
            <a:custGeom>
              <a:avLst/>
              <a:gdLst/>
              <a:ahLst/>
              <a:cxnLst/>
              <a:rect l="l" t="t" r="r" b="b"/>
              <a:pathLst>
                <a:path w="3937000" h="451485">
                  <a:moveTo>
                    <a:pt x="76756" y="28371"/>
                  </a:moveTo>
                  <a:lnTo>
                    <a:pt x="74756" y="47298"/>
                  </a:lnTo>
                  <a:lnTo>
                    <a:pt x="3934459" y="451357"/>
                  </a:lnTo>
                  <a:lnTo>
                    <a:pt x="3936492" y="432307"/>
                  </a:lnTo>
                  <a:lnTo>
                    <a:pt x="76756" y="28371"/>
                  </a:lnTo>
                  <a:close/>
                </a:path>
                <a:path w="3937000" h="451485">
                  <a:moveTo>
                    <a:pt x="79755" y="0"/>
                  </a:moveTo>
                  <a:lnTo>
                    <a:pt x="0" y="29844"/>
                  </a:lnTo>
                  <a:lnTo>
                    <a:pt x="71754" y="75692"/>
                  </a:lnTo>
                  <a:lnTo>
                    <a:pt x="74756" y="47298"/>
                  </a:lnTo>
                  <a:lnTo>
                    <a:pt x="62102" y="45974"/>
                  </a:lnTo>
                  <a:lnTo>
                    <a:pt x="64134" y="27050"/>
                  </a:lnTo>
                  <a:lnTo>
                    <a:pt x="76896" y="27050"/>
                  </a:lnTo>
                  <a:lnTo>
                    <a:pt x="79755" y="0"/>
                  </a:lnTo>
                  <a:close/>
                </a:path>
                <a:path w="3937000" h="451485">
                  <a:moveTo>
                    <a:pt x="64134" y="27050"/>
                  </a:moveTo>
                  <a:lnTo>
                    <a:pt x="62102" y="45974"/>
                  </a:lnTo>
                  <a:lnTo>
                    <a:pt x="74756" y="47298"/>
                  </a:lnTo>
                  <a:lnTo>
                    <a:pt x="76756" y="28371"/>
                  </a:lnTo>
                  <a:lnTo>
                    <a:pt x="64134" y="27050"/>
                  </a:lnTo>
                  <a:close/>
                </a:path>
                <a:path w="3937000" h="451485">
                  <a:moveTo>
                    <a:pt x="76896" y="27050"/>
                  </a:moveTo>
                  <a:lnTo>
                    <a:pt x="64134" y="27050"/>
                  </a:lnTo>
                  <a:lnTo>
                    <a:pt x="76756" y="28371"/>
                  </a:lnTo>
                  <a:lnTo>
                    <a:pt x="76896" y="27050"/>
                  </a:lnTo>
                  <a:close/>
                </a:path>
              </a:pathLst>
            </a:custGeom>
            <a:solidFill>
              <a:srgbClr val="404040"/>
            </a:solidFill>
          </p:spPr>
          <p:txBody>
            <a:bodyPr wrap="square" lIns="0" tIns="0" rIns="0" bIns="0" rtlCol="0"/>
            <a:lstStyle/>
            <a:p>
              <a:endParaRPr/>
            </a:p>
          </p:txBody>
        </p:sp>
        <p:pic>
          <p:nvPicPr>
            <p:cNvPr id="31" name="object 31" descr="User icon in flat style. person icon. Client Symbol 7296447 ..."/>
            <p:cNvPicPr/>
            <p:nvPr/>
          </p:nvPicPr>
          <p:blipFill>
            <a:blip r:embed="rId2" cstate="print"/>
            <a:stretch>
              <a:fillRect/>
            </a:stretch>
          </p:blipFill>
          <p:spPr>
            <a:xfrm>
              <a:off x="10993501" y="5434482"/>
              <a:ext cx="410019" cy="363372"/>
            </a:xfrm>
            <a:prstGeom prst="rect">
              <a:avLst/>
            </a:prstGeom>
          </p:spPr>
        </p:pic>
        <p:sp>
          <p:nvSpPr>
            <p:cNvPr id="32" name="object 32"/>
            <p:cNvSpPr/>
            <p:nvPr/>
          </p:nvSpPr>
          <p:spPr>
            <a:xfrm>
              <a:off x="7058024" y="5146040"/>
              <a:ext cx="3937000" cy="480059"/>
            </a:xfrm>
            <a:custGeom>
              <a:avLst/>
              <a:gdLst/>
              <a:ahLst/>
              <a:cxnLst/>
              <a:rect l="l" t="t" r="r" b="b"/>
              <a:pathLst>
                <a:path w="3937000" h="480060">
                  <a:moveTo>
                    <a:pt x="76698" y="28331"/>
                  </a:moveTo>
                  <a:lnTo>
                    <a:pt x="74570" y="47257"/>
                  </a:lnTo>
                  <a:lnTo>
                    <a:pt x="3934459" y="479602"/>
                  </a:lnTo>
                  <a:lnTo>
                    <a:pt x="3936492" y="460667"/>
                  </a:lnTo>
                  <a:lnTo>
                    <a:pt x="76698" y="28331"/>
                  </a:lnTo>
                  <a:close/>
                </a:path>
                <a:path w="3937000" h="480060">
                  <a:moveTo>
                    <a:pt x="79882" y="0"/>
                  </a:moveTo>
                  <a:lnTo>
                    <a:pt x="0" y="29337"/>
                  </a:lnTo>
                  <a:lnTo>
                    <a:pt x="71374" y="75692"/>
                  </a:lnTo>
                  <a:lnTo>
                    <a:pt x="74570" y="47257"/>
                  </a:lnTo>
                  <a:lnTo>
                    <a:pt x="61975" y="45847"/>
                  </a:lnTo>
                  <a:lnTo>
                    <a:pt x="64134" y="26924"/>
                  </a:lnTo>
                  <a:lnTo>
                    <a:pt x="76856" y="26924"/>
                  </a:lnTo>
                  <a:lnTo>
                    <a:pt x="79882" y="0"/>
                  </a:lnTo>
                  <a:close/>
                </a:path>
                <a:path w="3937000" h="480060">
                  <a:moveTo>
                    <a:pt x="64134" y="26924"/>
                  </a:moveTo>
                  <a:lnTo>
                    <a:pt x="61975" y="45847"/>
                  </a:lnTo>
                  <a:lnTo>
                    <a:pt x="74570" y="47257"/>
                  </a:lnTo>
                  <a:lnTo>
                    <a:pt x="76585" y="29337"/>
                  </a:lnTo>
                  <a:lnTo>
                    <a:pt x="76698" y="28331"/>
                  </a:lnTo>
                  <a:lnTo>
                    <a:pt x="64134" y="26924"/>
                  </a:lnTo>
                  <a:close/>
                </a:path>
                <a:path w="3937000" h="480060">
                  <a:moveTo>
                    <a:pt x="76856" y="26924"/>
                  </a:moveTo>
                  <a:lnTo>
                    <a:pt x="64134" y="26924"/>
                  </a:lnTo>
                  <a:lnTo>
                    <a:pt x="76698" y="28331"/>
                  </a:lnTo>
                  <a:lnTo>
                    <a:pt x="76856" y="26924"/>
                  </a:lnTo>
                  <a:close/>
                </a:path>
              </a:pathLst>
            </a:custGeom>
            <a:solidFill>
              <a:srgbClr val="404040"/>
            </a:solidFill>
          </p:spPr>
          <p:txBody>
            <a:bodyPr wrap="square" lIns="0" tIns="0" rIns="0" bIns="0" rtlCol="0"/>
            <a:lstStyle/>
            <a:p>
              <a:endParaRPr/>
            </a:p>
          </p:txBody>
        </p:sp>
        <p:sp>
          <p:nvSpPr>
            <p:cNvPr id="33" name="object 33"/>
            <p:cNvSpPr/>
            <p:nvPr/>
          </p:nvSpPr>
          <p:spPr>
            <a:xfrm>
              <a:off x="5296154" y="5647639"/>
              <a:ext cx="1760220" cy="552450"/>
            </a:xfrm>
            <a:custGeom>
              <a:avLst/>
              <a:gdLst/>
              <a:ahLst/>
              <a:cxnLst/>
              <a:rect l="l" t="t" r="r" b="b"/>
              <a:pathLst>
                <a:path w="1760220" h="552450">
                  <a:moveTo>
                    <a:pt x="1759838" y="0"/>
                  </a:moveTo>
                  <a:lnTo>
                    <a:pt x="0" y="0"/>
                  </a:lnTo>
                  <a:lnTo>
                    <a:pt x="0" y="552094"/>
                  </a:lnTo>
                  <a:lnTo>
                    <a:pt x="1759838" y="552094"/>
                  </a:lnTo>
                  <a:lnTo>
                    <a:pt x="1759838" y="0"/>
                  </a:lnTo>
                  <a:close/>
                </a:path>
              </a:pathLst>
            </a:custGeom>
            <a:solidFill>
              <a:srgbClr val="E6B8B8"/>
            </a:solidFill>
          </p:spPr>
          <p:txBody>
            <a:bodyPr wrap="square" lIns="0" tIns="0" rIns="0" bIns="0" rtlCol="0"/>
            <a:lstStyle/>
            <a:p>
              <a:endParaRPr/>
            </a:p>
          </p:txBody>
        </p:sp>
        <p:sp>
          <p:nvSpPr>
            <p:cNvPr id="34" name="object 34"/>
            <p:cNvSpPr/>
            <p:nvPr/>
          </p:nvSpPr>
          <p:spPr>
            <a:xfrm>
              <a:off x="5296154" y="5647639"/>
              <a:ext cx="1760220" cy="552450"/>
            </a:xfrm>
            <a:custGeom>
              <a:avLst/>
              <a:gdLst/>
              <a:ahLst/>
              <a:cxnLst/>
              <a:rect l="l" t="t" r="r" b="b"/>
              <a:pathLst>
                <a:path w="1760220" h="552450">
                  <a:moveTo>
                    <a:pt x="0" y="552094"/>
                  </a:moveTo>
                  <a:lnTo>
                    <a:pt x="1759838" y="552094"/>
                  </a:lnTo>
                  <a:lnTo>
                    <a:pt x="1759838" y="0"/>
                  </a:lnTo>
                  <a:lnTo>
                    <a:pt x="0" y="0"/>
                  </a:lnTo>
                  <a:lnTo>
                    <a:pt x="0" y="552094"/>
                  </a:lnTo>
                  <a:close/>
                </a:path>
              </a:pathLst>
            </a:custGeom>
            <a:ln w="19050">
              <a:solidFill>
                <a:srgbClr val="174639"/>
              </a:solidFill>
            </a:ln>
          </p:spPr>
          <p:txBody>
            <a:bodyPr wrap="square" lIns="0" tIns="0" rIns="0" bIns="0" rtlCol="0"/>
            <a:lstStyle/>
            <a:p>
              <a:endParaRPr/>
            </a:p>
          </p:txBody>
        </p:sp>
      </p:grpSp>
      <p:sp>
        <p:nvSpPr>
          <p:cNvPr id="35" name="object 35"/>
          <p:cNvSpPr txBox="1"/>
          <p:nvPr/>
        </p:nvSpPr>
        <p:spPr>
          <a:xfrm>
            <a:off x="4989321" y="2732658"/>
            <a:ext cx="2312670" cy="452755"/>
          </a:xfrm>
          <a:prstGeom prst="rect">
            <a:avLst/>
          </a:prstGeom>
        </p:spPr>
        <p:txBody>
          <a:bodyPr vert="horz" wrap="square" lIns="0" tIns="13335" rIns="0" bIns="0" rtlCol="0">
            <a:spAutoFit/>
          </a:bodyPr>
          <a:lstStyle/>
          <a:p>
            <a:pPr marL="12700" marR="5080">
              <a:lnSpc>
                <a:spcPct val="100000"/>
              </a:lnSpc>
              <a:spcBef>
                <a:spcPts val="105"/>
              </a:spcBef>
            </a:pPr>
            <a:r>
              <a:rPr sz="1400" b="1" u="heavy" dirty="0">
                <a:solidFill>
                  <a:srgbClr val="1F6199"/>
                </a:solidFill>
                <a:uFill>
                  <a:solidFill>
                    <a:srgbClr val="1F6199"/>
                  </a:solidFill>
                </a:uFill>
                <a:latin typeface="Calibri"/>
                <a:cs typeface="Calibri"/>
              </a:rPr>
              <a:t>Global</a:t>
            </a:r>
            <a:r>
              <a:rPr sz="1400" b="1" u="heavy" spc="-40" dirty="0">
                <a:solidFill>
                  <a:srgbClr val="1F6199"/>
                </a:solidFill>
                <a:uFill>
                  <a:solidFill>
                    <a:srgbClr val="1F6199"/>
                  </a:solidFill>
                </a:uFill>
                <a:latin typeface="Calibri"/>
                <a:cs typeface="Calibri"/>
              </a:rPr>
              <a:t> </a:t>
            </a:r>
            <a:r>
              <a:rPr sz="1400" b="1" u="heavy" spc="-10" dirty="0">
                <a:solidFill>
                  <a:srgbClr val="1F6199"/>
                </a:solidFill>
                <a:uFill>
                  <a:solidFill>
                    <a:srgbClr val="1F6199"/>
                  </a:solidFill>
                </a:uFill>
                <a:latin typeface="Calibri"/>
                <a:cs typeface="Calibri"/>
              </a:rPr>
              <a:t>Brokers</a:t>
            </a:r>
            <a:r>
              <a:rPr sz="1400" b="1" spc="-20" dirty="0">
                <a:solidFill>
                  <a:srgbClr val="1F6199"/>
                </a:solidFill>
                <a:latin typeface="Calibri"/>
                <a:cs typeface="Calibri"/>
              </a:rPr>
              <a:t> </a:t>
            </a:r>
            <a:r>
              <a:rPr sz="1400" b="1" spc="-10" dirty="0">
                <a:solidFill>
                  <a:srgbClr val="1F6199"/>
                </a:solidFill>
                <a:latin typeface="Calibri"/>
                <a:cs typeface="Calibri"/>
              </a:rPr>
              <a:t>re-</a:t>
            </a:r>
            <a:r>
              <a:rPr sz="1400" b="1" dirty="0">
                <a:solidFill>
                  <a:srgbClr val="1F6199"/>
                </a:solidFill>
                <a:latin typeface="Calibri"/>
                <a:cs typeface="Calibri"/>
              </a:rPr>
              <a:t>publish</a:t>
            </a:r>
            <a:r>
              <a:rPr sz="1400" b="1" spc="-55" dirty="0">
                <a:solidFill>
                  <a:srgbClr val="1F6199"/>
                </a:solidFill>
                <a:latin typeface="Calibri"/>
                <a:cs typeface="Calibri"/>
              </a:rPr>
              <a:t> </a:t>
            </a:r>
            <a:r>
              <a:rPr sz="1400" b="1" spc="-20" dirty="0">
                <a:solidFill>
                  <a:srgbClr val="1F6199"/>
                </a:solidFill>
                <a:latin typeface="Calibri"/>
                <a:cs typeface="Calibri"/>
              </a:rPr>
              <a:t>WIS2 </a:t>
            </a:r>
            <a:r>
              <a:rPr sz="1400" b="1" spc="-10" dirty="0">
                <a:solidFill>
                  <a:srgbClr val="1F6199"/>
                </a:solidFill>
                <a:latin typeface="Calibri"/>
                <a:cs typeface="Calibri"/>
              </a:rPr>
              <a:t>Notifications</a:t>
            </a:r>
            <a:r>
              <a:rPr sz="1400" b="1" spc="-30" dirty="0">
                <a:solidFill>
                  <a:srgbClr val="1F6199"/>
                </a:solidFill>
                <a:latin typeface="Calibri"/>
                <a:cs typeface="Calibri"/>
              </a:rPr>
              <a:t> </a:t>
            </a:r>
            <a:r>
              <a:rPr sz="1400" b="1" dirty="0">
                <a:solidFill>
                  <a:srgbClr val="1F6199"/>
                </a:solidFill>
                <a:latin typeface="Calibri"/>
                <a:cs typeface="Calibri"/>
              </a:rPr>
              <a:t>of</a:t>
            </a:r>
            <a:r>
              <a:rPr sz="1400" b="1" spc="-10" dirty="0">
                <a:solidFill>
                  <a:srgbClr val="1F6199"/>
                </a:solidFill>
                <a:latin typeface="Calibri"/>
                <a:cs typeface="Calibri"/>
              </a:rPr>
              <a:t> </a:t>
            </a:r>
            <a:r>
              <a:rPr sz="1400" b="1" dirty="0">
                <a:solidFill>
                  <a:srgbClr val="1F6199"/>
                </a:solidFill>
                <a:latin typeface="Calibri"/>
                <a:cs typeface="Calibri"/>
              </a:rPr>
              <a:t>all</a:t>
            </a:r>
            <a:r>
              <a:rPr sz="1400" b="1" spc="10" dirty="0">
                <a:solidFill>
                  <a:srgbClr val="1F6199"/>
                </a:solidFill>
                <a:latin typeface="Calibri"/>
                <a:cs typeface="Calibri"/>
              </a:rPr>
              <a:t> </a:t>
            </a:r>
            <a:r>
              <a:rPr sz="1400" b="1" dirty="0">
                <a:solidFill>
                  <a:srgbClr val="1F6199"/>
                </a:solidFill>
                <a:latin typeface="Calibri"/>
                <a:cs typeface="Calibri"/>
              </a:rPr>
              <a:t>WIS2</a:t>
            </a:r>
            <a:r>
              <a:rPr sz="1400" b="1" spc="5" dirty="0">
                <a:solidFill>
                  <a:srgbClr val="1F6199"/>
                </a:solidFill>
                <a:latin typeface="Calibri"/>
                <a:cs typeface="Calibri"/>
              </a:rPr>
              <a:t> </a:t>
            </a:r>
            <a:r>
              <a:rPr sz="1400" b="1" spc="-10" dirty="0">
                <a:solidFill>
                  <a:srgbClr val="1F6199"/>
                </a:solidFill>
                <a:latin typeface="Calibri"/>
                <a:cs typeface="Calibri"/>
              </a:rPr>
              <a:t>Nodes</a:t>
            </a:r>
            <a:endParaRPr sz="1400">
              <a:latin typeface="Calibri"/>
              <a:cs typeface="Calibri"/>
            </a:endParaRPr>
          </a:p>
        </p:txBody>
      </p:sp>
      <p:sp>
        <p:nvSpPr>
          <p:cNvPr id="36" name="object 36"/>
          <p:cNvSpPr txBox="1"/>
          <p:nvPr/>
        </p:nvSpPr>
        <p:spPr>
          <a:xfrm>
            <a:off x="9864597" y="2553462"/>
            <a:ext cx="2143125" cy="666750"/>
          </a:xfrm>
          <a:prstGeom prst="rect">
            <a:avLst/>
          </a:prstGeom>
        </p:spPr>
        <p:txBody>
          <a:bodyPr vert="horz" wrap="square" lIns="0" tIns="13335" rIns="0" bIns="0" rtlCol="0">
            <a:spAutoFit/>
          </a:bodyPr>
          <a:lstStyle/>
          <a:p>
            <a:pPr marL="12700" marR="5080">
              <a:lnSpc>
                <a:spcPct val="100000"/>
              </a:lnSpc>
              <a:spcBef>
                <a:spcPts val="105"/>
              </a:spcBef>
            </a:pPr>
            <a:r>
              <a:rPr sz="1400" b="1" dirty="0">
                <a:solidFill>
                  <a:srgbClr val="004F9F"/>
                </a:solidFill>
                <a:latin typeface="Calibri"/>
                <a:cs typeface="Calibri"/>
              </a:rPr>
              <a:t>Data</a:t>
            </a:r>
            <a:r>
              <a:rPr sz="1400" b="1" spc="-60" dirty="0">
                <a:solidFill>
                  <a:srgbClr val="004F9F"/>
                </a:solidFill>
                <a:latin typeface="Calibri"/>
                <a:cs typeface="Calibri"/>
              </a:rPr>
              <a:t> </a:t>
            </a:r>
            <a:r>
              <a:rPr sz="1400" b="1" dirty="0">
                <a:solidFill>
                  <a:srgbClr val="004F9F"/>
                </a:solidFill>
                <a:latin typeface="Calibri"/>
                <a:cs typeface="Calibri"/>
              </a:rPr>
              <a:t>consumers</a:t>
            </a:r>
            <a:r>
              <a:rPr sz="1400" b="1" spc="-70" dirty="0">
                <a:solidFill>
                  <a:srgbClr val="004F9F"/>
                </a:solidFill>
                <a:latin typeface="Calibri"/>
                <a:cs typeface="Calibri"/>
              </a:rPr>
              <a:t> </a:t>
            </a:r>
            <a:r>
              <a:rPr sz="1400" b="1" dirty="0">
                <a:solidFill>
                  <a:srgbClr val="004F9F"/>
                </a:solidFill>
                <a:latin typeface="Calibri"/>
                <a:cs typeface="Calibri"/>
              </a:rPr>
              <a:t>subscribe</a:t>
            </a:r>
            <a:r>
              <a:rPr sz="1400" b="1" spc="-55" dirty="0">
                <a:solidFill>
                  <a:srgbClr val="004F9F"/>
                </a:solidFill>
                <a:latin typeface="Calibri"/>
                <a:cs typeface="Calibri"/>
              </a:rPr>
              <a:t> </a:t>
            </a:r>
            <a:r>
              <a:rPr sz="1400" b="1" spc="-25" dirty="0">
                <a:solidFill>
                  <a:srgbClr val="004F9F"/>
                </a:solidFill>
                <a:latin typeface="Calibri"/>
                <a:cs typeface="Calibri"/>
              </a:rPr>
              <a:t>to </a:t>
            </a:r>
            <a:r>
              <a:rPr sz="1400" b="1" dirty="0">
                <a:solidFill>
                  <a:srgbClr val="004F9F"/>
                </a:solidFill>
                <a:latin typeface="Calibri"/>
                <a:cs typeface="Calibri"/>
              </a:rPr>
              <a:t>Global</a:t>
            </a:r>
            <a:r>
              <a:rPr sz="1400" b="1" spc="-35" dirty="0">
                <a:solidFill>
                  <a:srgbClr val="004F9F"/>
                </a:solidFill>
                <a:latin typeface="Calibri"/>
                <a:cs typeface="Calibri"/>
              </a:rPr>
              <a:t> </a:t>
            </a:r>
            <a:r>
              <a:rPr sz="1400" b="1" spc="-10" dirty="0">
                <a:solidFill>
                  <a:srgbClr val="004F9F"/>
                </a:solidFill>
                <a:latin typeface="Calibri"/>
                <a:cs typeface="Calibri"/>
              </a:rPr>
              <a:t>Brokers</a:t>
            </a:r>
            <a:r>
              <a:rPr sz="1400" b="1" spc="-25" dirty="0">
                <a:solidFill>
                  <a:srgbClr val="004F9F"/>
                </a:solidFill>
                <a:latin typeface="Calibri"/>
                <a:cs typeface="Calibri"/>
              </a:rPr>
              <a:t> </a:t>
            </a:r>
            <a:r>
              <a:rPr sz="1400" b="1" dirty="0">
                <a:solidFill>
                  <a:srgbClr val="004F9F"/>
                </a:solidFill>
                <a:latin typeface="Calibri"/>
                <a:cs typeface="Calibri"/>
              </a:rPr>
              <a:t>to</a:t>
            </a:r>
            <a:r>
              <a:rPr sz="1400" b="1" spc="-45" dirty="0">
                <a:solidFill>
                  <a:srgbClr val="004F9F"/>
                </a:solidFill>
                <a:latin typeface="Calibri"/>
                <a:cs typeface="Calibri"/>
              </a:rPr>
              <a:t> </a:t>
            </a:r>
            <a:r>
              <a:rPr sz="1400" b="1" spc="-10" dirty="0">
                <a:solidFill>
                  <a:srgbClr val="004F9F"/>
                </a:solidFill>
                <a:latin typeface="Calibri"/>
                <a:cs typeface="Calibri"/>
              </a:rPr>
              <a:t>receive </a:t>
            </a:r>
            <a:r>
              <a:rPr sz="1400" b="1" dirty="0">
                <a:solidFill>
                  <a:srgbClr val="004F9F"/>
                </a:solidFill>
                <a:latin typeface="Calibri"/>
                <a:cs typeface="Calibri"/>
              </a:rPr>
              <a:t>WIS2</a:t>
            </a:r>
            <a:r>
              <a:rPr sz="1400" b="1" spc="-40" dirty="0">
                <a:solidFill>
                  <a:srgbClr val="004F9F"/>
                </a:solidFill>
                <a:latin typeface="Calibri"/>
                <a:cs typeface="Calibri"/>
              </a:rPr>
              <a:t> </a:t>
            </a:r>
            <a:r>
              <a:rPr sz="1400" b="1" spc="-10" dirty="0">
                <a:solidFill>
                  <a:srgbClr val="004F9F"/>
                </a:solidFill>
                <a:latin typeface="Calibri"/>
                <a:cs typeface="Calibri"/>
              </a:rPr>
              <a:t>Notifications</a:t>
            </a:r>
            <a:endParaRPr sz="1400">
              <a:latin typeface="Calibri"/>
              <a:cs typeface="Calibri"/>
            </a:endParaRPr>
          </a:p>
        </p:txBody>
      </p:sp>
      <p:sp>
        <p:nvSpPr>
          <p:cNvPr id="37" name="object 37"/>
          <p:cNvSpPr txBox="1"/>
          <p:nvPr/>
        </p:nvSpPr>
        <p:spPr>
          <a:xfrm>
            <a:off x="5296153" y="5622137"/>
            <a:ext cx="1750695" cy="574675"/>
          </a:xfrm>
          <a:prstGeom prst="rect">
            <a:avLst/>
          </a:prstGeom>
        </p:spPr>
        <p:txBody>
          <a:bodyPr vert="horz" wrap="square" lIns="0" tIns="12700" rIns="0" bIns="0" rtlCol="0">
            <a:spAutoFit/>
          </a:bodyPr>
          <a:lstStyle/>
          <a:p>
            <a:pPr marR="74295" algn="r">
              <a:lnSpc>
                <a:spcPct val="100000"/>
              </a:lnSpc>
              <a:spcBef>
                <a:spcPts val="100"/>
              </a:spcBef>
            </a:pPr>
            <a:r>
              <a:rPr sz="1800" b="1" dirty="0">
                <a:latin typeface="Calibri"/>
                <a:cs typeface="Calibri"/>
              </a:rPr>
              <a:t>globalbroker-</a:t>
            </a:r>
            <a:endParaRPr sz="1800">
              <a:latin typeface="Calibri"/>
              <a:cs typeface="Calibri"/>
            </a:endParaRPr>
          </a:p>
          <a:p>
            <a:pPr marR="74295" algn="r">
              <a:lnSpc>
                <a:spcPct val="100000"/>
              </a:lnSpc>
              <a:spcBef>
                <a:spcPts val="5"/>
              </a:spcBef>
            </a:pPr>
            <a:r>
              <a:rPr sz="1800" b="1" spc="-10" dirty="0">
                <a:latin typeface="Calibri"/>
                <a:cs typeface="Calibri"/>
              </a:rPr>
              <a:t>Brazil</a:t>
            </a:r>
            <a:endParaRPr sz="1800">
              <a:latin typeface="Calibri"/>
              <a:cs typeface="Calibri"/>
            </a:endParaRPr>
          </a:p>
        </p:txBody>
      </p:sp>
      <p:grpSp>
        <p:nvGrpSpPr>
          <p:cNvPr id="38" name="object 38"/>
          <p:cNvGrpSpPr/>
          <p:nvPr/>
        </p:nvGrpSpPr>
        <p:grpSpPr>
          <a:xfrm>
            <a:off x="446684" y="3129876"/>
            <a:ext cx="10977245" cy="3423920"/>
            <a:chOff x="446684" y="3129876"/>
            <a:chExt cx="10977245" cy="3423920"/>
          </a:xfrm>
        </p:grpSpPr>
        <p:sp>
          <p:nvSpPr>
            <p:cNvPr id="39" name="object 39"/>
            <p:cNvSpPr/>
            <p:nvPr/>
          </p:nvSpPr>
          <p:spPr>
            <a:xfrm>
              <a:off x="2181733" y="3305047"/>
              <a:ext cx="3121025" cy="2667000"/>
            </a:xfrm>
            <a:custGeom>
              <a:avLst/>
              <a:gdLst/>
              <a:ahLst/>
              <a:cxnLst/>
              <a:rect l="l" t="t" r="r" b="b"/>
              <a:pathLst>
                <a:path w="3121025" h="2667000">
                  <a:moveTo>
                    <a:pt x="3120517" y="2611348"/>
                  </a:moveTo>
                  <a:lnTo>
                    <a:pt x="3119755" y="2610726"/>
                  </a:lnTo>
                  <a:lnTo>
                    <a:pt x="71678" y="41846"/>
                  </a:lnTo>
                  <a:lnTo>
                    <a:pt x="78574" y="33655"/>
                  </a:lnTo>
                  <a:lnTo>
                    <a:pt x="90043" y="20066"/>
                  </a:lnTo>
                  <a:lnTo>
                    <a:pt x="7239" y="0"/>
                  </a:lnTo>
                  <a:lnTo>
                    <a:pt x="40894" y="78359"/>
                  </a:lnTo>
                  <a:lnTo>
                    <a:pt x="59359" y="56451"/>
                  </a:lnTo>
                  <a:lnTo>
                    <a:pt x="2973692" y="2512568"/>
                  </a:lnTo>
                  <a:lnTo>
                    <a:pt x="68605" y="560070"/>
                  </a:lnTo>
                  <a:lnTo>
                    <a:pt x="73380" y="552958"/>
                  </a:lnTo>
                  <a:lnTo>
                    <a:pt x="84582" y="536321"/>
                  </a:lnTo>
                  <a:lnTo>
                    <a:pt x="0" y="525526"/>
                  </a:lnTo>
                  <a:lnTo>
                    <a:pt x="42037" y="599567"/>
                  </a:lnTo>
                  <a:lnTo>
                    <a:pt x="57924" y="575945"/>
                  </a:lnTo>
                  <a:lnTo>
                    <a:pt x="2981109" y="2540546"/>
                  </a:lnTo>
                  <a:lnTo>
                    <a:pt x="79565" y="1072934"/>
                  </a:lnTo>
                  <a:lnTo>
                    <a:pt x="82473" y="1067181"/>
                  </a:lnTo>
                  <a:lnTo>
                    <a:pt x="92456" y="1047496"/>
                  </a:lnTo>
                  <a:lnTo>
                    <a:pt x="7239" y="1046988"/>
                  </a:lnTo>
                  <a:lnTo>
                    <a:pt x="58039" y="1115441"/>
                  </a:lnTo>
                  <a:lnTo>
                    <a:pt x="70942" y="1089964"/>
                  </a:lnTo>
                  <a:lnTo>
                    <a:pt x="2997720" y="2570302"/>
                  </a:lnTo>
                  <a:lnTo>
                    <a:pt x="92925" y="1616227"/>
                  </a:lnTo>
                  <a:lnTo>
                    <a:pt x="94221" y="1612265"/>
                  </a:lnTo>
                  <a:lnTo>
                    <a:pt x="101854" y="1589024"/>
                  </a:lnTo>
                  <a:lnTo>
                    <a:pt x="17526" y="1601470"/>
                  </a:lnTo>
                  <a:lnTo>
                    <a:pt x="78105" y="1661414"/>
                  </a:lnTo>
                  <a:lnTo>
                    <a:pt x="87007" y="1634274"/>
                  </a:lnTo>
                  <a:lnTo>
                    <a:pt x="3055416" y="2609304"/>
                  </a:lnTo>
                  <a:lnTo>
                    <a:pt x="2985058" y="2609532"/>
                  </a:lnTo>
                  <a:lnTo>
                    <a:pt x="94322" y="2152612"/>
                  </a:lnTo>
                  <a:lnTo>
                    <a:pt x="94627" y="2150618"/>
                  </a:lnTo>
                  <a:lnTo>
                    <a:pt x="98806" y="2124329"/>
                  </a:lnTo>
                  <a:lnTo>
                    <a:pt x="17526" y="2150110"/>
                  </a:lnTo>
                  <a:lnTo>
                    <a:pt x="86868" y="2199640"/>
                  </a:lnTo>
                  <a:lnTo>
                    <a:pt x="91338" y="2171408"/>
                  </a:lnTo>
                  <a:lnTo>
                    <a:pt x="2865488" y="2609913"/>
                  </a:lnTo>
                  <a:lnTo>
                    <a:pt x="101930" y="2618765"/>
                  </a:lnTo>
                  <a:lnTo>
                    <a:pt x="101854" y="2590190"/>
                  </a:lnTo>
                  <a:lnTo>
                    <a:pt x="25781" y="2628544"/>
                  </a:lnTo>
                  <a:lnTo>
                    <a:pt x="102108" y="2666390"/>
                  </a:lnTo>
                  <a:lnTo>
                    <a:pt x="102006" y="2637853"/>
                  </a:lnTo>
                  <a:lnTo>
                    <a:pt x="89281" y="2637853"/>
                  </a:lnTo>
                  <a:lnTo>
                    <a:pt x="101993" y="2637815"/>
                  </a:lnTo>
                  <a:lnTo>
                    <a:pt x="2983611" y="2628595"/>
                  </a:lnTo>
                  <a:lnTo>
                    <a:pt x="3058414" y="2640406"/>
                  </a:lnTo>
                  <a:lnTo>
                    <a:pt x="3060281" y="2628341"/>
                  </a:lnTo>
                  <a:lnTo>
                    <a:pt x="3114421" y="2628163"/>
                  </a:lnTo>
                  <a:lnTo>
                    <a:pt x="3114421" y="2618803"/>
                  </a:lnTo>
                  <a:lnTo>
                    <a:pt x="3114421" y="2618625"/>
                  </a:lnTo>
                  <a:lnTo>
                    <a:pt x="3114662" y="2618270"/>
                  </a:lnTo>
                  <a:lnTo>
                    <a:pt x="3120517" y="2611348"/>
                  </a:lnTo>
                  <a:close/>
                </a:path>
              </a:pathLst>
            </a:custGeom>
            <a:solidFill>
              <a:srgbClr val="7CB5E3"/>
            </a:solidFill>
          </p:spPr>
          <p:txBody>
            <a:bodyPr wrap="square" lIns="0" tIns="0" rIns="0" bIns="0" rtlCol="0"/>
            <a:lstStyle/>
            <a:p>
              <a:endParaRPr/>
            </a:p>
          </p:txBody>
        </p:sp>
        <p:pic>
          <p:nvPicPr>
            <p:cNvPr id="40" name="object 40" descr="User icon in flat style. person icon. Client Symbol 7296447 ..."/>
            <p:cNvPicPr/>
            <p:nvPr/>
          </p:nvPicPr>
          <p:blipFill>
            <a:blip r:embed="rId2" cstate="print"/>
            <a:stretch>
              <a:fillRect/>
            </a:stretch>
          </p:blipFill>
          <p:spPr>
            <a:xfrm>
              <a:off x="10118217" y="5667895"/>
              <a:ext cx="410019" cy="363372"/>
            </a:xfrm>
            <a:prstGeom prst="rect">
              <a:avLst/>
            </a:prstGeom>
          </p:spPr>
        </p:pic>
        <p:pic>
          <p:nvPicPr>
            <p:cNvPr id="41" name="object 41" descr="User icon in flat style. person icon. Client Symbol 7296447 ..."/>
            <p:cNvPicPr/>
            <p:nvPr/>
          </p:nvPicPr>
          <p:blipFill>
            <a:blip r:embed="rId2" cstate="print"/>
            <a:stretch>
              <a:fillRect/>
            </a:stretch>
          </p:blipFill>
          <p:spPr>
            <a:xfrm>
              <a:off x="10549001" y="5935319"/>
              <a:ext cx="410019" cy="363372"/>
            </a:xfrm>
            <a:prstGeom prst="rect">
              <a:avLst/>
            </a:prstGeom>
          </p:spPr>
        </p:pic>
        <p:sp>
          <p:nvSpPr>
            <p:cNvPr id="42" name="object 42"/>
            <p:cNvSpPr/>
            <p:nvPr/>
          </p:nvSpPr>
          <p:spPr>
            <a:xfrm>
              <a:off x="7055866" y="5840069"/>
              <a:ext cx="3493770" cy="287020"/>
            </a:xfrm>
            <a:custGeom>
              <a:avLst/>
              <a:gdLst/>
              <a:ahLst/>
              <a:cxnLst/>
              <a:rect l="l" t="t" r="r" b="b"/>
              <a:pathLst>
                <a:path w="3493770" h="287020">
                  <a:moveTo>
                    <a:pt x="3493643" y="267423"/>
                  </a:moveTo>
                  <a:lnTo>
                    <a:pt x="239750" y="87350"/>
                  </a:lnTo>
                  <a:lnTo>
                    <a:pt x="3062605" y="19037"/>
                  </a:lnTo>
                  <a:lnTo>
                    <a:pt x="3062224" y="0"/>
                  </a:lnTo>
                  <a:lnTo>
                    <a:pt x="76987" y="72237"/>
                  </a:lnTo>
                  <a:lnTo>
                    <a:pt x="78232" y="49784"/>
                  </a:lnTo>
                  <a:lnTo>
                    <a:pt x="75476" y="50977"/>
                  </a:lnTo>
                  <a:lnTo>
                    <a:pt x="75311" y="43688"/>
                  </a:lnTo>
                  <a:lnTo>
                    <a:pt x="0" y="83616"/>
                  </a:lnTo>
                  <a:lnTo>
                    <a:pt x="74041" y="125869"/>
                  </a:lnTo>
                  <a:lnTo>
                    <a:pt x="74434" y="118618"/>
                  </a:lnTo>
                  <a:lnTo>
                    <a:pt x="77089" y="119862"/>
                  </a:lnTo>
                  <a:lnTo>
                    <a:pt x="76555" y="97409"/>
                  </a:lnTo>
                  <a:lnTo>
                    <a:pt x="3492627" y="286448"/>
                  </a:lnTo>
                  <a:lnTo>
                    <a:pt x="3493643" y="267423"/>
                  </a:lnTo>
                  <a:close/>
                </a:path>
              </a:pathLst>
            </a:custGeom>
            <a:solidFill>
              <a:srgbClr val="404040"/>
            </a:solidFill>
          </p:spPr>
          <p:txBody>
            <a:bodyPr wrap="square" lIns="0" tIns="0" rIns="0" bIns="0" rtlCol="0"/>
            <a:lstStyle/>
            <a:p>
              <a:endParaRPr/>
            </a:p>
          </p:txBody>
        </p:sp>
        <p:pic>
          <p:nvPicPr>
            <p:cNvPr id="43" name="object 43" descr="User icon in flat style. person icon. Client Symbol 7296447 ..."/>
            <p:cNvPicPr/>
            <p:nvPr/>
          </p:nvPicPr>
          <p:blipFill>
            <a:blip r:embed="rId2" cstate="print"/>
            <a:stretch>
              <a:fillRect/>
            </a:stretch>
          </p:blipFill>
          <p:spPr>
            <a:xfrm>
              <a:off x="11013567" y="6190234"/>
              <a:ext cx="410019" cy="363372"/>
            </a:xfrm>
            <a:prstGeom prst="rect">
              <a:avLst/>
            </a:prstGeom>
          </p:spPr>
        </p:pic>
        <p:sp>
          <p:nvSpPr>
            <p:cNvPr id="44" name="object 44"/>
            <p:cNvSpPr/>
            <p:nvPr/>
          </p:nvSpPr>
          <p:spPr>
            <a:xfrm>
              <a:off x="7055866" y="5894400"/>
              <a:ext cx="3959225" cy="487045"/>
            </a:xfrm>
            <a:custGeom>
              <a:avLst/>
              <a:gdLst/>
              <a:ahLst/>
              <a:cxnLst/>
              <a:rect l="l" t="t" r="r" b="b"/>
              <a:pathLst>
                <a:path w="3959225" h="487045">
                  <a:moveTo>
                    <a:pt x="76820" y="28384"/>
                  </a:moveTo>
                  <a:lnTo>
                    <a:pt x="74691" y="47323"/>
                  </a:lnTo>
                  <a:lnTo>
                    <a:pt x="3956557" y="486994"/>
                  </a:lnTo>
                  <a:lnTo>
                    <a:pt x="3958716" y="468058"/>
                  </a:lnTo>
                  <a:lnTo>
                    <a:pt x="76820" y="28384"/>
                  </a:lnTo>
                  <a:close/>
                </a:path>
                <a:path w="3959225" h="487045">
                  <a:moveTo>
                    <a:pt x="80009" y="0"/>
                  </a:moveTo>
                  <a:lnTo>
                    <a:pt x="0" y="29286"/>
                  </a:lnTo>
                  <a:lnTo>
                    <a:pt x="71500" y="75717"/>
                  </a:lnTo>
                  <a:lnTo>
                    <a:pt x="74691" y="47323"/>
                  </a:lnTo>
                  <a:lnTo>
                    <a:pt x="62102" y="45897"/>
                  </a:lnTo>
                  <a:lnTo>
                    <a:pt x="64261" y="26962"/>
                  </a:lnTo>
                  <a:lnTo>
                    <a:pt x="76980" y="26962"/>
                  </a:lnTo>
                  <a:lnTo>
                    <a:pt x="80009" y="0"/>
                  </a:lnTo>
                  <a:close/>
                </a:path>
                <a:path w="3959225" h="487045">
                  <a:moveTo>
                    <a:pt x="64261" y="26962"/>
                  </a:moveTo>
                  <a:lnTo>
                    <a:pt x="62102" y="45897"/>
                  </a:lnTo>
                  <a:lnTo>
                    <a:pt x="74691" y="47323"/>
                  </a:lnTo>
                  <a:lnTo>
                    <a:pt x="76718" y="29286"/>
                  </a:lnTo>
                  <a:lnTo>
                    <a:pt x="76820" y="28384"/>
                  </a:lnTo>
                  <a:lnTo>
                    <a:pt x="64261" y="26962"/>
                  </a:lnTo>
                  <a:close/>
                </a:path>
                <a:path w="3959225" h="487045">
                  <a:moveTo>
                    <a:pt x="76980" y="26962"/>
                  </a:moveTo>
                  <a:lnTo>
                    <a:pt x="64261" y="26962"/>
                  </a:lnTo>
                  <a:lnTo>
                    <a:pt x="76820" y="28384"/>
                  </a:lnTo>
                  <a:lnTo>
                    <a:pt x="76980" y="26962"/>
                  </a:lnTo>
                  <a:close/>
                </a:path>
              </a:pathLst>
            </a:custGeom>
            <a:solidFill>
              <a:srgbClr val="404040"/>
            </a:solidFill>
          </p:spPr>
          <p:txBody>
            <a:bodyPr wrap="square" lIns="0" tIns="0" rIns="0" bIns="0" rtlCol="0"/>
            <a:lstStyle/>
            <a:p>
              <a:endParaRPr/>
            </a:p>
          </p:txBody>
        </p:sp>
        <p:pic>
          <p:nvPicPr>
            <p:cNvPr id="45" name="object 45"/>
            <p:cNvPicPr/>
            <p:nvPr/>
          </p:nvPicPr>
          <p:blipFill>
            <a:blip r:embed="rId3" cstate="print"/>
            <a:stretch>
              <a:fillRect/>
            </a:stretch>
          </p:blipFill>
          <p:spPr>
            <a:xfrm>
              <a:off x="477621" y="3129876"/>
              <a:ext cx="389559" cy="356400"/>
            </a:xfrm>
            <a:prstGeom prst="rect">
              <a:avLst/>
            </a:prstGeom>
          </p:spPr>
        </p:pic>
        <p:pic>
          <p:nvPicPr>
            <p:cNvPr id="46" name="object 46" descr="User icon in flat style. person icon. Client Symbol 7296447 ..."/>
            <p:cNvPicPr/>
            <p:nvPr/>
          </p:nvPicPr>
          <p:blipFill>
            <a:blip r:embed="rId2" cstate="print"/>
            <a:stretch>
              <a:fillRect/>
            </a:stretch>
          </p:blipFill>
          <p:spPr>
            <a:xfrm>
              <a:off x="10104628" y="3299561"/>
              <a:ext cx="410019" cy="363372"/>
            </a:xfrm>
            <a:prstGeom prst="rect">
              <a:avLst/>
            </a:prstGeom>
          </p:spPr>
        </p:pic>
        <p:sp>
          <p:nvSpPr>
            <p:cNvPr id="47" name="object 47"/>
            <p:cNvSpPr/>
            <p:nvPr/>
          </p:nvSpPr>
          <p:spPr>
            <a:xfrm>
              <a:off x="7058025" y="3471672"/>
              <a:ext cx="3047365" cy="146685"/>
            </a:xfrm>
            <a:custGeom>
              <a:avLst/>
              <a:gdLst/>
              <a:ahLst/>
              <a:cxnLst/>
              <a:rect l="l" t="t" r="r" b="b"/>
              <a:pathLst>
                <a:path w="3047365" h="146685">
                  <a:moveTo>
                    <a:pt x="74802" y="70103"/>
                  </a:moveTo>
                  <a:lnTo>
                    <a:pt x="0" y="110743"/>
                  </a:lnTo>
                  <a:lnTo>
                    <a:pt x="77343" y="146303"/>
                  </a:lnTo>
                  <a:lnTo>
                    <a:pt x="76403" y="118110"/>
                  </a:lnTo>
                  <a:lnTo>
                    <a:pt x="63753" y="118110"/>
                  </a:lnTo>
                  <a:lnTo>
                    <a:pt x="63119" y="99060"/>
                  </a:lnTo>
                  <a:lnTo>
                    <a:pt x="75754" y="98640"/>
                  </a:lnTo>
                  <a:lnTo>
                    <a:pt x="74802" y="70103"/>
                  </a:lnTo>
                  <a:close/>
                </a:path>
                <a:path w="3047365" h="146685">
                  <a:moveTo>
                    <a:pt x="75754" y="98640"/>
                  </a:moveTo>
                  <a:lnTo>
                    <a:pt x="63119" y="99060"/>
                  </a:lnTo>
                  <a:lnTo>
                    <a:pt x="63740" y="117690"/>
                  </a:lnTo>
                  <a:lnTo>
                    <a:pt x="63753" y="118110"/>
                  </a:lnTo>
                  <a:lnTo>
                    <a:pt x="76389" y="117690"/>
                  </a:lnTo>
                  <a:lnTo>
                    <a:pt x="75768" y="99060"/>
                  </a:lnTo>
                  <a:lnTo>
                    <a:pt x="75754" y="98640"/>
                  </a:lnTo>
                  <a:close/>
                </a:path>
                <a:path w="3047365" h="146685">
                  <a:moveTo>
                    <a:pt x="76389" y="117690"/>
                  </a:moveTo>
                  <a:lnTo>
                    <a:pt x="63753" y="118110"/>
                  </a:lnTo>
                  <a:lnTo>
                    <a:pt x="76403" y="118110"/>
                  </a:lnTo>
                  <a:lnTo>
                    <a:pt x="76389" y="117690"/>
                  </a:lnTo>
                  <a:close/>
                </a:path>
                <a:path w="3047365" h="146685">
                  <a:moveTo>
                    <a:pt x="3046222" y="0"/>
                  </a:moveTo>
                  <a:lnTo>
                    <a:pt x="75754" y="98640"/>
                  </a:lnTo>
                  <a:lnTo>
                    <a:pt x="76389" y="117690"/>
                  </a:lnTo>
                  <a:lnTo>
                    <a:pt x="3046856" y="19050"/>
                  </a:lnTo>
                  <a:lnTo>
                    <a:pt x="3046222" y="0"/>
                  </a:lnTo>
                  <a:close/>
                </a:path>
              </a:pathLst>
            </a:custGeom>
            <a:solidFill>
              <a:srgbClr val="404040"/>
            </a:solidFill>
          </p:spPr>
          <p:txBody>
            <a:bodyPr wrap="square" lIns="0" tIns="0" rIns="0" bIns="0" rtlCol="0"/>
            <a:lstStyle/>
            <a:p>
              <a:endParaRPr/>
            </a:p>
          </p:txBody>
        </p:sp>
        <p:sp>
          <p:nvSpPr>
            <p:cNvPr id="48" name="object 48"/>
            <p:cNvSpPr/>
            <p:nvPr/>
          </p:nvSpPr>
          <p:spPr>
            <a:xfrm>
              <a:off x="5351589" y="3458095"/>
              <a:ext cx="302260" cy="2620645"/>
            </a:xfrm>
            <a:custGeom>
              <a:avLst/>
              <a:gdLst/>
              <a:ahLst/>
              <a:cxnLst/>
              <a:rect l="l" t="t" r="r" b="b"/>
              <a:pathLst>
                <a:path w="302260" h="2620645">
                  <a:moveTo>
                    <a:pt x="277088" y="102514"/>
                  </a:moveTo>
                  <a:lnTo>
                    <a:pt x="274853" y="91033"/>
                  </a:lnTo>
                  <a:lnTo>
                    <a:pt x="268300" y="81305"/>
                  </a:lnTo>
                  <a:lnTo>
                    <a:pt x="258978" y="75184"/>
                  </a:lnTo>
                  <a:lnTo>
                    <a:pt x="259295" y="75184"/>
                  </a:lnTo>
                  <a:lnTo>
                    <a:pt x="247713" y="72898"/>
                  </a:lnTo>
                  <a:lnTo>
                    <a:pt x="236181" y="75184"/>
                  </a:lnTo>
                  <a:lnTo>
                    <a:pt x="227812" y="80441"/>
                  </a:lnTo>
                  <a:lnTo>
                    <a:pt x="221767" y="87947"/>
                  </a:lnTo>
                  <a:lnTo>
                    <a:pt x="218414" y="96901"/>
                  </a:lnTo>
                  <a:lnTo>
                    <a:pt x="218262" y="102209"/>
                  </a:lnTo>
                  <a:lnTo>
                    <a:pt x="218135" y="106514"/>
                  </a:lnTo>
                  <a:lnTo>
                    <a:pt x="170611" y="126415"/>
                  </a:lnTo>
                  <a:lnTo>
                    <a:pt x="170345" y="126047"/>
                  </a:lnTo>
                  <a:lnTo>
                    <a:pt x="166039" y="120230"/>
                  </a:lnTo>
                  <a:lnTo>
                    <a:pt x="160210" y="115125"/>
                  </a:lnTo>
                  <a:lnTo>
                    <a:pt x="153416" y="111328"/>
                  </a:lnTo>
                  <a:lnTo>
                    <a:pt x="145935" y="109093"/>
                  </a:lnTo>
                  <a:lnTo>
                    <a:pt x="145935" y="57861"/>
                  </a:lnTo>
                  <a:lnTo>
                    <a:pt x="154673" y="53949"/>
                  </a:lnTo>
                  <a:lnTo>
                    <a:pt x="161683" y="47548"/>
                  </a:lnTo>
                  <a:lnTo>
                    <a:pt x="166344" y="39204"/>
                  </a:lnTo>
                  <a:lnTo>
                    <a:pt x="168033" y="29489"/>
                  </a:lnTo>
                  <a:lnTo>
                    <a:pt x="165709" y="18034"/>
                  </a:lnTo>
                  <a:lnTo>
                    <a:pt x="159385" y="8661"/>
                  </a:lnTo>
                  <a:lnTo>
                    <a:pt x="150012" y="2324"/>
                  </a:lnTo>
                  <a:lnTo>
                    <a:pt x="138569" y="0"/>
                  </a:lnTo>
                  <a:lnTo>
                    <a:pt x="127127" y="2324"/>
                  </a:lnTo>
                  <a:lnTo>
                    <a:pt x="117767" y="8661"/>
                  </a:lnTo>
                  <a:lnTo>
                    <a:pt x="111429" y="18034"/>
                  </a:lnTo>
                  <a:lnTo>
                    <a:pt x="109105" y="29489"/>
                  </a:lnTo>
                  <a:lnTo>
                    <a:pt x="110794" y="39204"/>
                  </a:lnTo>
                  <a:lnTo>
                    <a:pt x="115455" y="47548"/>
                  </a:lnTo>
                  <a:lnTo>
                    <a:pt x="122466" y="53949"/>
                  </a:lnTo>
                  <a:lnTo>
                    <a:pt x="131203" y="57861"/>
                  </a:lnTo>
                  <a:lnTo>
                    <a:pt x="131203" y="108724"/>
                  </a:lnTo>
                  <a:lnTo>
                    <a:pt x="123571" y="110959"/>
                  </a:lnTo>
                  <a:lnTo>
                    <a:pt x="116789" y="114757"/>
                  </a:lnTo>
                  <a:lnTo>
                    <a:pt x="111061" y="119862"/>
                  </a:lnTo>
                  <a:lnTo>
                    <a:pt x="106527" y="126047"/>
                  </a:lnTo>
                  <a:lnTo>
                    <a:pt x="91770" y="119862"/>
                  </a:lnTo>
                  <a:lnTo>
                    <a:pt x="59016" y="106146"/>
                  </a:lnTo>
                  <a:lnTo>
                    <a:pt x="58788" y="96901"/>
                  </a:lnTo>
                  <a:lnTo>
                    <a:pt x="58775" y="96532"/>
                  </a:lnTo>
                  <a:lnTo>
                    <a:pt x="55511" y="87579"/>
                  </a:lnTo>
                  <a:lnTo>
                    <a:pt x="49479" y="80073"/>
                  </a:lnTo>
                  <a:lnTo>
                    <a:pt x="40957" y="74815"/>
                  </a:lnTo>
                  <a:lnTo>
                    <a:pt x="29425" y="72529"/>
                  </a:lnTo>
                  <a:lnTo>
                    <a:pt x="17843" y="74815"/>
                  </a:lnTo>
                  <a:lnTo>
                    <a:pt x="18173" y="74815"/>
                  </a:lnTo>
                  <a:lnTo>
                    <a:pt x="8851" y="80937"/>
                  </a:lnTo>
                  <a:lnTo>
                    <a:pt x="2286" y="90665"/>
                  </a:lnTo>
                  <a:lnTo>
                    <a:pt x="0" y="102209"/>
                  </a:lnTo>
                  <a:lnTo>
                    <a:pt x="2197" y="113334"/>
                  </a:lnTo>
                  <a:lnTo>
                    <a:pt x="8394" y="122796"/>
                  </a:lnTo>
                  <a:lnTo>
                    <a:pt x="18122" y="129362"/>
                  </a:lnTo>
                  <a:lnTo>
                    <a:pt x="27736" y="131546"/>
                  </a:lnTo>
                  <a:lnTo>
                    <a:pt x="37236" y="130505"/>
                  </a:lnTo>
                  <a:lnTo>
                    <a:pt x="45834" y="126504"/>
                  </a:lnTo>
                  <a:lnTo>
                    <a:pt x="52666" y="119862"/>
                  </a:lnTo>
                  <a:lnTo>
                    <a:pt x="52959" y="119862"/>
                  </a:lnTo>
                  <a:lnTo>
                    <a:pt x="101371" y="139674"/>
                  </a:lnTo>
                  <a:lnTo>
                    <a:pt x="101003" y="141147"/>
                  </a:lnTo>
                  <a:lnTo>
                    <a:pt x="101003" y="152577"/>
                  </a:lnTo>
                  <a:lnTo>
                    <a:pt x="103581" y="160312"/>
                  </a:lnTo>
                  <a:lnTo>
                    <a:pt x="108369" y="166585"/>
                  </a:lnTo>
                  <a:lnTo>
                    <a:pt x="70065" y="205282"/>
                  </a:lnTo>
                  <a:lnTo>
                    <a:pt x="61010" y="201828"/>
                  </a:lnTo>
                  <a:lnTo>
                    <a:pt x="51511" y="201409"/>
                  </a:lnTo>
                  <a:lnTo>
                    <a:pt x="42354" y="204038"/>
                  </a:lnTo>
                  <a:lnTo>
                    <a:pt x="34328" y="209702"/>
                  </a:lnTo>
                  <a:lnTo>
                    <a:pt x="27914" y="219417"/>
                  </a:lnTo>
                  <a:lnTo>
                    <a:pt x="25768" y="230517"/>
                  </a:lnTo>
                  <a:lnTo>
                    <a:pt x="27914" y="241630"/>
                  </a:lnTo>
                  <a:lnTo>
                    <a:pt x="34328" y="251345"/>
                  </a:lnTo>
                  <a:lnTo>
                    <a:pt x="44043" y="257771"/>
                  </a:lnTo>
                  <a:lnTo>
                    <a:pt x="55143" y="259918"/>
                  </a:lnTo>
                  <a:lnTo>
                    <a:pt x="66243" y="257771"/>
                  </a:lnTo>
                  <a:lnTo>
                    <a:pt x="75958" y="251345"/>
                  </a:lnTo>
                  <a:lnTo>
                    <a:pt x="81508" y="243484"/>
                  </a:lnTo>
                  <a:lnTo>
                    <a:pt x="81622" y="243319"/>
                  </a:lnTo>
                  <a:lnTo>
                    <a:pt x="84226" y="234213"/>
                  </a:lnTo>
                  <a:lnTo>
                    <a:pt x="83832" y="224663"/>
                  </a:lnTo>
                  <a:lnTo>
                    <a:pt x="80378" y="215595"/>
                  </a:lnTo>
                  <a:lnTo>
                    <a:pt x="90690" y="205282"/>
                  </a:lnTo>
                  <a:lnTo>
                    <a:pt x="119418" y="176530"/>
                  </a:lnTo>
                  <a:lnTo>
                    <a:pt x="124942" y="179844"/>
                  </a:lnTo>
                  <a:lnTo>
                    <a:pt x="131203" y="181686"/>
                  </a:lnTo>
                  <a:lnTo>
                    <a:pt x="145935" y="181686"/>
                  </a:lnTo>
                  <a:lnTo>
                    <a:pt x="152196" y="179844"/>
                  </a:lnTo>
                  <a:lnTo>
                    <a:pt x="157721" y="176530"/>
                  </a:lnTo>
                  <a:lnTo>
                    <a:pt x="196773" y="215595"/>
                  </a:lnTo>
                  <a:lnTo>
                    <a:pt x="193319" y="224663"/>
                  </a:lnTo>
                  <a:lnTo>
                    <a:pt x="192900" y="234213"/>
                  </a:lnTo>
                  <a:lnTo>
                    <a:pt x="195478" y="243319"/>
                  </a:lnTo>
                  <a:lnTo>
                    <a:pt x="195529" y="243484"/>
                  </a:lnTo>
                  <a:lnTo>
                    <a:pt x="201193" y="251714"/>
                  </a:lnTo>
                  <a:lnTo>
                    <a:pt x="210908" y="258140"/>
                  </a:lnTo>
                  <a:lnTo>
                    <a:pt x="221996" y="260286"/>
                  </a:lnTo>
                  <a:lnTo>
                    <a:pt x="233095" y="258140"/>
                  </a:lnTo>
                  <a:lnTo>
                    <a:pt x="242811" y="251714"/>
                  </a:lnTo>
                  <a:lnTo>
                    <a:pt x="249237" y="241998"/>
                  </a:lnTo>
                  <a:lnTo>
                    <a:pt x="251371" y="230886"/>
                  </a:lnTo>
                  <a:lnTo>
                    <a:pt x="249237" y="219786"/>
                  </a:lnTo>
                  <a:lnTo>
                    <a:pt x="242811" y="210070"/>
                  </a:lnTo>
                  <a:lnTo>
                    <a:pt x="236550" y="205651"/>
                  </a:lnTo>
                  <a:lnTo>
                    <a:pt x="234797" y="204406"/>
                  </a:lnTo>
                  <a:lnTo>
                    <a:pt x="225793" y="201828"/>
                  </a:lnTo>
                  <a:lnTo>
                    <a:pt x="224586" y="201828"/>
                  </a:lnTo>
                  <a:lnTo>
                    <a:pt x="216141" y="202196"/>
                  </a:lnTo>
                  <a:lnTo>
                    <a:pt x="207086" y="205651"/>
                  </a:lnTo>
                  <a:lnTo>
                    <a:pt x="178257" y="176530"/>
                  </a:lnTo>
                  <a:lnTo>
                    <a:pt x="168770" y="166954"/>
                  </a:lnTo>
                  <a:lnTo>
                    <a:pt x="173558" y="160680"/>
                  </a:lnTo>
                  <a:lnTo>
                    <a:pt x="176136" y="153314"/>
                  </a:lnTo>
                  <a:lnTo>
                    <a:pt x="176047" y="141147"/>
                  </a:lnTo>
                  <a:lnTo>
                    <a:pt x="175768" y="140042"/>
                  </a:lnTo>
                  <a:lnTo>
                    <a:pt x="208851" y="126504"/>
                  </a:lnTo>
                  <a:lnTo>
                    <a:pt x="224180" y="120230"/>
                  </a:lnTo>
                  <a:lnTo>
                    <a:pt x="224485" y="120230"/>
                  </a:lnTo>
                  <a:lnTo>
                    <a:pt x="231305" y="126720"/>
                  </a:lnTo>
                  <a:lnTo>
                    <a:pt x="239915" y="130746"/>
                  </a:lnTo>
                  <a:lnTo>
                    <a:pt x="249415" y="131864"/>
                  </a:lnTo>
                  <a:lnTo>
                    <a:pt x="259016" y="129730"/>
                  </a:lnTo>
                  <a:lnTo>
                    <a:pt x="268592" y="123012"/>
                  </a:lnTo>
                  <a:lnTo>
                    <a:pt x="270421" y="120230"/>
                  </a:lnTo>
                  <a:lnTo>
                    <a:pt x="274815" y="113563"/>
                  </a:lnTo>
                  <a:lnTo>
                    <a:pt x="277088" y="102514"/>
                  </a:lnTo>
                  <a:close/>
                </a:path>
                <a:path w="302260" h="2620645">
                  <a:moveTo>
                    <a:pt x="281152" y="909726"/>
                  </a:moveTo>
                  <a:lnTo>
                    <a:pt x="278917" y="898245"/>
                  </a:lnTo>
                  <a:lnTo>
                    <a:pt x="272364" y="888517"/>
                  </a:lnTo>
                  <a:lnTo>
                    <a:pt x="263042" y="882396"/>
                  </a:lnTo>
                  <a:lnTo>
                    <a:pt x="263359" y="882396"/>
                  </a:lnTo>
                  <a:lnTo>
                    <a:pt x="251777" y="880110"/>
                  </a:lnTo>
                  <a:lnTo>
                    <a:pt x="240245" y="882396"/>
                  </a:lnTo>
                  <a:lnTo>
                    <a:pt x="231876" y="887653"/>
                  </a:lnTo>
                  <a:lnTo>
                    <a:pt x="225831" y="895159"/>
                  </a:lnTo>
                  <a:lnTo>
                    <a:pt x="222478" y="904113"/>
                  </a:lnTo>
                  <a:lnTo>
                    <a:pt x="222326" y="909421"/>
                  </a:lnTo>
                  <a:lnTo>
                    <a:pt x="222199" y="913726"/>
                  </a:lnTo>
                  <a:lnTo>
                    <a:pt x="174675" y="933627"/>
                  </a:lnTo>
                  <a:lnTo>
                    <a:pt x="174409" y="933259"/>
                  </a:lnTo>
                  <a:lnTo>
                    <a:pt x="170103" y="927442"/>
                  </a:lnTo>
                  <a:lnTo>
                    <a:pt x="164274" y="922337"/>
                  </a:lnTo>
                  <a:lnTo>
                    <a:pt x="157480" y="918540"/>
                  </a:lnTo>
                  <a:lnTo>
                    <a:pt x="149999" y="916305"/>
                  </a:lnTo>
                  <a:lnTo>
                    <a:pt x="149999" y="865073"/>
                  </a:lnTo>
                  <a:lnTo>
                    <a:pt x="158737" y="861161"/>
                  </a:lnTo>
                  <a:lnTo>
                    <a:pt x="165747" y="854760"/>
                  </a:lnTo>
                  <a:lnTo>
                    <a:pt x="170408" y="846416"/>
                  </a:lnTo>
                  <a:lnTo>
                    <a:pt x="172097" y="836701"/>
                  </a:lnTo>
                  <a:lnTo>
                    <a:pt x="169773" y="825246"/>
                  </a:lnTo>
                  <a:lnTo>
                    <a:pt x="163449" y="815873"/>
                  </a:lnTo>
                  <a:lnTo>
                    <a:pt x="154076" y="809536"/>
                  </a:lnTo>
                  <a:lnTo>
                    <a:pt x="142633" y="807212"/>
                  </a:lnTo>
                  <a:lnTo>
                    <a:pt x="131191" y="809536"/>
                  </a:lnTo>
                  <a:lnTo>
                    <a:pt x="121831" y="815873"/>
                  </a:lnTo>
                  <a:lnTo>
                    <a:pt x="115493" y="825246"/>
                  </a:lnTo>
                  <a:lnTo>
                    <a:pt x="113169" y="836701"/>
                  </a:lnTo>
                  <a:lnTo>
                    <a:pt x="114858" y="846416"/>
                  </a:lnTo>
                  <a:lnTo>
                    <a:pt x="119519" y="854760"/>
                  </a:lnTo>
                  <a:lnTo>
                    <a:pt x="126530" y="861161"/>
                  </a:lnTo>
                  <a:lnTo>
                    <a:pt x="135267" y="865073"/>
                  </a:lnTo>
                  <a:lnTo>
                    <a:pt x="135267" y="915936"/>
                  </a:lnTo>
                  <a:lnTo>
                    <a:pt x="127635" y="918171"/>
                  </a:lnTo>
                  <a:lnTo>
                    <a:pt x="120853" y="921969"/>
                  </a:lnTo>
                  <a:lnTo>
                    <a:pt x="115125" y="927074"/>
                  </a:lnTo>
                  <a:lnTo>
                    <a:pt x="110591" y="933259"/>
                  </a:lnTo>
                  <a:lnTo>
                    <a:pt x="95834" y="927074"/>
                  </a:lnTo>
                  <a:lnTo>
                    <a:pt x="63080" y="913358"/>
                  </a:lnTo>
                  <a:lnTo>
                    <a:pt x="62852" y="904113"/>
                  </a:lnTo>
                  <a:lnTo>
                    <a:pt x="62839" y="903744"/>
                  </a:lnTo>
                  <a:lnTo>
                    <a:pt x="59575" y="894791"/>
                  </a:lnTo>
                  <a:lnTo>
                    <a:pt x="53543" y="887285"/>
                  </a:lnTo>
                  <a:lnTo>
                    <a:pt x="45021" y="882027"/>
                  </a:lnTo>
                  <a:lnTo>
                    <a:pt x="33489" y="879741"/>
                  </a:lnTo>
                  <a:lnTo>
                    <a:pt x="21907" y="882027"/>
                  </a:lnTo>
                  <a:lnTo>
                    <a:pt x="22237" y="882027"/>
                  </a:lnTo>
                  <a:lnTo>
                    <a:pt x="12915" y="888149"/>
                  </a:lnTo>
                  <a:lnTo>
                    <a:pt x="6350" y="897877"/>
                  </a:lnTo>
                  <a:lnTo>
                    <a:pt x="4064" y="909421"/>
                  </a:lnTo>
                  <a:lnTo>
                    <a:pt x="6261" y="920534"/>
                  </a:lnTo>
                  <a:lnTo>
                    <a:pt x="12458" y="930008"/>
                  </a:lnTo>
                  <a:lnTo>
                    <a:pt x="22186" y="936574"/>
                  </a:lnTo>
                  <a:lnTo>
                    <a:pt x="31800" y="938758"/>
                  </a:lnTo>
                  <a:lnTo>
                    <a:pt x="41300" y="937717"/>
                  </a:lnTo>
                  <a:lnTo>
                    <a:pt x="49898" y="933716"/>
                  </a:lnTo>
                  <a:lnTo>
                    <a:pt x="56730" y="927074"/>
                  </a:lnTo>
                  <a:lnTo>
                    <a:pt x="57023" y="927074"/>
                  </a:lnTo>
                  <a:lnTo>
                    <a:pt x="105435" y="946886"/>
                  </a:lnTo>
                  <a:lnTo>
                    <a:pt x="105067" y="948359"/>
                  </a:lnTo>
                  <a:lnTo>
                    <a:pt x="105067" y="959789"/>
                  </a:lnTo>
                  <a:lnTo>
                    <a:pt x="107645" y="967524"/>
                  </a:lnTo>
                  <a:lnTo>
                    <a:pt x="112433" y="973797"/>
                  </a:lnTo>
                  <a:lnTo>
                    <a:pt x="74129" y="1012494"/>
                  </a:lnTo>
                  <a:lnTo>
                    <a:pt x="65074" y="1009040"/>
                  </a:lnTo>
                  <a:lnTo>
                    <a:pt x="55575" y="1008621"/>
                  </a:lnTo>
                  <a:lnTo>
                    <a:pt x="46418" y="1011250"/>
                  </a:lnTo>
                  <a:lnTo>
                    <a:pt x="38392" y="1016914"/>
                  </a:lnTo>
                  <a:lnTo>
                    <a:pt x="31978" y="1026629"/>
                  </a:lnTo>
                  <a:lnTo>
                    <a:pt x="29832" y="1037729"/>
                  </a:lnTo>
                  <a:lnTo>
                    <a:pt x="31978" y="1048842"/>
                  </a:lnTo>
                  <a:lnTo>
                    <a:pt x="38392" y="1058557"/>
                  </a:lnTo>
                  <a:lnTo>
                    <a:pt x="48107" y="1064983"/>
                  </a:lnTo>
                  <a:lnTo>
                    <a:pt x="59207" y="1067130"/>
                  </a:lnTo>
                  <a:lnTo>
                    <a:pt x="70307" y="1064983"/>
                  </a:lnTo>
                  <a:lnTo>
                    <a:pt x="80022" y="1058557"/>
                  </a:lnTo>
                  <a:lnTo>
                    <a:pt x="85572" y="1050696"/>
                  </a:lnTo>
                  <a:lnTo>
                    <a:pt x="85686" y="1050531"/>
                  </a:lnTo>
                  <a:lnTo>
                    <a:pt x="88290" y="1041425"/>
                  </a:lnTo>
                  <a:lnTo>
                    <a:pt x="87896" y="1031875"/>
                  </a:lnTo>
                  <a:lnTo>
                    <a:pt x="84442" y="1022807"/>
                  </a:lnTo>
                  <a:lnTo>
                    <a:pt x="94754" y="1012494"/>
                  </a:lnTo>
                  <a:lnTo>
                    <a:pt x="123482" y="983742"/>
                  </a:lnTo>
                  <a:lnTo>
                    <a:pt x="129006" y="987056"/>
                  </a:lnTo>
                  <a:lnTo>
                    <a:pt x="135267" y="988898"/>
                  </a:lnTo>
                  <a:lnTo>
                    <a:pt x="149999" y="988898"/>
                  </a:lnTo>
                  <a:lnTo>
                    <a:pt x="156260" y="987056"/>
                  </a:lnTo>
                  <a:lnTo>
                    <a:pt x="161785" y="983742"/>
                  </a:lnTo>
                  <a:lnTo>
                    <a:pt x="200837" y="1022807"/>
                  </a:lnTo>
                  <a:lnTo>
                    <a:pt x="197383" y="1031875"/>
                  </a:lnTo>
                  <a:lnTo>
                    <a:pt x="196964" y="1041425"/>
                  </a:lnTo>
                  <a:lnTo>
                    <a:pt x="199542" y="1050531"/>
                  </a:lnTo>
                  <a:lnTo>
                    <a:pt x="199593" y="1050696"/>
                  </a:lnTo>
                  <a:lnTo>
                    <a:pt x="205257" y="1058926"/>
                  </a:lnTo>
                  <a:lnTo>
                    <a:pt x="214972" y="1065352"/>
                  </a:lnTo>
                  <a:lnTo>
                    <a:pt x="226060" y="1067498"/>
                  </a:lnTo>
                  <a:lnTo>
                    <a:pt x="237159" y="1065352"/>
                  </a:lnTo>
                  <a:lnTo>
                    <a:pt x="246875" y="1058926"/>
                  </a:lnTo>
                  <a:lnTo>
                    <a:pt x="253301" y="1049210"/>
                  </a:lnTo>
                  <a:lnTo>
                    <a:pt x="255435" y="1038098"/>
                  </a:lnTo>
                  <a:lnTo>
                    <a:pt x="253301" y="1026998"/>
                  </a:lnTo>
                  <a:lnTo>
                    <a:pt x="246875" y="1017282"/>
                  </a:lnTo>
                  <a:lnTo>
                    <a:pt x="240614" y="1012863"/>
                  </a:lnTo>
                  <a:lnTo>
                    <a:pt x="238861" y="1011618"/>
                  </a:lnTo>
                  <a:lnTo>
                    <a:pt x="229857" y="1009040"/>
                  </a:lnTo>
                  <a:lnTo>
                    <a:pt x="228650" y="1009040"/>
                  </a:lnTo>
                  <a:lnTo>
                    <a:pt x="220205" y="1009408"/>
                  </a:lnTo>
                  <a:lnTo>
                    <a:pt x="211150" y="1012863"/>
                  </a:lnTo>
                  <a:lnTo>
                    <a:pt x="182321" y="983742"/>
                  </a:lnTo>
                  <a:lnTo>
                    <a:pt x="172834" y="974166"/>
                  </a:lnTo>
                  <a:lnTo>
                    <a:pt x="177622" y="967892"/>
                  </a:lnTo>
                  <a:lnTo>
                    <a:pt x="180200" y="960526"/>
                  </a:lnTo>
                  <a:lnTo>
                    <a:pt x="180111" y="948359"/>
                  </a:lnTo>
                  <a:lnTo>
                    <a:pt x="179832" y="947254"/>
                  </a:lnTo>
                  <a:lnTo>
                    <a:pt x="212915" y="933716"/>
                  </a:lnTo>
                  <a:lnTo>
                    <a:pt x="228244" y="927442"/>
                  </a:lnTo>
                  <a:lnTo>
                    <a:pt x="228549" y="927442"/>
                  </a:lnTo>
                  <a:lnTo>
                    <a:pt x="235369" y="933932"/>
                  </a:lnTo>
                  <a:lnTo>
                    <a:pt x="243979" y="937958"/>
                  </a:lnTo>
                  <a:lnTo>
                    <a:pt x="253479" y="939076"/>
                  </a:lnTo>
                  <a:lnTo>
                    <a:pt x="263080" y="936942"/>
                  </a:lnTo>
                  <a:lnTo>
                    <a:pt x="272656" y="930224"/>
                  </a:lnTo>
                  <a:lnTo>
                    <a:pt x="274485" y="927442"/>
                  </a:lnTo>
                  <a:lnTo>
                    <a:pt x="278879" y="920775"/>
                  </a:lnTo>
                  <a:lnTo>
                    <a:pt x="281152" y="909726"/>
                  </a:lnTo>
                  <a:close/>
                </a:path>
                <a:path w="302260" h="2620645">
                  <a:moveTo>
                    <a:pt x="285343" y="1717065"/>
                  </a:moveTo>
                  <a:lnTo>
                    <a:pt x="283108" y="1705584"/>
                  </a:lnTo>
                  <a:lnTo>
                    <a:pt x="276555" y="1695856"/>
                  </a:lnTo>
                  <a:lnTo>
                    <a:pt x="267233" y="1689735"/>
                  </a:lnTo>
                  <a:lnTo>
                    <a:pt x="267550" y="1689735"/>
                  </a:lnTo>
                  <a:lnTo>
                    <a:pt x="255968" y="1687449"/>
                  </a:lnTo>
                  <a:lnTo>
                    <a:pt x="244436" y="1689735"/>
                  </a:lnTo>
                  <a:lnTo>
                    <a:pt x="236067" y="1694992"/>
                  </a:lnTo>
                  <a:lnTo>
                    <a:pt x="230022" y="1702498"/>
                  </a:lnTo>
                  <a:lnTo>
                    <a:pt x="226669" y="1711452"/>
                  </a:lnTo>
                  <a:lnTo>
                    <a:pt x="226517" y="1716747"/>
                  </a:lnTo>
                  <a:lnTo>
                    <a:pt x="226390" y="1721065"/>
                  </a:lnTo>
                  <a:lnTo>
                    <a:pt x="178866" y="1740966"/>
                  </a:lnTo>
                  <a:lnTo>
                    <a:pt x="178600" y="1740598"/>
                  </a:lnTo>
                  <a:lnTo>
                    <a:pt x="174294" y="1734781"/>
                  </a:lnTo>
                  <a:lnTo>
                    <a:pt x="168465" y="1729676"/>
                  </a:lnTo>
                  <a:lnTo>
                    <a:pt x="161671" y="1725879"/>
                  </a:lnTo>
                  <a:lnTo>
                    <a:pt x="154190" y="1723644"/>
                  </a:lnTo>
                  <a:lnTo>
                    <a:pt x="154190" y="1672412"/>
                  </a:lnTo>
                  <a:lnTo>
                    <a:pt x="162928" y="1668500"/>
                  </a:lnTo>
                  <a:lnTo>
                    <a:pt x="169938" y="1662099"/>
                  </a:lnTo>
                  <a:lnTo>
                    <a:pt x="174599" y="1653755"/>
                  </a:lnTo>
                  <a:lnTo>
                    <a:pt x="176288" y="1644040"/>
                  </a:lnTo>
                  <a:lnTo>
                    <a:pt x="173964" y="1632585"/>
                  </a:lnTo>
                  <a:lnTo>
                    <a:pt x="167640" y="1623212"/>
                  </a:lnTo>
                  <a:lnTo>
                    <a:pt x="158267" y="1616875"/>
                  </a:lnTo>
                  <a:lnTo>
                    <a:pt x="146824" y="1614551"/>
                  </a:lnTo>
                  <a:lnTo>
                    <a:pt x="135382" y="1616875"/>
                  </a:lnTo>
                  <a:lnTo>
                    <a:pt x="126022" y="1623212"/>
                  </a:lnTo>
                  <a:lnTo>
                    <a:pt x="119684" y="1632585"/>
                  </a:lnTo>
                  <a:lnTo>
                    <a:pt x="117360" y="1644040"/>
                  </a:lnTo>
                  <a:lnTo>
                    <a:pt x="119049" y="1653755"/>
                  </a:lnTo>
                  <a:lnTo>
                    <a:pt x="123710" y="1662099"/>
                  </a:lnTo>
                  <a:lnTo>
                    <a:pt x="130721" y="1668500"/>
                  </a:lnTo>
                  <a:lnTo>
                    <a:pt x="139458" y="1672412"/>
                  </a:lnTo>
                  <a:lnTo>
                    <a:pt x="139458" y="1723275"/>
                  </a:lnTo>
                  <a:lnTo>
                    <a:pt x="131826" y="1725510"/>
                  </a:lnTo>
                  <a:lnTo>
                    <a:pt x="125044" y="1729308"/>
                  </a:lnTo>
                  <a:lnTo>
                    <a:pt x="119316" y="1734413"/>
                  </a:lnTo>
                  <a:lnTo>
                    <a:pt x="114782" y="1740598"/>
                  </a:lnTo>
                  <a:lnTo>
                    <a:pt x="100025" y="1734413"/>
                  </a:lnTo>
                  <a:lnTo>
                    <a:pt x="67271" y="1720697"/>
                  </a:lnTo>
                  <a:lnTo>
                    <a:pt x="67043" y="1711452"/>
                  </a:lnTo>
                  <a:lnTo>
                    <a:pt x="67030" y="1711083"/>
                  </a:lnTo>
                  <a:lnTo>
                    <a:pt x="63766" y="1702130"/>
                  </a:lnTo>
                  <a:lnTo>
                    <a:pt x="57734" y="1694624"/>
                  </a:lnTo>
                  <a:lnTo>
                    <a:pt x="49212" y="1689366"/>
                  </a:lnTo>
                  <a:lnTo>
                    <a:pt x="37680" y="1687080"/>
                  </a:lnTo>
                  <a:lnTo>
                    <a:pt x="26098" y="1689366"/>
                  </a:lnTo>
                  <a:lnTo>
                    <a:pt x="26428" y="1689366"/>
                  </a:lnTo>
                  <a:lnTo>
                    <a:pt x="17106" y="1695488"/>
                  </a:lnTo>
                  <a:lnTo>
                    <a:pt x="10541" y="1705216"/>
                  </a:lnTo>
                  <a:lnTo>
                    <a:pt x="8255" y="1716747"/>
                  </a:lnTo>
                  <a:lnTo>
                    <a:pt x="10452" y="1727873"/>
                  </a:lnTo>
                  <a:lnTo>
                    <a:pt x="16649" y="1737347"/>
                  </a:lnTo>
                  <a:lnTo>
                    <a:pt x="26377" y="1743913"/>
                  </a:lnTo>
                  <a:lnTo>
                    <a:pt x="35991" y="1746097"/>
                  </a:lnTo>
                  <a:lnTo>
                    <a:pt x="45491" y="1745056"/>
                  </a:lnTo>
                  <a:lnTo>
                    <a:pt x="54089" y="1741055"/>
                  </a:lnTo>
                  <a:lnTo>
                    <a:pt x="60921" y="1734413"/>
                  </a:lnTo>
                  <a:lnTo>
                    <a:pt x="61214" y="1734413"/>
                  </a:lnTo>
                  <a:lnTo>
                    <a:pt x="109626" y="1754225"/>
                  </a:lnTo>
                  <a:lnTo>
                    <a:pt x="109258" y="1755698"/>
                  </a:lnTo>
                  <a:lnTo>
                    <a:pt x="109258" y="1767128"/>
                  </a:lnTo>
                  <a:lnTo>
                    <a:pt x="111836" y="1774863"/>
                  </a:lnTo>
                  <a:lnTo>
                    <a:pt x="116624" y="1781136"/>
                  </a:lnTo>
                  <a:lnTo>
                    <a:pt x="78320" y="1819833"/>
                  </a:lnTo>
                  <a:lnTo>
                    <a:pt x="69265" y="1816379"/>
                  </a:lnTo>
                  <a:lnTo>
                    <a:pt x="59766" y="1815960"/>
                  </a:lnTo>
                  <a:lnTo>
                    <a:pt x="50609" y="1818589"/>
                  </a:lnTo>
                  <a:lnTo>
                    <a:pt x="42583" y="1824253"/>
                  </a:lnTo>
                  <a:lnTo>
                    <a:pt x="36169" y="1833968"/>
                  </a:lnTo>
                  <a:lnTo>
                    <a:pt x="34023" y="1845068"/>
                  </a:lnTo>
                  <a:lnTo>
                    <a:pt x="36169" y="1856181"/>
                  </a:lnTo>
                  <a:lnTo>
                    <a:pt x="42583" y="1865896"/>
                  </a:lnTo>
                  <a:lnTo>
                    <a:pt x="52298" y="1872322"/>
                  </a:lnTo>
                  <a:lnTo>
                    <a:pt x="63398" y="1874469"/>
                  </a:lnTo>
                  <a:lnTo>
                    <a:pt x="74498" y="1872322"/>
                  </a:lnTo>
                  <a:lnTo>
                    <a:pt x="84213" y="1865896"/>
                  </a:lnTo>
                  <a:lnTo>
                    <a:pt x="89763" y="1858035"/>
                  </a:lnTo>
                  <a:lnTo>
                    <a:pt x="89877" y="1857870"/>
                  </a:lnTo>
                  <a:lnTo>
                    <a:pt x="92481" y="1848764"/>
                  </a:lnTo>
                  <a:lnTo>
                    <a:pt x="92087" y="1839214"/>
                  </a:lnTo>
                  <a:lnTo>
                    <a:pt x="88633" y="1830146"/>
                  </a:lnTo>
                  <a:lnTo>
                    <a:pt x="98945" y="1819833"/>
                  </a:lnTo>
                  <a:lnTo>
                    <a:pt x="127673" y="1791081"/>
                  </a:lnTo>
                  <a:lnTo>
                    <a:pt x="133197" y="1794395"/>
                  </a:lnTo>
                  <a:lnTo>
                    <a:pt x="139458" y="1796237"/>
                  </a:lnTo>
                  <a:lnTo>
                    <a:pt x="154190" y="1796237"/>
                  </a:lnTo>
                  <a:lnTo>
                    <a:pt x="160451" y="1794395"/>
                  </a:lnTo>
                  <a:lnTo>
                    <a:pt x="165976" y="1791081"/>
                  </a:lnTo>
                  <a:lnTo>
                    <a:pt x="205028" y="1830146"/>
                  </a:lnTo>
                  <a:lnTo>
                    <a:pt x="201574" y="1839214"/>
                  </a:lnTo>
                  <a:lnTo>
                    <a:pt x="201155" y="1848764"/>
                  </a:lnTo>
                  <a:lnTo>
                    <a:pt x="203733" y="1857870"/>
                  </a:lnTo>
                  <a:lnTo>
                    <a:pt x="203784" y="1858035"/>
                  </a:lnTo>
                  <a:lnTo>
                    <a:pt x="209448" y="1866265"/>
                  </a:lnTo>
                  <a:lnTo>
                    <a:pt x="219163" y="1872691"/>
                  </a:lnTo>
                  <a:lnTo>
                    <a:pt x="230251" y="1874837"/>
                  </a:lnTo>
                  <a:lnTo>
                    <a:pt x="241350" y="1872691"/>
                  </a:lnTo>
                  <a:lnTo>
                    <a:pt x="251066" y="1866265"/>
                  </a:lnTo>
                  <a:lnTo>
                    <a:pt x="257492" y="1856549"/>
                  </a:lnTo>
                  <a:lnTo>
                    <a:pt x="259626" y="1845437"/>
                  </a:lnTo>
                  <a:lnTo>
                    <a:pt x="257492" y="1834337"/>
                  </a:lnTo>
                  <a:lnTo>
                    <a:pt x="251066" y="1824621"/>
                  </a:lnTo>
                  <a:lnTo>
                    <a:pt x="244805" y="1820202"/>
                  </a:lnTo>
                  <a:lnTo>
                    <a:pt x="243052" y="1818957"/>
                  </a:lnTo>
                  <a:lnTo>
                    <a:pt x="234048" y="1816379"/>
                  </a:lnTo>
                  <a:lnTo>
                    <a:pt x="232841" y="1816379"/>
                  </a:lnTo>
                  <a:lnTo>
                    <a:pt x="224396" y="1816747"/>
                  </a:lnTo>
                  <a:lnTo>
                    <a:pt x="215341" y="1820202"/>
                  </a:lnTo>
                  <a:lnTo>
                    <a:pt x="186512" y="1791081"/>
                  </a:lnTo>
                  <a:lnTo>
                    <a:pt x="177025" y="1781505"/>
                  </a:lnTo>
                  <a:lnTo>
                    <a:pt x="181813" y="1775231"/>
                  </a:lnTo>
                  <a:lnTo>
                    <a:pt x="184391" y="1767865"/>
                  </a:lnTo>
                  <a:lnTo>
                    <a:pt x="184302" y="1755698"/>
                  </a:lnTo>
                  <a:lnTo>
                    <a:pt x="184023" y="1754593"/>
                  </a:lnTo>
                  <a:lnTo>
                    <a:pt x="217106" y="1741055"/>
                  </a:lnTo>
                  <a:lnTo>
                    <a:pt x="232435" y="1734781"/>
                  </a:lnTo>
                  <a:lnTo>
                    <a:pt x="232740" y="1734781"/>
                  </a:lnTo>
                  <a:lnTo>
                    <a:pt x="239560" y="1741271"/>
                  </a:lnTo>
                  <a:lnTo>
                    <a:pt x="248170" y="1745297"/>
                  </a:lnTo>
                  <a:lnTo>
                    <a:pt x="257670" y="1746415"/>
                  </a:lnTo>
                  <a:lnTo>
                    <a:pt x="267271" y="1744281"/>
                  </a:lnTo>
                  <a:lnTo>
                    <a:pt x="276847" y="1737563"/>
                  </a:lnTo>
                  <a:lnTo>
                    <a:pt x="278676" y="1734781"/>
                  </a:lnTo>
                  <a:lnTo>
                    <a:pt x="283070" y="1728114"/>
                  </a:lnTo>
                  <a:lnTo>
                    <a:pt x="285343" y="1717065"/>
                  </a:lnTo>
                  <a:close/>
                </a:path>
                <a:path w="302260" h="2620645">
                  <a:moveTo>
                    <a:pt x="301726" y="2462619"/>
                  </a:moveTo>
                  <a:lnTo>
                    <a:pt x="299491" y="2451138"/>
                  </a:lnTo>
                  <a:lnTo>
                    <a:pt x="292938" y="2441410"/>
                  </a:lnTo>
                  <a:lnTo>
                    <a:pt x="283616" y="2435288"/>
                  </a:lnTo>
                  <a:lnTo>
                    <a:pt x="283933" y="2435288"/>
                  </a:lnTo>
                  <a:lnTo>
                    <a:pt x="272351" y="2433002"/>
                  </a:lnTo>
                  <a:lnTo>
                    <a:pt x="260819" y="2435288"/>
                  </a:lnTo>
                  <a:lnTo>
                    <a:pt x="252450" y="2440546"/>
                  </a:lnTo>
                  <a:lnTo>
                    <a:pt x="246405" y="2448052"/>
                  </a:lnTo>
                  <a:lnTo>
                    <a:pt x="243052" y="2457005"/>
                  </a:lnTo>
                  <a:lnTo>
                    <a:pt x="242900" y="2462314"/>
                  </a:lnTo>
                  <a:lnTo>
                    <a:pt x="242773" y="2466619"/>
                  </a:lnTo>
                  <a:lnTo>
                    <a:pt x="195249" y="2486520"/>
                  </a:lnTo>
                  <a:lnTo>
                    <a:pt x="194983" y="2486152"/>
                  </a:lnTo>
                  <a:lnTo>
                    <a:pt x="190677" y="2480335"/>
                  </a:lnTo>
                  <a:lnTo>
                    <a:pt x="184848" y="2475230"/>
                  </a:lnTo>
                  <a:lnTo>
                    <a:pt x="178054" y="2471432"/>
                  </a:lnTo>
                  <a:lnTo>
                    <a:pt x="170573" y="2469197"/>
                  </a:lnTo>
                  <a:lnTo>
                    <a:pt x="170573" y="2417965"/>
                  </a:lnTo>
                  <a:lnTo>
                    <a:pt x="179311" y="2414054"/>
                  </a:lnTo>
                  <a:lnTo>
                    <a:pt x="186321" y="2407653"/>
                  </a:lnTo>
                  <a:lnTo>
                    <a:pt x="190982" y="2399309"/>
                  </a:lnTo>
                  <a:lnTo>
                    <a:pt x="192671" y="2389594"/>
                  </a:lnTo>
                  <a:lnTo>
                    <a:pt x="190347" y="2378138"/>
                  </a:lnTo>
                  <a:lnTo>
                    <a:pt x="184023" y="2368766"/>
                  </a:lnTo>
                  <a:lnTo>
                    <a:pt x="174650" y="2362428"/>
                  </a:lnTo>
                  <a:lnTo>
                    <a:pt x="163207" y="2360104"/>
                  </a:lnTo>
                  <a:lnTo>
                    <a:pt x="151765" y="2362428"/>
                  </a:lnTo>
                  <a:lnTo>
                    <a:pt x="142405" y="2368766"/>
                  </a:lnTo>
                  <a:lnTo>
                    <a:pt x="136067" y="2378138"/>
                  </a:lnTo>
                  <a:lnTo>
                    <a:pt x="133743" y="2389594"/>
                  </a:lnTo>
                  <a:lnTo>
                    <a:pt x="135432" y="2399309"/>
                  </a:lnTo>
                  <a:lnTo>
                    <a:pt x="140093" y="2407653"/>
                  </a:lnTo>
                  <a:lnTo>
                    <a:pt x="147104" y="2414054"/>
                  </a:lnTo>
                  <a:lnTo>
                    <a:pt x="155841" y="2417965"/>
                  </a:lnTo>
                  <a:lnTo>
                    <a:pt x="155841" y="2468829"/>
                  </a:lnTo>
                  <a:lnTo>
                    <a:pt x="148209" y="2471064"/>
                  </a:lnTo>
                  <a:lnTo>
                    <a:pt x="141427" y="2474861"/>
                  </a:lnTo>
                  <a:lnTo>
                    <a:pt x="135699" y="2479967"/>
                  </a:lnTo>
                  <a:lnTo>
                    <a:pt x="131165" y="2486152"/>
                  </a:lnTo>
                  <a:lnTo>
                    <a:pt x="116408" y="2479967"/>
                  </a:lnTo>
                  <a:lnTo>
                    <a:pt x="83654" y="2466251"/>
                  </a:lnTo>
                  <a:lnTo>
                    <a:pt x="83426" y="2457005"/>
                  </a:lnTo>
                  <a:lnTo>
                    <a:pt x="83426" y="2456637"/>
                  </a:lnTo>
                  <a:lnTo>
                    <a:pt x="80149" y="2447683"/>
                  </a:lnTo>
                  <a:lnTo>
                    <a:pt x="74117" y="2440178"/>
                  </a:lnTo>
                  <a:lnTo>
                    <a:pt x="65608" y="2434920"/>
                  </a:lnTo>
                  <a:lnTo>
                    <a:pt x="54063" y="2432634"/>
                  </a:lnTo>
                  <a:lnTo>
                    <a:pt x="42481" y="2434920"/>
                  </a:lnTo>
                  <a:lnTo>
                    <a:pt x="42811" y="2434920"/>
                  </a:lnTo>
                  <a:lnTo>
                    <a:pt x="33489" y="2441041"/>
                  </a:lnTo>
                  <a:lnTo>
                    <a:pt x="26924" y="2450769"/>
                  </a:lnTo>
                  <a:lnTo>
                    <a:pt x="24638" y="2462301"/>
                  </a:lnTo>
                  <a:lnTo>
                    <a:pt x="26835" y="2473426"/>
                  </a:lnTo>
                  <a:lnTo>
                    <a:pt x="33032" y="2482900"/>
                  </a:lnTo>
                  <a:lnTo>
                    <a:pt x="42760" y="2489466"/>
                  </a:lnTo>
                  <a:lnTo>
                    <a:pt x="52374" y="2491651"/>
                  </a:lnTo>
                  <a:lnTo>
                    <a:pt x="61874" y="2490609"/>
                  </a:lnTo>
                  <a:lnTo>
                    <a:pt x="70472" y="2486609"/>
                  </a:lnTo>
                  <a:lnTo>
                    <a:pt x="77304" y="2479967"/>
                  </a:lnTo>
                  <a:lnTo>
                    <a:pt x="77597" y="2479967"/>
                  </a:lnTo>
                  <a:lnTo>
                    <a:pt x="126009" y="2499779"/>
                  </a:lnTo>
                  <a:lnTo>
                    <a:pt x="125641" y="2501252"/>
                  </a:lnTo>
                  <a:lnTo>
                    <a:pt x="125641" y="2512682"/>
                  </a:lnTo>
                  <a:lnTo>
                    <a:pt x="128219" y="2520416"/>
                  </a:lnTo>
                  <a:lnTo>
                    <a:pt x="133007" y="2526690"/>
                  </a:lnTo>
                  <a:lnTo>
                    <a:pt x="94703" y="2565387"/>
                  </a:lnTo>
                  <a:lnTo>
                    <a:pt x="85648" y="2561933"/>
                  </a:lnTo>
                  <a:lnTo>
                    <a:pt x="76149" y="2561513"/>
                  </a:lnTo>
                  <a:lnTo>
                    <a:pt x="66992" y="2564142"/>
                  </a:lnTo>
                  <a:lnTo>
                    <a:pt x="58966" y="2569807"/>
                  </a:lnTo>
                  <a:lnTo>
                    <a:pt x="52552" y="2579522"/>
                  </a:lnTo>
                  <a:lnTo>
                    <a:pt x="50406" y="2590622"/>
                  </a:lnTo>
                  <a:lnTo>
                    <a:pt x="52552" y="2601734"/>
                  </a:lnTo>
                  <a:lnTo>
                    <a:pt x="58966" y="2611450"/>
                  </a:lnTo>
                  <a:lnTo>
                    <a:pt x="68681" y="2617876"/>
                  </a:lnTo>
                  <a:lnTo>
                    <a:pt x="79781" y="2620022"/>
                  </a:lnTo>
                  <a:lnTo>
                    <a:pt x="90881" y="2617876"/>
                  </a:lnTo>
                  <a:lnTo>
                    <a:pt x="100596" y="2611450"/>
                  </a:lnTo>
                  <a:lnTo>
                    <a:pt x="106146" y="2603589"/>
                  </a:lnTo>
                  <a:lnTo>
                    <a:pt x="106260" y="2603423"/>
                  </a:lnTo>
                  <a:lnTo>
                    <a:pt x="108864" y="2594318"/>
                  </a:lnTo>
                  <a:lnTo>
                    <a:pt x="108470" y="2584767"/>
                  </a:lnTo>
                  <a:lnTo>
                    <a:pt x="105016" y="2575699"/>
                  </a:lnTo>
                  <a:lnTo>
                    <a:pt x="115328" y="2565387"/>
                  </a:lnTo>
                  <a:lnTo>
                    <a:pt x="144056" y="2536634"/>
                  </a:lnTo>
                  <a:lnTo>
                    <a:pt x="149580" y="2539949"/>
                  </a:lnTo>
                  <a:lnTo>
                    <a:pt x="155841" y="2541790"/>
                  </a:lnTo>
                  <a:lnTo>
                    <a:pt x="170573" y="2541790"/>
                  </a:lnTo>
                  <a:lnTo>
                    <a:pt x="176834" y="2539949"/>
                  </a:lnTo>
                  <a:lnTo>
                    <a:pt x="182359" y="2536634"/>
                  </a:lnTo>
                  <a:lnTo>
                    <a:pt x="221411" y="2575699"/>
                  </a:lnTo>
                  <a:lnTo>
                    <a:pt x="217957" y="2584767"/>
                  </a:lnTo>
                  <a:lnTo>
                    <a:pt x="217538" y="2594318"/>
                  </a:lnTo>
                  <a:lnTo>
                    <a:pt x="220116" y="2603423"/>
                  </a:lnTo>
                  <a:lnTo>
                    <a:pt x="220167" y="2603589"/>
                  </a:lnTo>
                  <a:lnTo>
                    <a:pt x="225831" y="2611818"/>
                  </a:lnTo>
                  <a:lnTo>
                    <a:pt x="235546" y="2618244"/>
                  </a:lnTo>
                  <a:lnTo>
                    <a:pt x="246634" y="2620391"/>
                  </a:lnTo>
                  <a:lnTo>
                    <a:pt x="257733" y="2618244"/>
                  </a:lnTo>
                  <a:lnTo>
                    <a:pt x="267449" y="2611818"/>
                  </a:lnTo>
                  <a:lnTo>
                    <a:pt x="273875" y="2602103"/>
                  </a:lnTo>
                  <a:lnTo>
                    <a:pt x="276009" y="2590990"/>
                  </a:lnTo>
                  <a:lnTo>
                    <a:pt x="273875" y="2579890"/>
                  </a:lnTo>
                  <a:lnTo>
                    <a:pt x="267449" y="2570175"/>
                  </a:lnTo>
                  <a:lnTo>
                    <a:pt x="261188" y="2565755"/>
                  </a:lnTo>
                  <a:lnTo>
                    <a:pt x="259435" y="2564511"/>
                  </a:lnTo>
                  <a:lnTo>
                    <a:pt x="250431" y="2561933"/>
                  </a:lnTo>
                  <a:lnTo>
                    <a:pt x="249224" y="2561933"/>
                  </a:lnTo>
                  <a:lnTo>
                    <a:pt x="240779" y="2562301"/>
                  </a:lnTo>
                  <a:lnTo>
                    <a:pt x="231724" y="2565755"/>
                  </a:lnTo>
                  <a:lnTo>
                    <a:pt x="202895" y="2536634"/>
                  </a:lnTo>
                  <a:lnTo>
                    <a:pt x="193408" y="2527058"/>
                  </a:lnTo>
                  <a:lnTo>
                    <a:pt x="198196" y="2520785"/>
                  </a:lnTo>
                  <a:lnTo>
                    <a:pt x="200774" y="2513419"/>
                  </a:lnTo>
                  <a:lnTo>
                    <a:pt x="200685" y="2501252"/>
                  </a:lnTo>
                  <a:lnTo>
                    <a:pt x="200406" y="2500147"/>
                  </a:lnTo>
                  <a:lnTo>
                    <a:pt x="233489" y="2486609"/>
                  </a:lnTo>
                  <a:lnTo>
                    <a:pt x="248818" y="2480335"/>
                  </a:lnTo>
                  <a:lnTo>
                    <a:pt x="249123" y="2480335"/>
                  </a:lnTo>
                  <a:lnTo>
                    <a:pt x="255943" y="2486825"/>
                  </a:lnTo>
                  <a:lnTo>
                    <a:pt x="264553" y="2490851"/>
                  </a:lnTo>
                  <a:lnTo>
                    <a:pt x="274053" y="2491968"/>
                  </a:lnTo>
                  <a:lnTo>
                    <a:pt x="283654" y="2489835"/>
                  </a:lnTo>
                  <a:lnTo>
                    <a:pt x="293230" y="2483116"/>
                  </a:lnTo>
                  <a:lnTo>
                    <a:pt x="295059" y="2480335"/>
                  </a:lnTo>
                  <a:lnTo>
                    <a:pt x="299453" y="2473668"/>
                  </a:lnTo>
                  <a:lnTo>
                    <a:pt x="301726" y="2462619"/>
                  </a:lnTo>
                  <a:close/>
                </a:path>
              </a:pathLst>
            </a:custGeom>
            <a:solidFill>
              <a:srgbClr val="000000"/>
            </a:solidFill>
          </p:spPr>
          <p:txBody>
            <a:bodyPr wrap="square" lIns="0" tIns="0" rIns="0" bIns="0" rtlCol="0"/>
            <a:lstStyle/>
            <a:p>
              <a:endParaRPr/>
            </a:p>
          </p:txBody>
        </p:sp>
        <p:sp>
          <p:nvSpPr>
            <p:cNvPr id="49" name="object 49"/>
            <p:cNvSpPr/>
            <p:nvPr/>
          </p:nvSpPr>
          <p:spPr>
            <a:xfrm>
              <a:off x="446684" y="3623894"/>
              <a:ext cx="1757045" cy="410209"/>
            </a:xfrm>
            <a:custGeom>
              <a:avLst/>
              <a:gdLst/>
              <a:ahLst/>
              <a:cxnLst/>
              <a:rect l="l" t="t" r="r" b="b"/>
              <a:pathLst>
                <a:path w="1757045" h="410210">
                  <a:moveTo>
                    <a:pt x="1756664" y="0"/>
                  </a:moveTo>
                  <a:lnTo>
                    <a:pt x="0" y="0"/>
                  </a:lnTo>
                  <a:lnTo>
                    <a:pt x="0" y="409752"/>
                  </a:lnTo>
                  <a:lnTo>
                    <a:pt x="1756664" y="409752"/>
                  </a:lnTo>
                  <a:lnTo>
                    <a:pt x="1756664" y="0"/>
                  </a:lnTo>
                  <a:close/>
                </a:path>
              </a:pathLst>
            </a:custGeom>
            <a:solidFill>
              <a:srgbClr val="FFFFFF"/>
            </a:solidFill>
          </p:spPr>
          <p:txBody>
            <a:bodyPr wrap="square" lIns="0" tIns="0" rIns="0" bIns="0" rtlCol="0"/>
            <a:lstStyle/>
            <a:p>
              <a:endParaRPr/>
            </a:p>
          </p:txBody>
        </p:sp>
      </p:grpSp>
      <p:sp>
        <p:nvSpPr>
          <p:cNvPr id="50" name="object 50"/>
          <p:cNvSpPr txBox="1"/>
          <p:nvPr/>
        </p:nvSpPr>
        <p:spPr>
          <a:xfrm>
            <a:off x="446684" y="3623894"/>
            <a:ext cx="1757045" cy="410209"/>
          </a:xfrm>
          <a:prstGeom prst="rect">
            <a:avLst/>
          </a:prstGeom>
          <a:ln w="19050">
            <a:solidFill>
              <a:srgbClr val="0F42D2"/>
            </a:solidFill>
          </a:ln>
        </p:spPr>
        <p:txBody>
          <a:bodyPr vert="horz" wrap="square" lIns="0" tIns="53340" rIns="0" bIns="0" rtlCol="0">
            <a:spAutoFit/>
          </a:bodyPr>
          <a:lstStyle/>
          <a:p>
            <a:pPr marL="961390">
              <a:lnSpc>
                <a:spcPct val="100000"/>
              </a:lnSpc>
              <a:spcBef>
                <a:spcPts val="420"/>
              </a:spcBef>
            </a:pPr>
            <a:r>
              <a:rPr sz="1800" b="1" dirty="0">
                <a:solidFill>
                  <a:srgbClr val="0F42D2"/>
                </a:solidFill>
                <a:latin typeface="Calibri"/>
                <a:cs typeface="Calibri"/>
              </a:rPr>
              <a:t>rw-</a:t>
            </a:r>
            <a:r>
              <a:rPr sz="1800" b="1" spc="-25" dirty="0">
                <a:solidFill>
                  <a:srgbClr val="0F42D2"/>
                </a:solidFill>
                <a:latin typeface="Calibri"/>
                <a:cs typeface="Calibri"/>
              </a:rPr>
              <a:t>rma</a:t>
            </a:r>
            <a:endParaRPr sz="1800">
              <a:latin typeface="Calibri"/>
              <a:cs typeface="Calibri"/>
            </a:endParaRPr>
          </a:p>
        </p:txBody>
      </p:sp>
      <p:grpSp>
        <p:nvGrpSpPr>
          <p:cNvPr id="51" name="object 51"/>
          <p:cNvGrpSpPr/>
          <p:nvPr/>
        </p:nvGrpSpPr>
        <p:grpSpPr>
          <a:xfrm>
            <a:off x="446684" y="3652989"/>
            <a:ext cx="1760855" cy="891540"/>
            <a:chOff x="446684" y="3652989"/>
            <a:chExt cx="1760855" cy="891540"/>
          </a:xfrm>
        </p:grpSpPr>
        <p:pic>
          <p:nvPicPr>
            <p:cNvPr id="52" name="object 52"/>
            <p:cNvPicPr/>
            <p:nvPr/>
          </p:nvPicPr>
          <p:blipFill>
            <a:blip r:embed="rId3" cstate="print"/>
            <a:stretch>
              <a:fillRect/>
            </a:stretch>
          </p:blipFill>
          <p:spPr>
            <a:xfrm>
              <a:off x="469379" y="3652989"/>
              <a:ext cx="389559" cy="356400"/>
            </a:xfrm>
            <a:prstGeom prst="rect">
              <a:avLst/>
            </a:prstGeom>
          </p:spPr>
        </p:pic>
        <p:sp>
          <p:nvSpPr>
            <p:cNvPr id="53" name="object 53"/>
            <p:cNvSpPr/>
            <p:nvPr/>
          </p:nvSpPr>
          <p:spPr>
            <a:xfrm>
              <a:off x="446684" y="4134688"/>
              <a:ext cx="1760855" cy="410209"/>
            </a:xfrm>
            <a:custGeom>
              <a:avLst/>
              <a:gdLst/>
              <a:ahLst/>
              <a:cxnLst/>
              <a:rect l="l" t="t" r="r" b="b"/>
              <a:pathLst>
                <a:path w="1760855" h="410210">
                  <a:moveTo>
                    <a:pt x="1760855" y="0"/>
                  </a:moveTo>
                  <a:lnTo>
                    <a:pt x="0" y="0"/>
                  </a:lnTo>
                  <a:lnTo>
                    <a:pt x="0" y="409752"/>
                  </a:lnTo>
                  <a:lnTo>
                    <a:pt x="1760855" y="409752"/>
                  </a:lnTo>
                  <a:lnTo>
                    <a:pt x="1760855" y="0"/>
                  </a:lnTo>
                  <a:close/>
                </a:path>
              </a:pathLst>
            </a:custGeom>
            <a:solidFill>
              <a:srgbClr val="FFFFFF"/>
            </a:solidFill>
          </p:spPr>
          <p:txBody>
            <a:bodyPr wrap="square" lIns="0" tIns="0" rIns="0" bIns="0" rtlCol="0"/>
            <a:lstStyle/>
            <a:p>
              <a:endParaRPr/>
            </a:p>
          </p:txBody>
        </p:sp>
      </p:grpSp>
      <p:sp>
        <p:nvSpPr>
          <p:cNvPr id="54" name="object 54"/>
          <p:cNvSpPr txBox="1"/>
          <p:nvPr/>
        </p:nvSpPr>
        <p:spPr>
          <a:xfrm>
            <a:off x="446684" y="4134688"/>
            <a:ext cx="1760855" cy="410209"/>
          </a:xfrm>
          <a:prstGeom prst="rect">
            <a:avLst/>
          </a:prstGeom>
          <a:ln w="19050">
            <a:solidFill>
              <a:srgbClr val="0F42D2"/>
            </a:solidFill>
          </a:ln>
        </p:spPr>
        <p:txBody>
          <a:bodyPr vert="horz" wrap="square" lIns="0" tIns="53340" rIns="0" bIns="0" rtlCol="0">
            <a:spAutoFit/>
          </a:bodyPr>
          <a:lstStyle/>
          <a:p>
            <a:pPr marL="452755">
              <a:lnSpc>
                <a:spcPct val="100000"/>
              </a:lnSpc>
              <a:spcBef>
                <a:spcPts val="420"/>
              </a:spcBef>
            </a:pPr>
            <a:r>
              <a:rPr sz="1800" b="1" dirty="0">
                <a:solidFill>
                  <a:srgbClr val="0F42D2"/>
                </a:solidFill>
                <a:latin typeface="Calibri"/>
                <a:cs typeface="Calibri"/>
              </a:rPr>
              <a:t>uk-</a:t>
            </a:r>
            <a:r>
              <a:rPr sz="1800" b="1" spc="-10" dirty="0">
                <a:solidFill>
                  <a:srgbClr val="0F42D2"/>
                </a:solidFill>
                <a:latin typeface="Calibri"/>
                <a:cs typeface="Calibri"/>
              </a:rPr>
              <a:t>metoffice</a:t>
            </a:r>
            <a:endParaRPr sz="1800">
              <a:latin typeface="Calibri"/>
              <a:cs typeface="Calibri"/>
            </a:endParaRPr>
          </a:p>
        </p:txBody>
      </p:sp>
      <p:grpSp>
        <p:nvGrpSpPr>
          <p:cNvPr id="55" name="object 55"/>
          <p:cNvGrpSpPr/>
          <p:nvPr/>
        </p:nvGrpSpPr>
        <p:grpSpPr>
          <a:xfrm>
            <a:off x="446684" y="4163783"/>
            <a:ext cx="1765300" cy="916305"/>
            <a:chOff x="446684" y="4163783"/>
            <a:chExt cx="1765300" cy="916305"/>
          </a:xfrm>
        </p:grpSpPr>
        <p:pic>
          <p:nvPicPr>
            <p:cNvPr id="56" name="object 56"/>
            <p:cNvPicPr/>
            <p:nvPr/>
          </p:nvPicPr>
          <p:blipFill>
            <a:blip r:embed="rId3" cstate="print"/>
            <a:stretch>
              <a:fillRect/>
            </a:stretch>
          </p:blipFill>
          <p:spPr>
            <a:xfrm>
              <a:off x="473506" y="4163783"/>
              <a:ext cx="389559" cy="356400"/>
            </a:xfrm>
            <a:prstGeom prst="rect">
              <a:avLst/>
            </a:prstGeom>
          </p:spPr>
        </p:pic>
        <p:sp>
          <p:nvSpPr>
            <p:cNvPr id="57" name="object 57"/>
            <p:cNvSpPr/>
            <p:nvPr/>
          </p:nvSpPr>
          <p:spPr>
            <a:xfrm>
              <a:off x="446684" y="4670120"/>
              <a:ext cx="1765300" cy="410209"/>
            </a:xfrm>
            <a:custGeom>
              <a:avLst/>
              <a:gdLst/>
              <a:ahLst/>
              <a:cxnLst/>
              <a:rect l="l" t="t" r="r" b="b"/>
              <a:pathLst>
                <a:path w="1765300" h="410210">
                  <a:moveTo>
                    <a:pt x="1764919" y="0"/>
                  </a:moveTo>
                  <a:lnTo>
                    <a:pt x="0" y="0"/>
                  </a:lnTo>
                  <a:lnTo>
                    <a:pt x="0" y="409752"/>
                  </a:lnTo>
                  <a:lnTo>
                    <a:pt x="1764919" y="409752"/>
                  </a:lnTo>
                  <a:lnTo>
                    <a:pt x="1764919" y="0"/>
                  </a:lnTo>
                  <a:close/>
                </a:path>
              </a:pathLst>
            </a:custGeom>
            <a:solidFill>
              <a:srgbClr val="FFFFFF"/>
            </a:solidFill>
          </p:spPr>
          <p:txBody>
            <a:bodyPr wrap="square" lIns="0" tIns="0" rIns="0" bIns="0" rtlCol="0"/>
            <a:lstStyle/>
            <a:p>
              <a:endParaRPr/>
            </a:p>
          </p:txBody>
        </p:sp>
      </p:grpSp>
      <p:sp>
        <p:nvSpPr>
          <p:cNvPr id="58" name="object 58"/>
          <p:cNvSpPr txBox="1"/>
          <p:nvPr/>
        </p:nvSpPr>
        <p:spPr>
          <a:xfrm>
            <a:off x="446684" y="4670120"/>
            <a:ext cx="1765300" cy="410209"/>
          </a:xfrm>
          <a:prstGeom prst="rect">
            <a:avLst/>
          </a:prstGeom>
          <a:ln w="19050">
            <a:solidFill>
              <a:srgbClr val="0F42D2"/>
            </a:solidFill>
          </a:ln>
        </p:spPr>
        <p:txBody>
          <a:bodyPr vert="horz" wrap="square" lIns="0" tIns="71120" rIns="0" bIns="0" rtlCol="0">
            <a:spAutoFit/>
          </a:bodyPr>
          <a:lstStyle/>
          <a:p>
            <a:pPr marL="480059">
              <a:lnSpc>
                <a:spcPct val="100000"/>
              </a:lnSpc>
              <a:spcBef>
                <a:spcPts val="560"/>
              </a:spcBef>
            </a:pPr>
            <a:r>
              <a:rPr sz="1600" b="1" spc="-10" dirty="0">
                <a:solidFill>
                  <a:srgbClr val="0F42D2"/>
                </a:solidFill>
                <a:latin typeface="Calibri"/>
                <a:cs typeface="Calibri"/>
              </a:rPr>
              <a:t>kn-metservice</a:t>
            </a:r>
            <a:endParaRPr sz="1600">
              <a:latin typeface="Calibri"/>
              <a:cs typeface="Calibri"/>
            </a:endParaRPr>
          </a:p>
        </p:txBody>
      </p:sp>
      <p:grpSp>
        <p:nvGrpSpPr>
          <p:cNvPr id="59" name="object 59"/>
          <p:cNvGrpSpPr/>
          <p:nvPr/>
        </p:nvGrpSpPr>
        <p:grpSpPr>
          <a:xfrm>
            <a:off x="446684" y="4699215"/>
            <a:ext cx="1757045" cy="916305"/>
            <a:chOff x="446684" y="4699215"/>
            <a:chExt cx="1757045" cy="916305"/>
          </a:xfrm>
        </p:grpSpPr>
        <p:pic>
          <p:nvPicPr>
            <p:cNvPr id="60" name="object 60"/>
            <p:cNvPicPr/>
            <p:nvPr/>
          </p:nvPicPr>
          <p:blipFill>
            <a:blip r:embed="rId3" cstate="print"/>
            <a:stretch>
              <a:fillRect/>
            </a:stretch>
          </p:blipFill>
          <p:spPr>
            <a:xfrm>
              <a:off x="465264" y="4699215"/>
              <a:ext cx="389559" cy="356400"/>
            </a:xfrm>
            <a:prstGeom prst="rect">
              <a:avLst/>
            </a:prstGeom>
          </p:spPr>
        </p:pic>
        <p:sp>
          <p:nvSpPr>
            <p:cNvPr id="61" name="object 61"/>
            <p:cNvSpPr/>
            <p:nvPr/>
          </p:nvSpPr>
          <p:spPr>
            <a:xfrm>
              <a:off x="446684" y="5205602"/>
              <a:ext cx="1757045" cy="410209"/>
            </a:xfrm>
            <a:custGeom>
              <a:avLst/>
              <a:gdLst/>
              <a:ahLst/>
              <a:cxnLst/>
              <a:rect l="l" t="t" r="r" b="b"/>
              <a:pathLst>
                <a:path w="1757045" h="410210">
                  <a:moveTo>
                    <a:pt x="1756664" y="0"/>
                  </a:moveTo>
                  <a:lnTo>
                    <a:pt x="0" y="0"/>
                  </a:lnTo>
                  <a:lnTo>
                    <a:pt x="0" y="409752"/>
                  </a:lnTo>
                  <a:lnTo>
                    <a:pt x="1756664" y="409752"/>
                  </a:lnTo>
                  <a:lnTo>
                    <a:pt x="1756664" y="0"/>
                  </a:lnTo>
                  <a:close/>
                </a:path>
              </a:pathLst>
            </a:custGeom>
            <a:solidFill>
              <a:srgbClr val="FFFFFF"/>
            </a:solidFill>
          </p:spPr>
          <p:txBody>
            <a:bodyPr wrap="square" lIns="0" tIns="0" rIns="0" bIns="0" rtlCol="0"/>
            <a:lstStyle/>
            <a:p>
              <a:endParaRPr/>
            </a:p>
          </p:txBody>
        </p:sp>
      </p:grpSp>
      <p:sp>
        <p:nvSpPr>
          <p:cNvPr id="62" name="object 62"/>
          <p:cNvSpPr txBox="1"/>
          <p:nvPr/>
        </p:nvSpPr>
        <p:spPr>
          <a:xfrm>
            <a:off x="446684" y="5205603"/>
            <a:ext cx="1757045" cy="410209"/>
          </a:xfrm>
          <a:prstGeom prst="rect">
            <a:avLst/>
          </a:prstGeom>
          <a:ln w="19050">
            <a:solidFill>
              <a:srgbClr val="0F42D2"/>
            </a:solidFill>
          </a:ln>
        </p:spPr>
        <p:txBody>
          <a:bodyPr vert="horz" wrap="square" lIns="0" tIns="53340" rIns="0" bIns="0" rtlCol="0">
            <a:spAutoFit/>
          </a:bodyPr>
          <a:lstStyle/>
          <a:p>
            <a:pPr marL="892810">
              <a:lnSpc>
                <a:spcPct val="100000"/>
              </a:lnSpc>
              <a:spcBef>
                <a:spcPts val="420"/>
              </a:spcBef>
            </a:pPr>
            <a:r>
              <a:rPr sz="1800" b="1" spc="-10" dirty="0">
                <a:solidFill>
                  <a:srgbClr val="0F42D2"/>
                </a:solidFill>
                <a:latin typeface="Calibri"/>
                <a:cs typeface="Calibri"/>
              </a:rPr>
              <a:t>ug-</a:t>
            </a:r>
            <a:r>
              <a:rPr sz="1800" b="1" spc="-25" dirty="0">
                <a:solidFill>
                  <a:srgbClr val="0F42D2"/>
                </a:solidFill>
                <a:latin typeface="Calibri"/>
                <a:cs typeface="Calibri"/>
              </a:rPr>
              <a:t>mwe</a:t>
            </a:r>
            <a:endParaRPr sz="1800">
              <a:latin typeface="Calibri"/>
              <a:cs typeface="Calibri"/>
            </a:endParaRPr>
          </a:p>
        </p:txBody>
      </p:sp>
      <p:grpSp>
        <p:nvGrpSpPr>
          <p:cNvPr id="63" name="object 63"/>
          <p:cNvGrpSpPr/>
          <p:nvPr/>
        </p:nvGrpSpPr>
        <p:grpSpPr>
          <a:xfrm>
            <a:off x="446671" y="5234711"/>
            <a:ext cx="1760855" cy="904240"/>
            <a:chOff x="446671" y="5234711"/>
            <a:chExt cx="1760855" cy="904240"/>
          </a:xfrm>
        </p:grpSpPr>
        <p:pic>
          <p:nvPicPr>
            <p:cNvPr id="64" name="object 64"/>
            <p:cNvPicPr/>
            <p:nvPr/>
          </p:nvPicPr>
          <p:blipFill>
            <a:blip r:embed="rId3" cstate="print"/>
            <a:stretch>
              <a:fillRect/>
            </a:stretch>
          </p:blipFill>
          <p:spPr>
            <a:xfrm>
              <a:off x="457022" y="5234711"/>
              <a:ext cx="389559" cy="356400"/>
            </a:xfrm>
            <a:prstGeom prst="rect">
              <a:avLst/>
            </a:prstGeom>
          </p:spPr>
        </p:pic>
        <p:sp>
          <p:nvSpPr>
            <p:cNvPr id="65" name="object 65"/>
            <p:cNvSpPr/>
            <p:nvPr/>
          </p:nvSpPr>
          <p:spPr>
            <a:xfrm>
              <a:off x="446671" y="5728716"/>
              <a:ext cx="1760855" cy="410209"/>
            </a:xfrm>
            <a:custGeom>
              <a:avLst/>
              <a:gdLst/>
              <a:ahLst/>
              <a:cxnLst/>
              <a:rect l="l" t="t" r="r" b="b"/>
              <a:pathLst>
                <a:path w="1760855" h="410210">
                  <a:moveTo>
                    <a:pt x="1760855" y="0"/>
                  </a:moveTo>
                  <a:lnTo>
                    <a:pt x="0" y="0"/>
                  </a:lnTo>
                  <a:lnTo>
                    <a:pt x="0" y="409752"/>
                  </a:lnTo>
                  <a:lnTo>
                    <a:pt x="1760855" y="409752"/>
                  </a:lnTo>
                  <a:lnTo>
                    <a:pt x="1760855" y="0"/>
                  </a:lnTo>
                  <a:close/>
                </a:path>
              </a:pathLst>
            </a:custGeom>
            <a:solidFill>
              <a:srgbClr val="FFFFFF"/>
            </a:solidFill>
          </p:spPr>
          <p:txBody>
            <a:bodyPr wrap="square" lIns="0" tIns="0" rIns="0" bIns="0" rtlCol="0"/>
            <a:lstStyle/>
            <a:p>
              <a:endParaRPr/>
            </a:p>
          </p:txBody>
        </p:sp>
      </p:grpSp>
      <p:sp>
        <p:nvSpPr>
          <p:cNvPr id="66" name="object 66"/>
          <p:cNvSpPr txBox="1"/>
          <p:nvPr/>
        </p:nvSpPr>
        <p:spPr>
          <a:xfrm>
            <a:off x="446671" y="5728715"/>
            <a:ext cx="1760855" cy="410209"/>
          </a:xfrm>
          <a:prstGeom prst="rect">
            <a:avLst/>
          </a:prstGeom>
          <a:ln w="19050">
            <a:solidFill>
              <a:srgbClr val="0F42D2"/>
            </a:solidFill>
          </a:ln>
        </p:spPr>
        <p:txBody>
          <a:bodyPr vert="horz" wrap="square" lIns="0" tIns="53340" rIns="0" bIns="0" rtlCol="0">
            <a:spAutoFit/>
          </a:bodyPr>
          <a:lstStyle/>
          <a:p>
            <a:pPr marL="1045210">
              <a:lnSpc>
                <a:spcPct val="100000"/>
              </a:lnSpc>
              <a:spcBef>
                <a:spcPts val="420"/>
              </a:spcBef>
            </a:pPr>
            <a:r>
              <a:rPr sz="1800" b="1" spc="-10" dirty="0">
                <a:solidFill>
                  <a:srgbClr val="0F42D2"/>
                </a:solidFill>
                <a:latin typeface="Calibri"/>
                <a:cs typeface="Calibri"/>
              </a:rPr>
              <a:t>et-</a:t>
            </a:r>
            <a:r>
              <a:rPr sz="1800" b="1" spc="-25" dirty="0">
                <a:solidFill>
                  <a:srgbClr val="0F42D2"/>
                </a:solidFill>
                <a:latin typeface="Calibri"/>
                <a:cs typeface="Calibri"/>
              </a:rPr>
              <a:t>emi</a:t>
            </a:r>
            <a:endParaRPr sz="1800">
              <a:latin typeface="Calibri"/>
              <a:cs typeface="Calibri"/>
            </a:endParaRPr>
          </a:p>
        </p:txBody>
      </p:sp>
      <p:grpSp>
        <p:nvGrpSpPr>
          <p:cNvPr id="67" name="object 67"/>
          <p:cNvGrpSpPr/>
          <p:nvPr/>
        </p:nvGrpSpPr>
        <p:grpSpPr>
          <a:xfrm>
            <a:off x="461137" y="3575430"/>
            <a:ext cx="4843780" cy="2901315"/>
            <a:chOff x="461137" y="3575430"/>
            <a:chExt cx="4843780" cy="2901315"/>
          </a:xfrm>
        </p:grpSpPr>
        <p:pic>
          <p:nvPicPr>
            <p:cNvPr id="68" name="object 68"/>
            <p:cNvPicPr/>
            <p:nvPr/>
          </p:nvPicPr>
          <p:blipFill>
            <a:blip r:embed="rId3" cstate="print"/>
            <a:stretch>
              <a:fillRect/>
            </a:stretch>
          </p:blipFill>
          <p:spPr>
            <a:xfrm>
              <a:off x="461137" y="5757824"/>
              <a:ext cx="389559" cy="356400"/>
            </a:xfrm>
            <a:prstGeom prst="rect">
              <a:avLst/>
            </a:prstGeom>
          </p:spPr>
        </p:pic>
        <p:sp>
          <p:nvSpPr>
            <p:cNvPr id="69" name="object 69"/>
            <p:cNvSpPr/>
            <p:nvPr/>
          </p:nvSpPr>
          <p:spPr>
            <a:xfrm>
              <a:off x="2223135" y="3575430"/>
              <a:ext cx="3081655" cy="2901315"/>
            </a:xfrm>
            <a:custGeom>
              <a:avLst/>
              <a:gdLst/>
              <a:ahLst/>
              <a:cxnLst/>
              <a:rect l="l" t="t" r="r" b="b"/>
              <a:pathLst>
                <a:path w="3081654" h="2901315">
                  <a:moveTo>
                    <a:pt x="3081528" y="13843"/>
                  </a:moveTo>
                  <a:lnTo>
                    <a:pt x="3068574" y="0"/>
                  </a:lnTo>
                  <a:lnTo>
                    <a:pt x="66027" y="2820466"/>
                  </a:lnTo>
                  <a:lnTo>
                    <a:pt x="49784" y="2803220"/>
                  </a:lnTo>
                  <a:lnTo>
                    <a:pt x="42722" y="2822460"/>
                  </a:lnTo>
                  <a:lnTo>
                    <a:pt x="42037" y="2821419"/>
                  </a:lnTo>
                  <a:lnTo>
                    <a:pt x="39344" y="2826156"/>
                  </a:lnTo>
                  <a:lnTo>
                    <a:pt x="29464" y="2815615"/>
                  </a:lnTo>
                  <a:lnTo>
                    <a:pt x="0" y="2895549"/>
                  </a:lnTo>
                  <a:lnTo>
                    <a:pt x="85090" y="2900845"/>
                  </a:lnTo>
                  <a:lnTo>
                    <a:pt x="78524" y="2885452"/>
                  </a:lnTo>
                  <a:lnTo>
                    <a:pt x="84582" y="2884665"/>
                  </a:lnTo>
                  <a:lnTo>
                    <a:pt x="76911" y="2873286"/>
                  </a:lnTo>
                  <a:lnTo>
                    <a:pt x="3045079" y="1612900"/>
                  </a:lnTo>
                  <a:lnTo>
                    <a:pt x="3037586" y="1595374"/>
                  </a:lnTo>
                  <a:lnTo>
                    <a:pt x="90766" y="2846679"/>
                  </a:lnTo>
                  <a:lnTo>
                    <a:pt x="90398" y="2846298"/>
                  </a:lnTo>
                  <a:lnTo>
                    <a:pt x="3061970" y="848614"/>
                  </a:lnTo>
                  <a:lnTo>
                    <a:pt x="3051429" y="832739"/>
                  </a:lnTo>
                  <a:lnTo>
                    <a:pt x="117043" y="2805392"/>
                  </a:lnTo>
                  <a:lnTo>
                    <a:pt x="3081528" y="13843"/>
                  </a:lnTo>
                  <a:close/>
                </a:path>
              </a:pathLst>
            </a:custGeom>
            <a:solidFill>
              <a:srgbClr val="7CB5E3"/>
            </a:solidFill>
          </p:spPr>
          <p:txBody>
            <a:bodyPr wrap="square" lIns="0" tIns="0" rIns="0" bIns="0" rtlCol="0"/>
            <a:lstStyle/>
            <a:p>
              <a:endParaRPr/>
            </a:p>
          </p:txBody>
        </p:sp>
      </p:grpSp>
      <p:sp>
        <p:nvSpPr>
          <p:cNvPr id="70" name="object 70"/>
          <p:cNvSpPr txBox="1"/>
          <p:nvPr/>
        </p:nvSpPr>
        <p:spPr>
          <a:xfrm>
            <a:off x="462356" y="6266116"/>
            <a:ext cx="1760855" cy="410209"/>
          </a:xfrm>
          <a:prstGeom prst="rect">
            <a:avLst/>
          </a:prstGeom>
          <a:ln w="19050">
            <a:solidFill>
              <a:srgbClr val="0F42D2"/>
            </a:solidFill>
          </a:ln>
        </p:spPr>
        <p:txBody>
          <a:bodyPr vert="horz" wrap="square" lIns="0" tIns="53975" rIns="0" bIns="0" rtlCol="0">
            <a:spAutoFit/>
          </a:bodyPr>
          <a:lstStyle/>
          <a:p>
            <a:pPr marR="84455" algn="r">
              <a:lnSpc>
                <a:spcPct val="100000"/>
              </a:lnSpc>
              <a:spcBef>
                <a:spcPts val="425"/>
              </a:spcBef>
            </a:pPr>
            <a:r>
              <a:rPr sz="1800" b="1" spc="-25" dirty="0">
                <a:solidFill>
                  <a:srgbClr val="0F42D2"/>
                </a:solidFill>
                <a:latin typeface="Calibri"/>
                <a:cs typeface="Calibri"/>
              </a:rPr>
              <a:t>….</a:t>
            </a:r>
            <a:endParaRPr sz="1800">
              <a:latin typeface="Calibri"/>
              <a:cs typeface="Calibri"/>
            </a:endParaRPr>
          </a:p>
        </p:txBody>
      </p:sp>
      <p:grpSp>
        <p:nvGrpSpPr>
          <p:cNvPr id="71" name="object 71"/>
          <p:cNvGrpSpPr/>
          <p:nvPr/>
        </p:nvGrpSpPr>
        <p:grpSpPr>
          <a:xfrm>
            <a:off x="476808" y="4843526"/>
            <a:ext cx="4776470" cy="1808480"/>
            <a:chOff x="476808" y="4843526"/>
            <a:chExt cx="4776470" cy="1808480"/>
          </a:xfrm>
        </p:grpSpPr>
        <p:pic>
          <p:nvPicPr>
            <p:cNvPr id="72" name="object 72"/>
            <p:cNvPicPr/>
            <p:nvPr/>
          </p:nvPicPr>
          <p:blipFill>
            <a:blip r:embed="rId3" cstate="print"/>
            <a:stretch>
              <a:fillRect/>
            </a:stretch>
          </p:blipFill>
          <p:spPr>
            <a:xfrm>
              <a:off x="476808" y="6295224"/>
              <a:ext cx="389559" cy="356400"/>
            </a:xfrm>
            <a:prstGeom prst="rect">
              <a:avLst/>
            </a:prstGeom>
          </p:spPr>
        </p:pic>
        <p:sp>
          <p:nvSpPr>
            <p:cNvPr id="73" name="object 73"/>
            <p:cNvSpPr/>
            <p:nvPr/>
          </p:nvSpPr>
          <p:spPr>
            <a:xfrm>
              <a:off x="2211578" y="4843525"/>
              <a:ext cx="3041650" cy="1651635"/>
            </a:xfrm>
            <a:custGeom>
              <a:avLst/>
              <a:gdLst/>
              <a:ahLst/>
              <a:cxnLst/>
              <a:rect l="l" t="t" r="r" b="b"/>
              <a:pathLst>
                <a:path w="3041650" h="1651635">
                  <a:moveTo>
                    <a:pt x="3031744" y="1099439"/>
                  </a:moveTo>
                  <a:lnTo>
                    <a:pt x="3028315" y="1080681"/>
                  </a:lnTo>
                  <a:lnTo>
                    <a:pt x="85001" y="1604733"/>
                  </a:lnTo>
                  <a:lnTo>
                    <a:pt x="80010" y="1576590"/>
                  </a:lnTo>
                  <a:lnTo>
                    <a:pt x="11557" y="1627454"/>
                  </a:lnTo>
                  <a:lnTo>
                    <a:pt x="93345" y="1651609"/>
                  </a:lnTo>
                  <a:lnTo>
                    <a:pt x="88734" y="1625701"/>
                  </a:lnTo>
                  <a:lnTo>
                    <a:pt x="88341" y="1623479"/>
                  </a:lnTo>
                  <a:lnTo>
                    <a:pt x="3031744" y="1099439"/>
                  </a:lnTo>
                  <a:close/>
                </a:path>
                <a:path w="3041650" h="1651635">
                  <a:moveTo>
                    <a:pt x="3041142" y="282575"/>
                  </a:moveTo>
                  <a:lnTo>
                    <a:pt x="76809" y="28524"/>
                  </a:lnTo>
                  <a:lnTo>
                    <a:pt x="76898" y="27432"/>
                  </a:lnTo>
                  <a:lnTo>
                    <a:pt x="79248" y="0"/>
                  </a:lnTo>
                  <a:lnTo>
                    <a:pt x="0" y="31496"/>
                  </a:lnTo>
                  <a:lnTo>
                    <a:pt x="72771" y="75946"/>
                  </a:lnTo>
                  <a:lnTo>
                    <a:pt x="75196" y="47447"/>
                  </a:lnTo>
                  <a:lnTo>
                    <a:pt x="3039491" y="301625"/>
                  </a:lnTo>
                  <a:lnTo>
                    <a:pt x="3041142" y="282575"/>
                  </a:lnTo>
                  <a:close/>
                </a:path>
              </a:pathLst>
            </a:custGeom>
            <a:solidFill>
              <a:srgbClr val="7CB5E3"/>
            </a:solidFill>
          </p:spPr>
          <p:txBody>
            <a:bodyPr wrap="square" lIns="0" tIns="0" rIns="0" bIns="0" rtlCol="0"/>
            <a:lstStyle/>
            <a:p>
              <a:endParaRPr/>
            </a:p>
          </p:txBody>
        </p:sp>
      </p:grpSp>
      <p:sp>
        <p:nvSpPr>
          <p:cNvPr id="74" name="object 74"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4400" dirty="0">
                <a:solidFill>
                  <a:srgbClr val="005A9C"/>
                </a:solidFill>
                <a:latin typeface="Arial"/>
                <a:cs typeface="Arial"/>
              </a:rPr>
              <a:t>WIS2:</a:t>
            </a:r>
            <a:r>
              <a:rPr sz="4400" spc="-15" dirty="0">
                <a:solidFill>
                  <a:srgbClr val="005A9C"/>
                </a:solidFill>
                <a:latin typeface="Arial"/>
                <a:cs typeface="Arial"/>
              </a:rPr>
              <a:t> </a:t>
            </a:r>
            <a:r>
              <a:rPr sz="4400" spc="-10" dirty="0">
                <a:solidFill>
                  <a:srgbClr val="005A9C"/>
                </a:solidFill>
                <a:latin typeface="Arial"/>
                <a:cs typeface="Arial"/>
              </a:rPr>
              <a:t>Publish-</a:t>
            </a:r>
            <a:r>
              <a:rPr sz="4400" dirty="0">
                <a:solidFill>
                  <a:srgbClr val="005A9C"/>
                </a:solidFill>
                <a:latin typeface="Arial"/>
                <a:cs typeface="Arial"/>
              </a:rPr>
              <a:t>Subscribe</a:t>
            </a:r>
            <a:r>
              <a:rPr sz="4400" spc="10" dirty="0">
                <a:solidFill>
                  <a:srgbClr val="005A9C"/>
                </a:solidFill>
                <a:latin typeface="Arial"/>
                <a:cs typeface="Arial"/>
              </a:rPr>
              <a:t> </a:t>
            </a:r>
            <a:r>
              <a:rPr sz="4400" dirty="0">
                <a:solidFill>
                  <a:srgbClr val="005A9C"/>
                </a:solidFill>
                <a:latin typeface="Arial"/>
                <a:cs typeface="Arial"/>
              </a:rPr>
              <a:t>(Pub/Sub)</a:t>
            </a:r>
            <a:r>
              <a:rPr sz="4400" spc="-15" dirty="0">
                <a:solidFill>
                  <a:srgbClr val="005A9C"/>
                </a:solidFill>
                <a:latin typeface="Arial"/>
                <a:cs typeface="Arial"/>
              </a:rPr>
              <a:t> </a:t>
            </a:r>
            <a:r>
              <a:rPr sz="4400" spc="-10" dirty="0">
                <a:solidFill>
                  <a:srgbClr val="005A9C"/>
                </a:solidFill>
                <a:latin typeface="Arial"/>
                <a:cs typeface="Arial"/>
              </a:rPr>
              <a:t>model</a:t>
            </a:r>
            <a:endParaRPr sz="44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4100" dirty="0"/>
              <a:t>Setting</a:t>
            </a:r>
            <a:r>
              <a:rPr sz="4100" spc="-55" dirty="0"/>
              <a:t> </a:t>
            </a:r>
            <a:r>
              <a:rPr sz="4100" dirty="0"/>
              <a:t>up</a:t>
            </a:r>
            <a:r>
              <a:rPr sz="4100" spc="-25" dirty="0"/>
              <a:t> </a:t>
            </a:r>
            <a:r>
              <a:rPr sz="4100" dirty="0"/>
              <a:t>an</a:t>
            </a:r>
            <a:r>
              <a:rPr sz="4100" spc="-35" dirty="0"/>
              <a:t> </a:t>
            </a:r>
            <a:r>
              <a:rPr sz="4100" dirty="0"/>
              <a:t>MQTT</a:t>
            </a:r>
            <a:r>
              <a:rPr sz="4100" spc="-40" dirty="0"/>
              <a:t> </a:t>
            </a:r>
            <a:r>
              <a:rPr sz="4100" dirty="0"/>
              <a:t>client</a:t>
            </a:r>
            <a:r>
              <a:rPr sz="4100" spc="-55" dirty="0"/>
              <a:t> </a:t>
            </a:r>
            <a:r>
              <a:rPr sz="4100" dirty="0"/>
              <a:t>connection</a:t>
            </a:r>
            <a:r>
              <a:rPr sz="4100" spc="-60" dirty="0"/>
              <a:t> </a:t>
            </a:r>
            <a:r>
              <a:rPr sz="4100" dirty="0"/>
              <a:t>to</a:t>
            </a:r>
            <a:r>
              <a:rPr sz="4100" spc="-25" dirty="0"/>
              <a:t> </a:t>
            </a:r>
            <a:r>
              <a:rPr sz="4100" spc="-20" dirty="0"/>
              <a:t>WIS2</a:t>
            </a:r>
            <a:endParaRPr sz="4100"/>
          </a:p>
        </p:txBody>
      </p:sp>
      <p:sp>
        <p:nvSpPr>
          <p:cNvPr id="2" name="object 2"/>
          <p:cNvSpPr txBox="1"/>
          <p:nvPr/>
        </p:nvSpPr>
        <p:spPr>
          <a:xfrm>
            <a:off x="475894" y="1103121"/>
            <a:ext cx="4258945" cy="322326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10" normalizeH="0" baseline="0" noProof="0" dirty="0">
                <a:ln>
                  <a:noFill/>
                </a:ln>
                <a:solidFill>
                  <a:sysClr val="windowText" lastClr="000000"/>
                </a:solidFill>
                <a:effectLst/>
                <a:uLnTx/>
                <a:uFillTx/>
                <a:latin typeface="Calibri"/>
                <a:cs typeface="Calibri"/>
              </a:rPr>
              <a:t>Broker</a:t>
            </a:r>
            <a:r>
              <a:rPr kumimoji="0" sz="2000" b="1" i="0" u="none" strike="noStrike" kern="0" cap="none" spc="-25"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host</a:t>
            </a:r>
            <a:r>
              <a:rPr kumimoji="0" sz="2000" b="1" i="0" u="none" strike="noStrike" kern="0" cap="none" spc="-65"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and</a:t>
            </a:r>
            <a:r>
              <a:rPr kumimoji="0" sz="2000" b="1" i="0" u="none" strike="noStrike" kern="0" cap="none" spc="-35" normalizeH="0" baseline="0" noProof="0" dirty="0">
                <a:ln>
                  <a:noFill/>
                </a:ln>
                <a:solidFill>
                  <a:sysClr val="windowText" lastClr="000000"/>
                </a:solidFill>
                <a:effectLst/>
                <a:uLnTx/>
                <a:uFillTx/>
                <a:latin typeface="Calibri"/>
                <a:cs typeface="Calibri"/>
              </a:rPr>
              <a:t> </a:t>
            </a:r>
            <a:r>
              <a:rPr kumimoji="0" sz="2000" b="1" i="0" u="none" strike="noStrike" kern="0" cap="none" spc="-20" normalizeH="0" baseline="0" noProof="0" dirty="0">
                <a:ln>
                  <a:noFill/>
                </a:ln>
                <a:solidFill>
                  <a:sysClr val="windowText" lastClr="000000"/>
                </a:solidFill>
                <a:effectLst/>
                <a:uLnTx/>
                <a:uFillTx/>
                <a:latin typeface="Calibri"/>
                <a:cs typeface="Calibri"/>
              </a:rPr>
              <a:t>port</a:t>
            </a:r>
            <a:endParaRPr kumimoji="0" sz="20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2400"/>
              </a:spcBef>
              <a:spcAft>
                <a:spcPts val="0"/>
              </a:spcAft>
              <a:buClrTx/>
              <a:buSzTx/>
              <a:buFontTx/>
              <a:buNone/>
              <a:tabLst/>
              <a:defRPr/>
            </a:pPr>
            <a:r>
              <a:rPr kumimoji="0" sz="2000" b="1" i="0" u="none" strike="noStrike" kern="0" cap="none" spc="0" normalizeH="0" baseline="0" noProof="0" dirty="0">
                <a:ln>
                  <a:noFill/>
                </a:ln>
                <a:solidFill>
                  <a:sysClr val="windowText" lastClr="000000"/>
                </a:solidFill>
                <a:effectLst/>
                <a:uLnTx/>
                <a:uFillTx/>
                <a:latin typeface="Calibri"/>
                <a:cs typeface="Calibri"/>
              </a:rPr>
              <a:t>Encryption:</a:t>
            </a:r>
            <a:r>
              <a:rPr kumimoji="0" sz="2000" b="1" i="0" u="none" strike="noStrike" kern="0" cap="none" spc="-50"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TLS</a:t>
            </a:r>
            <a:r>
              <a:rPr kumimoji="0" sz="2000" b="1" i="0" u="none" strike="noStrike" kern="0" cap="none" spc="-20"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or</a:t>
            </a:r>
            <a:r>
              <a:rPr kumimoji="0" sz="2000" b="1" i="0" u="none" strike="noStrike" kern="0" cap="none" spc="-10"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no</a:t>
            </a:r>
            <a:r>
              <a:rPr kumimoji="0" sz="2000" b="1" i="0" u="none" strike="noStrike" kern="0" cap="none" spc="-30" normalizeH="0" baseline="0" noProof="0" dirty="0">
                <a:ln>
                  <a:noFill/>
                </a:ln>
                <a:solidFill>
                  <a:sysClr val="windowText" lastClr="000000"/>
                </a:solidFill>
                <a:effectLst/>
                <a:uLnTx/>
                <a:uFillTx/>
                <a:latin typeface="Calibri"/>
                <a:cs typeface="Calibri"/>
              </a:rPr>
              <a:t> </a:t>
            </a:r>
            <a:r>
              <a:rPr kumimoji="0" sz="2000" b="1" i="0" u="none" strike="noStrike" kern="0" cap="none" spc="-25" normalizeH="0" baseline="0" noProof="0" dirty="0">
                <a:ln>
                  <a:noFill/>
                </a:ln>
                <a:solidFill>
                  <a:sysClr val="windowText" lastClr="000000"/>
                </a:solidFill>
                <a:effectLst/>
                <a:uLnTx/>
                <a:uFillTx/>
                <a:latin typeface="Calibri"/>
                <a:cs typeface="Calibri"/>
              </a:rPr>
              <a:t>TLS</a:t>
            </a:r>
            <a:endParaRPr kumimoji="0" sz="20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2400"/>
              </a:spcBef>
              <a:spcAft>
                <a:spcPts val="0"/>
              </a:spcAft>
              <a:buClrTx/>
              <a:buSzTx/>
              <a:buFontTx/>
              <a:buNone/>
              <a:tabLst/>
              <a:defRPr/>
            </a:pPr>
            <a:r>
              <a:rPr kumimoji="0" sz="2000" b="1" i="0" u="none" strike="noStrike" kern="0" cap="none" spc="0" normalizeH="0" baseline="0" noProof="0" dirty="0">
                <a:ln>
                  <a:noFill/>
                </a:ln>
                <a:solidFill>
                  <a:sysClr val="windowText" lastClr="000000"/>
                </a:solidFill>
                <a:effectLst/>
                <a:uLnTx/>
                <a:uFillTx/>
                <a:latin typeface="Calibri"/>
                <a:cs typeface="Calibri"/>
              </a:rPr>
              <a:t>Protocol:</a:t>
            </a:r>
            <a:r>
              <a:rPr kumimoji="0" sz="2000" b="1" i="0" u="none" strike="noStrike" kern="0" cap="none" spc="360"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MQTT</a:t>
            </a:r>
            <a:r>
              <a:rPr kumimoji="0" sz="2000" b="1" i="0" u="none" strike="noStrike" kern="0" cap="none" spc="-55" normalizeH="0" baseline="0" noProof="0" dirty="0">
                <a:ln>
                  <a:noFill/>
                </a:ln>
                <a:solidFill>
                  <a:sysClr val="windowText" lastClr="000000"/>
                </a:solidFill>
                <a:effectLst/>
                <a:uLnTx/>
                <a:uFillTx/>
                <a:latin typeface="Calibri"/>
                <a:cs typeface="Calibri"/>
              </a:rPr>
              <a:t> </a:t>
            </a:r>
            <a:r>
              <a:rPr kumimoji="0" sz="2000" b="1" i="0" u="none" strike="noStrike" kern="0" cap="none" spc="0" normalizeH="0" baseline="0" noProof="0" dirty="0">
                <a:ln>
                  <a:noFill/>
                </a:ln>
                <a:solidFill>
                  <a:sysClr val="windowText" lastClr="000000"/>
                </a:solidFill>
                <a:effectLst/>
                <a:uLnTx/>
                <a:uFillTx/>
                <a:latin typeface="Calibri"/>
                <a:cs typeface="Calibri"/>
              </a:rPr>
              <a:t>or</a:t>
            </a:r>
            <a:r>
              <a:rPr kumimoji="0" sz="2000" b="1" i="0" u="none" strike="noStrike" kern="0" cap="none" spc="-25" normalizeH="0" baseline="0" noProof="0" dirty="0">
                <a:ln>
                  <a:noFill/>
                </a:ln>
                <a:solidFill>
                  <a:sysClr val="windowText" lastClr="000000"/>
                </a:solidFill>
                <a:effectLst/>
                <a:uLnTx/>
                <a:uFillTx/>
                <a:latin typeface="Calibri"/>
                <a:cs typeface="Calibri"/>
              </a:rPr>
              <a:t> </a:t>
            </a:r>
            <a:r>
              <a:rPr kumimoji="0" sz="2000" b="1" i="0" u="none" strike="noStrike" kern="0" cap="none" spc="-10" normalizeH="0" baseline="0" noProof="0" dirty="0">
                <a:ln>
                  <a:noFill/>
                </a:ln>
                <a:solidFill>
                  <a:sysClr val="windowText" lastClr="000000"/>
                </a:solidFill>
                <a:effectLst/>
                <a:uLnTx/>
                <a:uFillTx/>
                <a:latin typeface="Calibri"/>
                <a:cs typeface="Calibri"/>
              </a:rPr>
              <a:t>websockets</a:t>
            </a:r>
            <a:r>
              <a:rPr kumimoji="0" sz="2000" b="1" i="0" u="none" strike="noStrike" kern="0" cap="none" spc="-35" normalizeH="0" baseline="0" noProof="0" dirty="0">
                <a:ln>
                  <a:noFill/>
                </a:ln>
                <a:solidFill>
                  <a:sysClr val="windowText" lastClr="000000"/>
                </a:solidFill>
                <a:effectLst/>
                <a:uLnTx/>
                <a:uFillTx/>
                <a:latin typeface="Calibri"/>
                <a:cs typeface="Calibri"/>
              </a:rPr>
              <a:t> </a:t>
            </a:r>
            <a:r>
              <a:rPr kumimoji="0" sz="2000" b="1" i="0" u="none" strike="noStrike" kern="0" cap="none" spc="-10" normalizeH="0" baseline="0" noProof="0" dirty="0">
                <a:ln>
                  <a:noFill/>
                </a:ln>
                <a:solidFill>
                  <a:sysClr val="windowText" lastClr="000000"/>
                </a:solidFill>
                <a:effectLst/>
                <a:uLnTx/>
                <a:uFillTx/>
                <a:latin typeface="Calibri"/>
                <a:cs typeface="Calibri"/>
              </a:rPr>
              <a:t>(HTTP</a:t>
            </a:r>
            <a:r>
              <a:rPr kumimoji="0" sz="1600" b="0" i="0" u="none" strike="noStrike" kern="0" cap="none" spc="-10" normalizeH="0" baseline="0" noProof="0" dirty="0">
                <a:ln>
                  <a:noFill/>
                </a:ln>
                <a:solidFill>
                  <a:sysClr val="windowText" lastClr="000000"/>
                </a:solidFill>
                <a:effectLst/>
                <a:uLnTx/>
                <a:uFillTx/>
                <a:latin typeface="Verdana"/>
                <a:cs typeface="Verdana"/>
              </a:rPr>
              <a:t>)</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12700" marR="5080" lvl="0" indent="0" defTabSz="914400" eaLnBrk="1" fontAlgn="auto" latinLnBrk="0" hangingPunct="1">
              <a:lnSpc>
                <a:spcPct val="150000"/>
              </a:lnSpc>
              <a:spcBef>
                <a:spcPts val="1650"/>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Verdana"/>
                <a:cs typeface="Verdana"/>
              </a:rPr>
              <a:t>Credentials:</a:t>
            </a:r>
            <a:r>
              <a:rPr kumimoji="0" sz="1600" b="1" i="0" u="none" strike="noStrike" kern="0" cap="none" spc="-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WIS2</a:t>
            </a:r>
            <a:r>
              <a:rPr kumimoji="0" sz="1600" b="0" i="0" u="none" strike="noStrike" kern="0" cap="none" spc="-7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Global</a:t>
            </a:r>
            <a:r>
              <a:rPr kumimoji="0" sz="1600" b="0" i="0" u="none" strike="noStrike" kern="0" cap="none" spc="-5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Brokers</a:t>
            </a:r>
            <a:r>
              <a:rPr kumimoji="0" sz="1600" b="0" i="0" u="none" strike="noStrike" kern="0" cap="none" spc="-5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use</a:t>
            </a:r>
            <a:r>
              <a:rPr kumimoji="0" sz="1600" b="0" i="0" u="none" strike="noStrike" kern="0" cap="none" spc="-50" normalizeH="0" baseline="0" noProof="0" dirty="0">
                <a:ln>
                  <a:noFill/>
                </a:ln>
                <a:solidFill>
                  <a:sysClr val="windowText" lastClr="000000"/>
                </a:solidFill>
                <a:effectLst/>
                <a:uLnTx/>
                <a:uFillTx/>
                <a:latin typeface="Verdana"/>
                <a:cs typeface="Verdana"/>
              </a:rPr>
              <a:t> a </a:t>
            </a:r>
            <a:r>
              <a:rPr kumimoji="0" sz="1600" b="0" i="0" u="none" strike="noStrike" kern="0" cap="none" spc="0" normalizeH="0" baseline="0" noProof="0" dirty="0">
                <a:ln>
                  <a:noFill/>
                </a:ln>
                <a:solidFill>
                  <a:sysClr val="windowText" lastClr="000000"/>
                </a:solidFill>
                <a:effectLst/>
                <a:uLnTx/>
                <a:uFillTx/>
                <a:latin typeface="Verdana"/>
                <a:cs typeface="Verdana"/>
              </a:rPr>
              <a:t>default</a:t>
            </a:r>
            <a:r>
              <a:rPr kumimoji="0" sz="1600" b="0" i="0" u="none" strike="noStrike" kern="0" cap="none" spc="-114"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username/password</a:t>
            </a:r>
            <a:r>
              <a:rPr kumimoji="0" sz="1600" b="0" i="0" u="none" strike="noStrike" kern="0" cap="none" spc="-70" normalizeH="0" baseline="0" noProof="0" dirty="0">
                <a:ln>
                  <a:noFill/>
                </a:ln>
                <a:solidFill>
                  <a:sysClr val="windowText" lastClr="000000"/>
                </a:solidFill>
                <a:effectLst/>
                <a:uLnTx/>
                <a:uFillTx/>
                <a:latin typeface="Verdana"/>
                <a:cs typeface="Verdana"/>
              </a:rPr>
              <a:t> </a:t>
            </a:r>
            <a:r>
              <a:rPr kumimoji="0" sz="1600" b="0" i="0" u="none" strike="noStrike" kern="0" cap="none" spc="-25" normalizeH="0" baseline="0" noProof="0" dirty="0">
                <a:ln>
                  <a:noFill/>
                </a:ln>
                <a:solidFill>
                  <a:sysClr val="windowText" lastClr="000000"/>
                </a:solidFill>
                <a:effectLst/>
                <a:uLnTx/>
                <a:uFillTx/>
                <a:latin typeface="Verdana"/>
                <a:cs typeface="Verdana"/>
              </a:rPr>
              <a:t>of </a:t>
            </a:r>
            <a:r>
              <a:rPr kumimoji="0" sz="1600" b="1" i="0" u="none" strike="noStrike" kern="0" cap="none" spc="-10" normalizeH="0" baseline="0" noProof="0" dirty="0">
                <a:ln>
                  <a:noFill/>
                </a:ln>
                <a:solidFill>
                  <a:sysClr val="windowText" lastClr="000000"/>
                </a:solidFill>
                <a:effectLst/>
                <a:uLnTx/>
                <a:uFillTx/>
                <a:latin typeface="Courier New"/>
                <a:cs typeface="Courier New"/>
              </a:rPr>
              <a:t>everyone/everyone</a:t>
            </a:r>
            <a:r>
              <a:rPr kumimoji="0" sz="1600" b="1" i="0" u="none" strike="noStrike" kern="0" cap="none" spc="-360" normalizeH="0" baseline="0" noProof="0" dirty="0">
                <a:ln>
                  <a:noFill/>
                </a:ln>
                <a:solidFill>
                  <a:sysClr val="windowText" lastClr="000000"/>
                </a:solidFill>
                <a:effectLst/>
                <a:uLnTx/>
                <a:uFillTx/>
                <a:latin typeface="Courier New"/>
                <a:cs typeface="Courier New"/>
              </a:rPr>
              <a:t> </a:t>
            </a:r>
            <a:r>
              <a:rPr kumimoji="0" sz="1600" b="0" i="0" u="none" strike="noStrike" kern="0" cap="none" spc="0" normalizeH="0" baseline="0" noProof="0" dirty="0">
                <a:ln>
                  <a:noFill/>
                </a:ln>
                <a:solidFill>
                  <a:sysClr val="windowText" lastClr="000000"/>
                </a:solidFill>
                <a:effectLst/>
                <a:uLnTx/>
                <a:uFillTx/>
                <a:latin typeface="Verdana"/>
                <a:cs typeface="Verdana"/>
              </a:rPr>
              <a:t>to</a:t>
            </a:r>
            <a:r>
              <a:rPr kumimoji="0" sz="1600" b="0" i="0" u="none" strike="noStrike" kern="0" cap="none" spc="-7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allow</a:t>
            </a:r>
            <a:r>
              <a:rPr kumimoji="0" sz="1600" b="0" i="0" u="none" strike="noStrike" kern="0" cap="none" spc="-3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everyone</a:t>
            </a:r>
            <a:r>
              <a:rPr kumimoji="0" sz="1600" b="0" i="0" u="none" strike="noStrike" kern="0" cap="none" spc="-20" normalizeH="0" baseline="0" noProof="0" dirty="0">
                <a:ln>
                  <a:noFill/>
                </a:ln>
                <a:solidFill>
                  <a:sysClr val="windowText" lastClr="000000"/>
                </a:solidFill>
                <a:effectLst/>
                <a:uLnTx/>
                <a:uFillTx/>
                <a:latin typeface="Verdana"/>
                <a:cs typeface="Verdana"/>
              </a:rPr>
              <a:t> </a:t>
            </a:r>
            <a:r>
              <a:rPr kumimoji="0" sz="1600" b="0" i="0" u="none" strike="noStrike" kern="0" cap="none" spc="-25" normalizeH="0" baseline="0" noProof="0" dirty="0">
                <a:ln>
                  <a:noFill/>
                </a:ln>
                <a:solidFill>
                  <a:sysClr val="windowText" lastClr="000000"/>
                </a:solidFill>
                <a:effectLst/>
                <a:uLnTx/>
                <a:uFillTx/>
                <a:latin typeface="Verdana"/>
                <a:cs typeface="Verdana"/>
              </a:rPr>
              <a:t>to </a:t>
            </a:r>
            <a:r>
              <a:rPr kumimoji="0" sz="1600" b="0" i="0" u="none" strike="noStrike" kern="0" cap="none" spc="-10" normalizeH="0" baseline="0" noProof="0" dirty="0">
                <a:ln>
                  <a:noFill/>
                </a:ln>
                <a:solidFill>
                  <a:sysClr val="windowText" lastClr="000000"/>
                </a:solidFill>
                <a:effectLst/>
                <a:uLnTx/>
                <a:uFillTx/>
                <a:latin typeface="Verdana"/>
                <a:cs typeface="Verdana"/>
              </a:rPr>
              <a:t>subscribe</a:t>
            </a:r>
            <a:endParaRPr kumimoji="0" sz="1600" b="0" i="0" u="none" strike="noStrike" kern="0" cap="none" spc="0" normalizeH="0" baseline="0" noProof="0">
              <a:ln>
                <a:noFill/>
              </a:ln>
              <a:solidFill>
                <a:sysClr val="windowText" lastClr="000000"/>
              </a:solidFill>
              <a:effectLst/>
              <a:uLnTx/>
              <a:uFillTx/>
              <a:latin typeface="Verdana"/>
              <a:cs typeface="Verdana"/>
            </a:endParaRPr>
          </a:p>
        </p:txBody>
      </p:sp>
      <p:pic>
        <p:nvPicPr>
          <p:cNvPr id="3" name="object 3"/>
          <p:cNvPicPr/>
          <p:nvPr/>
        </p:nvPicPr>
        <p:blipFill>
          <a:blip r:embed="rId2" cstate="print"/>
          <a:stretch>
            <a:fillRect/>
          </a:stretch>
        </p:blipFill>
        <p:spPr>
          <a:xfrm>
            <a:off x="5118608" y="2061121"/>
            <a:ext cx="6901688" cy="44284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4100" dirty="0"/>
              <a:t>Setting</a:t>
            </a:r>
            <a:r>
              <a:rPr sz="4100" spc="-55" dirty="0"/>
              <a:t> </a:t>
            </a:r>
            <a:r>
              <a:rPr sz="4100" dirty="0"/>
              <a:t>up</a:t>
            </a:r>
            <a:r>
              <a:rPr sz="4100" spc="-25" dirty="0"/>
              <a:t> </a:t>
            </a:r>
            <a:r>
              <a:rPr sz="4100" dirty="0"/>
              <a:t>an</a:t>
            </a:r>
            <a:r>
              <a:rPr sz="4100" spc="-35" dirty="0"/>
              <a:t> </a:t>
            </a:r>
            <a:r>
              <a:rPr sz="4100" dirty="0"/>
              <a:t>MQTT</a:t>
            </a:r>
            <a:r>
              <a:rPr sz="4100" spc="-40" dirty="0"/>
              <a:t> </a:t>
            </a:r>
            <a:r>
              <a:rPr sz="4100" dirty="0"/>
              <a:t>client</a:t>
            </a:r>
            <a:r>
              <a:rPr sz="4100" spc="-55" dirty="0"/>
              <a:t> </a:t>
            </a:r>
            <a:r>
              <a:rPr sz="4100" dirty="0"/>
              <a:t>connection</a:t>
            </a:r>
            <a:r>
              <a:rPr sz="4100" spc="-60" dirty="0"/>
              <a:t> </a:t>
            </a:r>
            <a:r>
              <a:rPr sz="4100" dirty="0"/>
              <a:t>to</a:t>
            </a:r>
            <a:r>
              <a:rPr sz="4100" spc="-25" dirty="0"/>
              <a:t> </a:t>
            </a:r>
            <a:r>
              <a:rPr sz="4100" spc="-20" dirty="0"/>
              <a:t>WIS2</a:t>
            </a:r>
            <a:endParaRPr sz="4100"/>
          </a:p>
        </p:txBody>
      </p:sp>
      <p:sp>
        <p:nvSpPr>
          <p:cNvPr id="2" name="object 2"/>
          <p:cNvSpPr txBox="1"/>
          <p:nvPr/>
        </p:nvSpPr>
        <p:spPr>
          <a:xfrm>
            <a:off x="205536" y="734313"/>
            <a:ext cx="11101070" cy="216027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85" normalizeH="0" baseline="0" noProof="0" dirty="0">
                <a:ln>
                  <a:noFill/>
                </a:ln>
                <a:solidFill>
                  <a:sysClr val="windowText" lastClr="000000"/>
                </a:solidFill>
                <a:effectLst/>
                <a:uLnTx/>
                <a:uFillTx/>
                <a:latin typeface="Trebuchet MS"/>
                <a:cs typeface="Trebuchet MS"/>
              </a:rPr>
              <a:t>MQTT</a:t>
            </a:r>
            <a:r>
              <a:rPr kumimoji="0" sz="2000" b="1" i="0" u="none" strike="noStrike" kern="0" cap="none" spc="-145" normalizeH="0" baseline="0" noProof="0" dirty="0">
                <a:ln>
                  <a:noFill/>
                </a:ln>
                <a:solidFill>
                  <a:sysClr val="windowText" lastClr="000000"/>
                </a:solidFill>
                <a:effectLst/>
                <a:uLnTx/>
                <a:uFillTx/>
                <a:latin typeface="Trebuchet MS"/>
                <a:cs typeface="Trebuchet MS"/>
              </a:rPr>
              <a:t> </a:t>
            </a:r>
            <a:r>
              <a:rPr kumimoji="0" sz="2000" b="1" i="0" u="none" strike="noStrike" kern="0" cap="none" spc="-30" normalizeH="0" baseline="0" noProof="0" dirty="0">
                <a:ln>
                  <a:noFill/>
                </a:ln>
                <a:solidFill>
                  <a:sysClr val="windowText" lastClr="000000"/>
                </a:solidFill>
                <a:effectLst/>
                <a:uLnTx/>
                <a:uFillTx/>
                <a:latin typeface="Trebuchet MS"/>
                <a:cs typeface="Trebuchet MS"/>
              </a:rPr>
              <a:t>client</a:t>
            </a:r>
            <a:r>
              <a:rPr kumimoji="0" sz="2000" b="1" i="0" u="none" strike="noStrike" kern="0" cap="none" spc="-16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1" i="0" u="none" strike="noStrike" kern="0" cap="none" spc="-135" normalizeH="0" baseline="0" noProof="0" dirty="0">
                <a:ln>
                  <a:noFill/>
                </a:ln>
                <a:solidFill>
                  <a:sysClr val="windowText" lastClr="000000"/>
                </a:solidFill>
                <a:effectLst/>
                <a:uLnTx/>
                <a:uFillTx/>
                <a:latin typeface="Trebuchet MS"/>
                <a:cs typeface="Trebuchet MS"/>
              </a:rPr>
              <a:t> </a:t>
            </a:r>
            <a:r>
              <a:rPr kumimoji="0" sz="2000" b="1" i="0" u="none" strike="noStrike" kern="0" cap="none" spc="-50" normalizeH="0" baseline="0" noProof="0" dirty="0">
                <a:ln>
                  <a:noFill/>
                </a:ln>
                <a:solidFill>
                  <a:sysClr val="windowText" lastClr="000000"/>
                </a:solidFill>
                <a:effectLst/>
                <a:uLnTx/>
                <a:uFillTx/>
                <a:latin typeface="Trebuchet MS"/>
                <a:cs typeface="Trebuchet MS"/>
              </a:rPr>
              <a:t>define</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35" normalizeH="0" baseline="0" noProof="0" dirty="0">
                <a:ln>
                  <a:noFill/>
                </a:ln>
                <a:solidFill>
                  <a:sysClr val="windowText" lastClr="000000"/>
                </a:solidFill>
                <a:effectLst/>
                <a:uLnTx/>
                <a:uFillTx/>
                <a:latin typeface="Trebuchet MS"/>
                <a:cs typeface="Trebuchet MS"/>
              </a:rPr>
              <a:t>one</a:t>
            </a:r>
            <a:r>
              <a:rPr kumimoji="0" sz="2000" b="1" i="0" u="none" strike="noStrike" kern="0" cap="none" spc="-145" normalizeH="0" baseline="0" noProof="0" dirty="0">
                <a:ln>
                  <a:noFill/>
                </a:ln>
                <a:solidFill>
                  <a:sysClr val="windowText" lastClr="000000"/>
                </a:solidFill>
                <a:effectLst/>
                <a:uLnTx/>
                <a:uFillTx/>
                <a:latin typeface="Trebuchet MS"/>
                <a:cs typeface="Trebuchet MS"/>
              </a:rPr>
              <a:t> </a:t>
            </a:r>
            <a:r>
              <a:rPr kumimoji="0" sz="2000" b="1" i="0" u="none" strike="noStrike" kern="0" cap="none" spc="-60" normalizeH="0" baseline="0" noProof="0" dirty="0">
                <a:ln>
                  <a:noFill/>
                </a:ln>
                <a:solidFill>
                  <a:sysClr val="windowText" lastClr="000000"/>
                </a:solidFill>
                <a:effectLst/>
                <a:uLnTx/>
                <a:uFillTx/>
                <a:latin typeface="Trebuchet MS"/>
                <a:cs typeface="Trebuchet MS"/>
              </a:rPr>
              <a:t>or</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45" normalizeH="0" baseline="0" noProof="0" dirty="0">
                <a:ln>
                  <a:noFill/>
                </a:ln>
                <a:solidFill>
                  <a:sysClr val="windowText" lastClr="000000"/>
                </a:solidFill>
                <a:effectLst/>
                <a:uLnTx/>
                <a:uFillTx/>
                <a:latin typeface="Trebuchet MS"/>
                <a:cs typeface="Trebuchet MS"/>
              </a:rPr>
              <a:t>more</a:t>
            </a:r>
            <a:r>
              <a:rPr kumimoji="0" sz="2000" b="1" i="0" u="none" strike="noStrike" kern="0" cap="none" spc="-135" normalizeH="0" baseline="0" noProof="0" dirty="0">
                <a:ln>
                  <a:noFill/>
                </a:ln>
                <a:solidFill>
                  <a:sysClr val="windowText" lastClr="000000"/>
                </a:solidFill>
                <a:effectLst/>
                <a:uLnTx/>
                <a:uFillTx/>
                <a:latin typeface="Trebuchet MS"/>
                <a:cs typeface="Trebuchet MS"/>
              </a:rPr>
              <a:t> </a:t>
            </a:r>
            <a:r>
              <a:rPr kumimoji="0" sz="2000" b="1" i="0" u="heavy" strike="noStrike" kern="0" cap="none" spc="0" normalizeH="0" baseline="0" noProof="0" dirty="0">
                <a:ln>
                  <a:noFill/>
                </a:ln>
                <a:solidFill>
                  <a:sysClr val="windowText" lastClr="000000"/>
                </a:solidFill>
                <a:effectLst/>
                <a:uLnTx/>
                <a:uFill>
                  <a:solidFill>
                    <a:srgbClr val="000000"/>
                  </a:solidFill>
                </a:uFill>
                <a:latin typeface="Trebuchet MS"/>
                <a:cs typeface="Trebuchet MS"/>
              </a:rPr>
              <a:t>topics</a:t>
            </a:r>
            <a:r>
              <a:rPr kumimoji="0" sz="2000" b="1" i="0" u="none" strike="noStrike" kern="0" cap="none" spc="-125" normalizeH="0" baseline="0" noProof="0" dirty="0">
                <a:ln>
                  <a:noFill/>
                </a:ln>
                <a:solidFill>
                  <a:sysClr val="windowText" lastClr="000000"/>
                </a:solidFill>
                <a:effectLst/>
                <a:uLnTx/>
                <a:uFillTx/>
                <a:latin typeface="Trebuchet MS"/>
                <a:cs typeface="Trebuchet MS"/>
              </a:rPr>
              <a:t> </a:t>
            </a:r>
            <a:r>
              <a:rPr kumimoji="0" sz="2000" b="1" i="0" u="none" strike="noStrike" kern="0" cap="none" spc="-55" normalizeH="0" baseline="0" noProof="0" dirty="0">
                <a:ln>
                  <a:noFill/>
                </a:ln>
                <a:solidFill>
                  <a:sysClr val="windowText" lastClr="000000"/>
                </a:solidFill>
                <a:effectLst/>
                <a:uLnTx/>
                <a:uFillTx/>
                <a:latin typeface="Trebuchet MS"/>
                <a:cs typeface="Trebuchet MS"/>
              </a:rPr>
              <a:t>to</a:t>
            </a:r>
            <a:r>
              <a:rPr kumimoji="0" sz="2000" b="1" i="0" u="none" strike="noStrike" kern="0" cap="none" spc="-13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subscribe</a:t>
            </a:r>
            <a:r>
              <a:rPr kumimoji="0" sz="2000" b="1" i="0" u="none" strike="noStrike" kern="0" cap="none" spc="-155" normalizeH="0" baseline="0" noProof="0" dirty="0">
                <a:ln>
                  <a:noFill/>
                </a:ln>
                <a:solidFill>
                  <a:sysClr val="windowText" lastClr="000000"/>
                </a:solidFill>
                <a:effectLst/>
                <a:uLnTx/>
                <a:uFillTx/>
                <a:latin typeface="Trebuchet MS"/>
                <a:cs typeface="Trebuchet MS"/>
              </a:rPr>
              <a:t> </a:t>
            </a:r>
            <a:r>
              <a:rPr kumimoji="0" sz="2000" b="1" i="0" u="none" strike="noStrike" kern="0" cap="none" spc="-95" normalizeH="0" baseline="0" noProof="0" dirty="0">
                <a:ln>
                  <a:noFill/>
                </a:ln>
                <a:solidFill>
                  <a:sysClr val="windowText" lastClr="000000"/>
                </a:solidFill>
                <a:effectLst/>
                <a:uLnTx/>
                <a:uFillTx/>
                <a:latin typeface="Trebuchet MS"/>
                <a:cs typeface="Trebuchet MS"/>
              </a:rPr>
              <a:t>to</a:t>
            </a:r>
            <a:r>
              <a:rPr kumimoji="0" sz="2000" b="0" i="0" u="none" strike="noStrike" kern="0" cap="none" spc="-95" normalizeH="0" baseline="0" noProof="0" dirty="0">
                <a:ln>
                  <a:noFill/>
                </a:ln>
                <a:solidFill>
                  <a:sysClr val="windowText" lastClr="000000"/>
                </a:solidFill>
                <a:effectLst/>
                <a:uLnTx/>
                <a:uFillTx/>
                <a:latin typeface="Trebuchet MS"/>
                <a:cs typeface="Trebuchet MS"/>
              </a:rPr>
              <a:t>,</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following</a:t>
            </a:r>
            <a:r>
              <a:rPr kumimoji="0" sz="2000" b="0"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25" normalizeH="0" baseline="0" noProof="0" dirty="0">
                <a:ln>
                  <a:noFill/>
                </a:ln>
                <a:solidFill>
                  <a:sysClr val="windowText" lastClr="000000"/>
                </a:solidFill>
                <a:effectLst/>
                <a:uLnTx/>
                <a:uFillTx/>
                <a:latin typeface="Trebuchet MS"/>
                <a:cs typeface="Trebuchet MS"/>
              </a:rPr>
              <a:t>wildcards</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can</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be</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used:</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0" marR="0" lvl="0" indent="0" defTabSz="914400" eaLnBrk="1" fontAlgn="auto" latinLnBrk="0" hangingPunct="1">
              <a:lnSpc>
                <a:spcPct val="100000"/>
              </a:lnSpc>
              <a:spcBef>
                <a:spcPts val="75"/>
              </a:spcBef>
              <a:spcAft>
                <a:spcPts val="0"/>
              </a:spcAft>
              <a:buClrTx/>
              <a:buSzTx/>
              <a:buFontTx/>
              <a:buNone/>
              <a:tabLst/>
              <a:defRPr/>
            </a:pP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0" i="0" u="none" strike="noStrike" kern="0" cap="none" spc="-25" normalizeH="0" baseline="0" noProof="0" dirty="0">
                <a:ln>
                  <a:noFill/>
                </a:ln>
                <a:solidFill>
                  <a:sysClr val="windowText" lastClr="000000"/>
                </a:solidFill>
                <a:effectLst/>
                <a:uLnTx/>
                <a:uFillTx/>
                <a:latin typeface="Trebuchet MS"/>
                <a:cs typeface="Trebuchet MS"/>
              </a:rPr>
              <a:t>Single-</a:t>
            </a:r>
            <a:r>
              <a:rPr kumimoji="0" sz="2000" b="0" i="0" u="none" strike="noStrike" kern="0" cap="none" spc="-75" normalizeH="0" baseline="0" noProof="0" dirty="0">
                <a:ln>
                  <a:noFill/>
                </a:ln>
                <a:solidFill>
                  <a:sysClr val="windowText" lastClr="000000"/>
                </a:solidFill>
                <a:effectLst/>
                <a:uLnTx/>
                <a:uFillTx/>
                <a:latin typeface="Trebuchet MS"/>
                <a:cs typeface="Trebuchet MS"/>
              </a:rPr>
              <a:t>level</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wildcard</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represented</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by</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plus</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symbol</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25" normalizeH="0" baseline="0" noProof="0" dirty="0">
                <a:ln>
                  <a:noFill/>
                </a:ln>
                <a:solidFill>
                  <a:sysClr val="windowText" lastClr="000000"/>
                </a:solidFill>
                <a:effectLst/>
                <a:uLnTx/>
                <a:uFillTx/>
                <a:latin typeface="Trebuchet MS"/>
                <a:cs typeface="Trebuchet MS"/>
              </a:rPr>
              <a:t>(+)</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0"/>
              </a:spcBef>
              <a:spcAft>
                <a:spcPts val="0"/>
              </a:spcAft>
              <a:buClrTx/>
              <a:buSzTx/>
              <a:buFont typeface="Arial MT"/>
              <a:buChar char="•"/>
              <a:tabLst>
                <a:tab pos="299085" algn="l"/>
              </a:tabLst>
              <a:defRPr/>
            </a:pPr>
            <a:r>
              <a:rPr kumimoji="0" sz="2000" b="0" i="0" u="none" strike="noStrike" kern="0" cap="none" spc="-35" normalizeH="0" baseline="0" noProof="0" dirty="0">
                <a:ln>
                  <a:noFill/>
                </a:ln>
                <a:solidFill>
                  <a:sysClr val="windowText" lastClr="000000"/>
                </a:solidFill>
                <a:effectLst/>
                <a:uLnTx/>
                <a:uFillTx/>
                <a:latin typeface="Trebuchet MS"/>
                <a:cs typeface="Trebuchet MS"/>
              </a:rPr>
              <a:t>any</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topic</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75" normalizeH="0" baseline="0" noProof="0" dirty="0">
                <a:ln>
                  <a:noFill/>
                </a:ln>
                <a:solidFill>
                  <a:sysClr val="windowText" lastClr="000000"/>
                </a:solidFill>
                <a:effectLst/>
                <a:uLnTx/>
                <a:uFillTx/>
                <a:latin typeface="Trebuchet MS"/>
                <a:cs typeface="Trebuchet MS"/>
              </a:rPr>
              <a:t>that</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contains</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an</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80" normalizeH="0" baseline="0" noProof="0" dirty="0">
                <a:ln>
                  <a:noFill/>
                </a:ln>
                <a:solidFill>
                  <a:sysClr val="windowText" lastClr="000000"/>
                </a:solidFill>
                <a:effectLst/>
                <a:uLnTx/>
                <a:uFillTx/>
                <a:latin typeface="Trebuchet MS"/>
                <a:cs typeface="Trebuchet MS"/>
              </a:rPr>
              <a:t>arbitrary</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50" normalizeH="0" baseline="0" noProof="0" dirty="0">
                <a:ln>
                  <a:noFill/>
                </a:ln>
                <a:solidFill>
                  <a:sysClr val="windowText" lastClr="000000"/>
                </a:solidFill>
                <a:effectLst/>
                <a:uLnTx/>
                <a:uFillTx/>
                <a:latin typeface="Trebuchet MS"/>
                <a:cs typeface="Trebuchet MS"/>
              </a:rPr>
              <a:t>string</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50" normalizeH="0" baseline="0" noProof="0" dirty="0">
                <a:ln>
                  <a:noFill/>
                </a:ln>
                <a:solidFill>
                  <a:sysClr val="windowText" lastClr="000000"/>
                </a:solidFill>
                <a:effectLst/>
                <a:uLnTx/>
                <a:uFillTx/>
                <a:latin typeface="Trebuchet MS"/>
                <a:cs typeface="Trebuchet MS"/>
              </a:rPr>
              <a:t>in</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place</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of</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the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wildcard</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85" normalizeH="0" baseline="0" noProof="0" dirty="0">
                <a:ln>
                  <a:noFill/>
                </a:ln>
                <a:solidFill>
                  <a:sysClr val="windowText" lastClr="000000"/>
                </a:solidFill>
                <a:effectLst/>
                <a:uLnTx/>
                <a:uFillTx/>
                <a:latin typeface="Trebuchet MS"/>
                <a:cs typeface="Trebuchet MS"/>
              </a:rPr>
              <a:t>will</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be</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matched</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0" marR="0" lvl="0" indent="0" defTabSz="914400" eaLnBrk="1" fontAlgn="auto" latinLnBrk="0" hangingPunct="1">
              <a:lnSpc>
                <a:spcPct val="100000"/>
              </a:lnSpc>
              <a:spcBef>
                <a:spcPts val="75"/>
              </a:spcBef>
              <a:spcAft>
                <a:spcPts val="0"/>
              </a:spcAft>
              <a:buClrTx/>
              <a:buSzTx/>
              <a:buFont typeface="Arial MT"/>
              <a:buChar char="•"/>
              <a:tabLst/>
              <a:defRPr/>
            </a:pP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5"/>
              </a:spcBef>
              <a:spcAft>
                <a:spcPts val="0"/>
              </a:spcAft>
              <a:buClrTx/>
              <a:buSzTx/>
              <a:buFontTx/>
              <a:buNone/>
              <a:tabLst/>
              <a:defRPr/>
            </a:pPr>
            <a:r>
              <a:rPr kumimoji="0" sz="2000" b="0" i="0" u="none" strike="noStrike" kern="0" cap="none" spc="-45" normalizeH="0" baseline="0" noProof="0" dirty="0">
                <a:ln>
                  <a:noFill/>
                </a:ln>
                <a:solidFill>
                  <a:sysClr val="windowText" lastClr="000000"/>
                </a:solidFill>
                <a:effectLst/>
                <a:uLnTx/>
                <a:uFillTx/>
                <a:latin typeface="Trebuchet MS"/>
                <a:cs typeface="Trebuchet MS"/>
              </a:rPr>
              <a:t>Multi-</a:t>
            </a:r>
            <a:r>
              <a:rPr kumimoji="0" sz="2000" b="0" i="0" u="none" strike="noStrike" kern="0" cap="none" spc="-70" normalizeH="0" baseline="0" noProof="0" dirty="0">
                <a:ln>
                  <a:noFill/>
                </a:ln>
                <a:solidFill>
                  <a:sysClr val="windowText" lastClr="000000"/>
                </a:solidFill>
                <a:effectLst/>
                <a:uLnTx/>
                <a:uFillTx/>
                <a:latin typeface="Trebuchet MS"/>
                <a:cs typeface="Trebuchet MS"/>
              </a:rPr>
              <a:t>level</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wildcard</a:t>
            </a:r>
            <a:r>
              <a:rPr kumimoji="0" sz="2000" b="0"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represented</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by</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hash</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symbol</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25" normalizeH="0" baseline="0" noProof="0" dirty="0">
                <a:ln>
                  <a:noFill/>
                </a:ln>
                <a:solidFill>
                  <a:sysClr val="windowText" lastClr="000000"/>
                </a:solidFill>
                <a:effectLst/>
                <a:uLnTx/>
                <a:uFillTx/>
                <a:latin typeface="Trebuchet MS"/>
                <a:cs typeface="Trebuchet MS"/>
              </a:rPr>
              <a:t>(#)</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0"/>
              </a:spcBef>
              <a:spcAft>
                <a:spcPts val="0"/>
              </a:spcAft>
              <a:buClrTx/>
              <a:buSzTx/>
              <a:buFont typeface="Arial MT"/>
              <a:buChar char="•"/>
              <a:tabLst>
                <a:tab pos="299085" algn="l"/>
              </a:tabLst>
              <a:defRPr/>
            </a:pPr>
            <a:r>
              <a:rPr kumimoji="0" sz="2000" b="0" i="0" u="none" strike="noStrike" kern="0" cap="none" spc="-35" normalizeH="0" baseline="0" noProof="0" dirty="0">
                <a:ln>
                  <a:noFill/>
                </a:ln>
                <a:solidFill>
                  <a:sysClr val="windowText" lastClr="000000"/>
                </a:solidFill>
                <a:effectLst/>
                <a:uLnTx/>
                <a:uFillTx/>
                <a:latin typeface="Trebuchet MS"/>
                <a:cs typeface="Trebuchet MS"/>
              </a:rPr>
              <a:t>any</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topic</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75" normalizeH="0" baseline="0" noProof="0" dirty="0">
                <a:ln>
                  <a:noFill/>
                </a:ln>
                <a:solidFill>
                  <a:sysClr val="windowText" lastClr="000000"/>
                </a:solidFill>
                <a:effectLst/>
                <a:uLnTx/>
                <a:uFillTx/>
                <a:latin typeface="Trebuchet MS"/>
                <a:cs typeface="Trebuchet MS"/>
              </a:rPr>
              <a:t>that</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begins</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80" normalizeH="0" baseline="0" noProof="0" dirty="0">
                <a:ln>
                  <a:noFill/>
                </a:ln>
                <a:solidFill>
                  <a:sysClr val="windowText" lastClr="000000"/>
                </a:solidFill>
                <a:effectLst/>
                <a:uLnTx/>
                <a:uFillTx/>
                <a:latin typeface="Trebuchet MS"/>
                <a:cs typeface="Trebuchet MS"/>
              </a:rPr>
              <a:t>with</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70" normalizeH="0" baseline="0" noProof="0" dirty="0">
                <a:ln>
                  <a:noFill/>
                </a:ln>
                <a:solidFill>
                  <a:sysClr val="windowText" lastClr="000000"/>
                </a:solidFill>
                <a:effectLst/>
                <a:uLnTx/>
                <a:uFillTx/>
                <a:latin typeface="Trebuchet MS"/>
                <a:cs typeface="Trebuchet MS"/>
              </a:rPr>
              <a:t>pattern</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before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85" normalizeH="0" baseline="0" noProof="0" dirty="0">
                <a:ln>
                  <a:noFill/>
                </a:ln>
                <a:solidFill>
                  <a:sysClr val="windowText" lastClr="000000"/>
                </a:solidFill>
                <a:effectLst/>
                <a:uLnTx/>
                <a:uFillTx/>
                <a:latin typeface="Trebuchet MS"/>
                <a:cs typeface="Trebuchet MS"/>
              </a:rPr>
              <a:t>will</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be</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matched</a:t>
            </a:r>
            <a:r>
              <a:rPr kumimoji="0" sz="2000" b="0" i="0" u="none" strike="noStrike" kern="0" cap="none" spc="-180"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(must</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be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placed</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80" normalizeH="0" baseline="0" noProof="0" dirty="0">
                <a:ln>
                  <a:noFill/>
                </a:ln>
                <a:solidFill>
                  <a:sysClr val="windowText" lastClr="000000"/>
                </a:solidFill>
                <a:effectLst/>
                <a:uLnTx/>
                <a:uFillTx/>
                <a:latin typeface="Trebuchet MS"/>
                <a:cs typeface="Trebuchet MS"/>
              </a:rPr>
              <a:t>as</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last</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character)</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pic>
        <p:nvPicPr>
          <p:cNvPr id="3" name="object 3"/>
          <p:cNvPicPr/>
          <p:nvPr/>
        </p:nvPicPr>
        <p:blipFill>
          <a:blip r:embed="rId2" cstate="print"/>
          <a:stretch>
            <a:fillRect/>
          </a:stretch>
        </p:blipFill>
        <p:spPr>
          <a:xfrm>
            <a:off x="307530" y="3055192"/>
            <a:ext cx="7320788" cy="3716909"/>
          </a:xfrm>
          <a:prstGeom prst="rect">
            <a:avLst/>
          </a:prstGeom>
        </p:spPr>
      </p:pic>
      <p:sp>
        <p:nvSpPr>
          <p:cNvPr id="4" name="object 4"/>
          <p:cNvSpPr txBox="1"/>
          <p:nvPr/>
        </p:nvSpPr>
        <p:spPr>
          <a:xfrm>
            <a:off x="8251952" y="4246245"/>
            <a:ext cx="3340735" cy="112268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65" normalizeH="0" baseline="0" noProof="0" dirty="0">
                <a:ln>
                  <a:noFill/>
                </a:ln>
                <a:solidFill>
                  <a:srgbClr val="44536A"/>
                </a:solidFill>
                <a:effectLst/>
                <a:uLnTx/>
                <a:uFillTx/>
                <a:latin typeface="Trebuchet MS"/>
                <a:cs typeface="Trebuchet MS"/>
              </a:rPr>
              <a:t>QoS</a:t>
            </a:r>
            <a:r>
              <a:rPr kumimoji="0" sz="1800" b="1" i="0" u="none" strike="noStrike" kern="0" cap="none" spc="-155" normalizeH="0" baseline="0" noProof="0" dirty="0">
                <a:ln>
                  <a:noFill/>
                </a:ln>
                <a:solidFill>
                  <a:srgbClr val="44536A"/>
                </a:solidFill>
                <a:effectLst/>
                <a:uLnTx/>
                <a:uFillTx/>
                <a:latin typeface="Trebuchet MS"/>
                <a:cs typeface="Trebuchet MS"/>
              </a:rPr>
              <a:t> </a:t>
            </a:r>
            <a:r>
              <a:rPr kumimoji="0" sz="1800" b="1" i="0" u="none" strike="noStrike" kern="0" cap="none" spc="-50" normalizeH="0" baseline="0" noProof="0" dirty="0">
                <a:ln>
                  <a:noFill/>
                </a:ln>
                <a:solidFill>
                  <a:srgbClr val="44536A"/>
                </a:solidFill>
                <a:effectLst/>
                <a:uLnTx/>
                <a:uFillTx/>
                <a:latin typeface="Trebuchet MS"/>
                <a:cs typeface="Trebuchet MS"/>
              </a:rPr>
              <a:t>(Quality</a:t>
            </a:r>
            <a:r>
              <a:rPr kumimoji="0" sz="1800" b="1" i="0" u="none" strike="noStrike" kern="0" cap="none" spc="-160" normalizeH="0" baseline="0" noProof="0" dirty="0">
                <a:ln>
                  <a:noFill/>
                </a:ln>
                <a:solidFill>
                  <a:srgbClr val="44536A"/>
                </a:solidFill>
                <a:effectLst/>
                <a:uLnTx/>
                <a:uFillTx/>
                <a:latin typeface="Trebuchet MS"/>
                <a:cs typeface="Trebuchet MS"/>
              </a:rPr>
              <a:t> </a:t>
            </a:r>
            <a:r>
              <a:rPr kumimoji="0" sz="1800" b="1" i="0" u="none" strike="noStrike" kern="0" cap="none" spc="-35" normalizeH="0" baseline="0" noProof="0" dirty="0">
                <a:ln>
                  <a:noFill/>
                </a:ln>
                <a:solidFill>
                  <a:srgbClr val="44536A"/>
                </a:solidFill>
                <a:effectLst/>
                <a:uLnTx/>
                <a:uFillTx/>
                <a:latin typeface="Trebuchet MS"/>
                <a:cs typeface="Trebuchet MS"/>
              </a:rPr>
              <a:t>of</a:t>
            </a:r>
            <a:r>
              <a:rPr kumimoji="0" sz="1800" b="1" i="0" u="none" strike="noStrike" kern="0" cap="none" spc="-155" normalizeH="0" baseline="0" noProof="0" dirty="0">
                <a:ln>
                  <a:noFill/>
                </a:ln>
                <a:solidFill>
                  <a:srgbClr val="44536A"/>
                </a:solidFill>
                <a:effectLst/>
                <a:uLnTx/>
                <a:uFillTx/>
                <a:latin typeface="Trebuchet MS"/>
                <a:cs typeface="Trebuchet MS"/>
              </a:rPr>
              <a:t> </a:t>
            </a:r>
            <a:r>
              <a:rPr kumimoji="0" sz="1800" b="1" i="0" u="none" strike="noStrike" kern="0" cap="none" spc="-10" normalizeH="0" baseline="0" noProof="0" dirty="0">
                <a:ln>
                  <a:noFill/>
                </a:ln>
                <a:solidFill>
                  <a:srgbClr val="44536A"/>
                </a:solidFill>
                <a:effectLst/>
                <a:uLnTx/>
                <a:uFillTx/>
                <a:latin typeface="Trebuchet MS"/>
                <a:cs typeface="Trebuchet MS"/>
              </a:rPr>
              <a:t>Service)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80" normalizeH="0" baseline="0" noProof="0" dirty="0">
                <a:ln>
                  <a:noFill/>
                </a:ln>
                <a:solidFill>
                  <a:srgbClr val="44536A"/>
                </a:solidFill>
                <a:effectLst/>
                <a:uLnTx/>
                <a:uFillTx/>
                <a:latin typeface="Trebuchet MS"/>
                <a:cs typeface="Trebuchet MS"/>
              </a:rPr>
              <a:t>0:</a:t>
            </a:r>
            <a:r>
              <a:rPr kumimoji="0" sz="1800" b="0" i="0" u="none" strike="noStrike" kern="0" cap="none" spc="-250" normalizeH="0" baseline="0" noProof="0" dirty="0">
                <a:ln>
                  <a:noFill/>
                </a:ln>
                <a:solidFill>
                  <a:srgbClr val="44536A"/>
                </a:solidFill>
                <a:effectLst/>
                <a:uLnTx/>
                <a:uFillTx/>
                <a:latin typeface="Trebuchet MS"/>
                <a:cs typeface="Trebuchet MS"/>
              </a:rPr>
              <a:t> </a:t>
            </a:r>
            <a:r>
              <a:rPr kumimoji="0" sz="1800" b="0" i="0" u="none" strike="noStrike" kern="0" cap="none" spc="-140" normalizeH="0" baseline="0" noProof="0" dirty="0">
                <a:ln>
                  <a:noFill/>
                </a:ln>
                <a:solidFill>
                  <a:srgbClr val="44536A"/>
                </a:solidFill>
                <a:effectLst/>
                <a:uLnTx/>
                <a:uFillTx/>
                <a:latin typeface="Trebuchet MS"/>
                <a:cs typeface="Trebuchet MS"/>
              </a:rPr>
              <a:t>“At</a:t>
            </a:r>
            <a:r>
              <a:rPr kumimoji="0" sz="1800" b="0" i="0" u="none" strike="noStrike" kern="0" cap="none" spc="-160" normalizeH="0" baseline="0" noProof="0" dirty="0">
                <a:ln>
                  <a:noFill/>
                </a:ln>
                <a:solidFill>
                  <a:srgbClr val="44536A"/>
                </a:solidFill>
                <a:effectLst/>
                <a:uLnTx/>
                <a:uFillTx/>
                <a:latin typeface="Trebuchet MS"/>
                <a:cs typeface="Trebuchet MS"/>
              </a:rPr>
              <a:t> </a:t>
            </a:r>
            <a:r>
              <a:rPr kumimoji="0" sz="1800" b="0" i="0" u="none" strike="noStrike" kern="0" cap="none" spc="0" normalizeH="0" baseline="0" noProof="0" dirty="0">
                <a:ln>
                  <a:noFill/>
                </a:ln>
                <a:solidFill>
                  <a:srgbClr val="44536A"/>
                </a:solidFill>
                <a:effectLst/>
                <a:uLnTx/>
                <a:uFillTx/>
                <a:latin typeface="Trebuchet MS"/>
                <a:cs typeface="Trebuchet MS"/>
              </a:rPr>
              <a:t>most</a:t>
            </a:r>
            <a:r>
              <a:rPr kumimoji="0" sz="1800" b="0" i="0" u="none" strike="noStrike" kern="0" cap="none" spc="-150" normalizeH="0" baseline="0" noProof="0" dirty="0">
                <a:ln>
                  <a:noFill/>
                </a:ln>
                <a:solidFill>
                  <a:srgbClr val="44536A"/>
                </a:solidFill>
                <a:effectLst/>
                <a:uLnTx/>
                <a:uFillTx/>
                <a:latin typeface="Trebuchet MS"/>
                <a:cs typeface="Trebuchet MS"/>
              </a:rPr>
              <a:t> </a:t>
            </a:r>
            <a:r>
              <a:rPr kumimoji="0" sz="1800" b="0" i="0" u="none" strike="noStrike" kern="0" cap="none" spc="-10" normalizeH="0" baseline="0" noProof="0" dirty="0">
                <a:ln>
                  <a:noFill/>
                </a:ln>
                <a:solidFill>
                  <a:srgbClr val="44536A"/>
                </a:solidFill>
                <a:effectLst/>
                <a:uLnTx/>
                <a:uFillTx/>
                <a:latin typeface="Trebuchet MS"/>
                <a:cs typeface="Trebuchet MS"/>
              </a:rPr>
              <a:t>once”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80" normalizeH="0" baseline="0" noProof="0" dirty="0">
                <a:ln>
                  <a:noFill/>
                </a:ln>
                <a:solidFill>
                  <a:srgbClr val="44536A"/>
                </a:solidFill>
                <a:effectLst/>
                <a:uLnTx/>
                <a:uFillTx/>
                <a:latin typeface="Trebuchet MS"/>
                <a:cs typeface="Trebuchet MS"/>
              </a:rPr>
              <a:t>1:</a:t>
            </a:r>
            <a:r>
              <a:rPr kumimoji="0" sz="1800" b="0" i="0" u="none" strike="noStrike" kern="0" cap="none" spc="-250" normalizeH="0" baseline="0" noProof="0" dirty="0">
                <a:ln>
                  <a:noFill/>
                </a:ln>
                <a:solidFill>
                  <a:srgbClr val="44536A"/>
                </a:solidFill>
                <a:effectLst/>
                <a:uLnTx/>
                <a:uFillTx/>
                <a:latin typeface="Trebuchet MS"/>
                <a:cs typeface="Trebuchet MS"/>
              </a:rPr>
              <a:t> </a:t>
            </a:r>
            <a:r>
              <a:rPr kumimoji="0" sz="1800" b="0" i="0" u="none" strike="noStrike" kern="0" cap="none" spc="-140" normalizeH="0" baseline="0" noProof="0" dirty="0">
                <a:ln>
                  <a:noFill/>
                </a:ln>
                <a:solidFill>
                  <a:srgbClr val="44536A"/>
                </a:solidFill>
                <a:effectLst/>
                <a:uLnTx/>
                <a:uFillTx/>
                <a:latin typeface="Trebuchet MS"/>
                <a:cs typeface="Trebuchet MS"/>
              </a:rPr>
              <a:t>“At</a:t>
            </a:r>
            <a:r>
              <a:rPr kumimoji="0" sz="1800" b="0" i="0" u="none" strike="noStrike" kern="0" cap="none" spc="-150" normalizeH="0" baseline="0" noProof="0" dirty="0">
                <a:ln>
                  <a:noFill/>
                </a:ln>
                <a:solidFill>
                  <a:srgbClr val="44536A"/>
                </a:solidFill>
                <a:effectLst/>
                <a:uLnTx/>
                <a:uFillTx/>
                <a:latin typeface="Trebuchet MS"/>
                <a:cs typeface="Trebuchet MS"/>
              </a:rPr>
              <a:t> </a:t>
            </a:r>
            <a:r>
              <a:rPr kumimoji="0" sz="1800" b="0" i="0" u="none" strike="noStrike" kern="0" cap="none" spc="-30" normalizeH="0" baseline="0" noProof="0" dirty="0">
                <a:ln>
                  <a:noFill/>
                </a:ln>
                <a:solidFill>
                  <a:srgbClr val="44536A"/>
                </a:solidFill>
                <a:effectLst/>
                <a:uLnTx/>
                <a:uFillTx/>
                <a:latin typeface="Trebuchet MS"/>
                <a:cs typeface="Trebuchet MS"/>
              </a:rPr>
              <a:t>least</a:t>
            </a:r>
            <a:r>
              <a:rPr kumimoji="0" sz="1800" b="0" i="0" u="none" strike="noStrike" kern="0" cap="none" spc="-150" normalizeH="0" baseline="0" noProof="0" dirty="0">
                <a:ln>
                  <a:noFill/>
                </a:ln>
                <a:solidFill>
                  <a:srgbClr val="44536A"/>
                </a:solidFill>
                <a:effectLst/>
                <a:uLnTx/>
                <a:uFillTx/>
                <a:latin typeface="Trebuchet MS"/>
                <a:cs typeface="Trebuchet MS"/>
              </a:rPr>
              <a:t> </a:t>
            </a:r>
            <a:r>
              <a:rPr kumimoji="0" sz="1800" b="0" i="0" u="none" strike="noStrike" kern="0" cap="none" spc="-40" normalizeH="0" baseline="0" noProof="0" dirty="0">
                <a:ln>
                  <a:noFill/>
                </a:ln>
                <a:solidFill>
                  <a:srgbClr val="44536A"/>
                </a:solidFill>
                <a:effectLst/>
                <a:uLnTx/>
                <a:uFillTx/>
                <a:latin typeface="Trebuchet MS"/>
                <a:cs typeface="Trebuchet MS"/>
              </a:rPr>
              <a:t>once”</a:t>
            </a:r>
            <a:r>
              <a:rPr kumimoji="0" sz="1800" b="0" i="0" u="none" strike="noStrike" kern="0" cap="none" spc="-235" normalizeH="0" baseline="0" noProof="0" dirty="0">
                <a:ln>
                  <a:noFill/>
                </a:ln>
                <a:solidFill>
                  <a:srgbClr val="44536A"/>
                </a:solidFill>
                <a:effectLst/>
                <a:uLnTx/>
                <a:uFillTx/>
                <a:latin typeface="Trebuchet MS"/>
                <a:cs typeface="Trebuchet MS"/>
              </a:rPr>
              <a:t> </a:t>
            </a:r>
            <a:r>
              <a:rPr kumimoji="0" sz="1800" b="0" i="0" u="none" strike="noStrike" kern="0" cap="none" spc="-25" normalizeH="0" baseline="0" noProof="0" dirty="0">
                <a:ln>
                  <a:noFill/>
                </a:ln>
                <a:solidFill>
                  <a:srgbClr val="44536A"/>
                </a:solidFill>
                <a:effectLst/>
                <a:uLnTx/>
                <a:uFillTx/>
                <a:latin typeface="Trebuchet MS"/>
                <a:cs typeface="Trebuchet MS"/>
              </a:rPr>
              <a:t>(recommended) </a:t>
            </a:r>
            <a:r>
              <a:rPr kumimoji="0" sz="1800" b="0" i="0" u="none" strike="noStrike" kern="0" cap="none" spc="-80" normalizeH="0" baseline="0" noProof="0" dirty="0">
                <a:ln>
                  <a:noFill/>
                </a:ln>
                <a:solidFill>
                  <a:srgbClr val="44536A"/>
                </a:solidFill>
                <a:effectLst/>
                <a:uLnTx/>
                <a:uFillTx/>
                <a:latin typeface="Trebuchet MS"/>
                <a:cs typeface="Trebuchet MS"/>
              </a:rPr>
              <a:t>2:</a:t>
            </a:r>
            <a:r>
              <a:rPr kumimoji="0" sz="1800" b="0" i="0" u="none" strike="noStrike" kern="0" cap="none" spc="-235" normalizeH="0" baseline="0" noProof="0" dirty="0">
                <a:ln>
                  <a:noFill/>
                </a:ln>
                <a:solidFill>
                  <a:srgbClr val="44536A"/>
                </a:solidFill>
                <a:effectLst/>
                <a:uLnTx/>
                <a:uFillTx/>
                <a:latin typeface="Trebuchet MS"/>
                <a:cs typeface="Trebuchet MS"/>
              </a:rPr>
              <a:t> </a:t>
            </a:r>
            <a:r>
              <a:rPr kumimoji="0" sz="1800" b="0" i="0" u="none" strike="noStrike" kern="0" cap="none" spc="-70" normalizeH="0" baseline="0" noProof="0" dirty="0">
                <a:ln>
                  <a:noFill/>
                </a:ln>
                <a:solidFill>
                  <a:srgbClr val="44536A"/>
                </a:solidFill>
                <a:effectLst/>
                <a:uLnTx/>
                <a:uFillTx/>
                <a:latin typeface="Trebuchet MS"/>
                <a:cs typeface="Trebuchet MS"/>
              </a:rPr>
              <a:t>“Exactly</a:t>
            </a:r>
            <a:r>
              <a:rPr kumimoji="0" sz="1800" b="0" i="0" u="none" strike="noStrike" kern="0" cap="none" spc="-110" normalizeH="0" baseline="0" noProof="0" dirty="0">
                <a:ln>
                  <a:noFill/>
                </a:ln>
                <a:solidFill>
                  <a:srgbClr val="44536A"/>
                </a:solidFill>
                <a:effectLst/>
                <a:uLnTx/>
                <a:uFillTx/>
                <a:latin typeface="Trebuchet MS"/>
                <a:cs typeface="Trebuchet MS"/>
              </a:rPr>
              <a:t> </a:t>
            </a:r>
            <a:r>
              <a:rPr kumimoji="0" sz="1800" b="0" i="0" u="none" strike="noStrike" kern="0" cap="none" spc="-10" normalizeH="0" baseline="0" noProof="0" dirty="0">
                <a:ln>
                  <a:noFill/>
                </a:ln>
                <a:solidFill>
                  <a:srgbClr val="44536A"/>
                </a:solidFill>
                <a:effectLst/>
                <a:uLnTx/>
                <a:uFillTx/>
                <a:latin typeface="Trebuchet MS"/>
                <a:cs typeface="Trebuchet MS"/>
              </a:rPr>
              <a:t>once”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41523" y="6436867"/>
            <a:ext cx="9162415"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001F5F"/>
                </a:solidFill>
                <a:latin typeface="Verdana"/>
                <a:cs typeface="Verdana"/>
              </a:rPr>
              <a:t>New</a:t>
            </a:r>
            <a:r>
              <a:rPr sz="1600" spc="-35" dirty="0">
                <a:solidFill>
                  <a:srgbClr val="001F5F"/>
                </a:solidFill>
                <a:latin typeface="Verdana"/>
                <a:cs typeface="Verdana"/>
              </a:rPr>
              <a:t> </a:t>
            </a:r>
            <a:r>
              <a:rPr sz="1600" spc="-20" dirty="0">
                <a:solidFill>
                  <a:srgbClr val="001F5F"/>
                </a:solidFill>
                <a:latin typeface="Verdana"/>
                <a:cs typeface="Verdana"/>
              </a:rPr>
              <a:t>sub-</a:t>
            </a:r>
            <a:r>
              <a:rPr sz="1600" dirty="0">
                <a:solidFill>
                  <a:srgbClr val="001F5F"/>
                </a:solidFill>
                <a:latin typeface="Verdana"/>
                <a:cs typeface="Verdana"/>
              </a:rPr>
              <a:t>discipline</a:t>
            </a:r>
            <a:r>
              <a:rPr sz="1600" spc="15" dirty="0">
                <a:solidFill>
                  <a:srgbClr val="001F5F"/>
                </a:solidFill>
                <a:latin typeface="Verdana"/>
                <a:cs typeface="Verdana"/>
              </a:rPr>
              <a:t> </a:t>
            </a:r>
            <a:r>
              <a:rPr sz="1600" dirty="0">
                <a:solidFill>
                  <a:srgbClr val="001F5F"/>
                </a:solidFill>
                <a:latin typeface="Verdana"/>
                <a:cs typeface="Verdana"/>
              </a:rPr>
              <a:t>topics</a:t>
            </a:r>
            <a:r>
              <a:rPr sz="1600" spc="-20" dirty="0">
                <a:solidFill>
                  <a:srgbClr val="001F5F"/>
                </a:solidFill>
                <a:latin typeface="Verdana"/>
                <a:cs typeface="Verdana"/>
              </a:rPr>
              <a:t> </a:t>
            </a:r>
            <a:r>
              <a:rPr sz="1600" dirty="0">
                <a:solidFill>
                  <a:srgbClr val="001F5F"/>
                </a:solidFill>
                <a:latin typeface="Verdana"/>
                <a:cs typeface="Verdana"/>
              </a:rPr>
              <a:t>may</a:t>
            </a:r>
            <a:r>
              <a:rPr sz="1600" spc="-15" dirty="0">
                <a:solidFill>
                  <a:srgbClr val="001F5F"/>
                </a:solidFill>
                <a:latin typeface="Verdana"/>
                <a:cs typeface="Verdana"/>
              </a:rPr>
              <a:t> </a:t>
            </a:r>
            <a:r>
              <a:rPr sz="1600" dirty="0">
                <a:solidFill>
                  <a:srgbClr val="001F5F"/>
                </a:solidFill>
                <a:latin typeface="Verdana"/>
                <a:cs typeface="Verdana"/>
              </a:rPr>
              <a:t>be</a:t>
            </a:r>
            <a:r>
              <a:rPr sz="1600" spc="-45" dirty="0">
                <a:solidFill>
                  <a:srgbClr val="001F5F"/>
                </a:solidFill>
                <a:latin typeface="Verdana"/>
                <a:cs typeface="Verdana"/>
              </a:rPr>
              <a:t> </a:t>
            </a:r>
            <a:r>
              <a:rPr sz="1600" dirty="0">
                <a:solidFill>
                  <a:srgbClr val="001F5F"/>
                </a:solidFill>
                <a:latin typeface="Verdana"/>
                <a:cs typeface="Verdana"/>
              </a:rPr>
              <a:t>added</a:t>
            </a:r>
            <a:r>
              <a:rPr sz="1600" spc="-30" dirty="0">
                <a:solidFill>
                  <a:srgbClr val="001F5F"/>
                </a:solidFill>
                <a:latin typeface="Verdana"/>
                <a:cs typeface="Verdana"/>
              </a:rPr>
              <a:t> </a:t>
            </a:r>
            <a:r>
              <a:rPr sz="1600" dirty="0">
                <a:solidFill>
                  <a:srgbClr val="001F5F"/>
                </a:solidFill>
                <a:latin typeface="Verdana"/>
                <a:cs typeface="Verdana"/>
              </a:rPr>
              <a:t>as</a:t>
            </a:r>
            <a:r>
              <a:rPr sz="1600" spc="-30" dirty="0">
                <a:solidFill>
                  <a:srgbClr val="001F5F"/>
                </a:solidFill>
                <a:latin typeface="Verdana"/>
                <a:cs typeface="Verdana"/>
              </a:rPr>
              <a:t> </a:t>
            </a:r>
            <a:r>
              <a:rPr sz="1600" dirty="0">
                <a:solidFill>
                  <a:srgbClr val="001F5F"/>
                </a:solidFill>
                <a:latin typeface="Verdana"/>
                <a:cs typeface="Verdana"/>
              </a:rPr>
              <a:t>part</a:t>
            </a:r>
            <a:r>
              <a:rPr sz="1600" spc="-35" dirty="0">
                <a:solidFill>
                  <a:srgbClr val="001F5F"/>
                </a:solidFill>
                <a:latin typeface="Verdana"/>
                <a:cs typeface="Verdana"/>
              </a:rPr>
              <a:t> </a:t>
            </a:r>
            <a:r>
              <a:rPr sz="1600" dirty="0">
                <a:solidFill>
                  <a:srgbClr val="001F5F"/>
                </a:solidFill>
                <a:latin typeface="Verdana"/>
                <a:cs typeface="Verdana"/>
              </a:rPr>
              <a:t>of</a:t>
            </a:r>
            <a:r>
              <a:rPr sz="1600" spc="-35" dirty="0">
                <a:solidFill>
                  <a:srgbClr val="001F5F"/>
                </a:solidFill>
                <a:latin typeface="Verdana"/>
                <a:cs typeface="Verdana"/>
              </a:rPr>
              <a:t> </a:t>
            </a:r>
            <a:r>
              <a:rPr sz="1600" dirty="0">
                <a:solidFill>
                  <a:srgbClr val="001F5F"/>
                </a:solidFill>
                <a:latin typeface="Verdana"/>
                <a:cs typeface="Verdana"/>
              </a:rPr>
              <a:t>the</a:t>
            </a:r>
            <a:r>
              <a:rPr sz="1600" spc="-35" dirty="0">
                <a:solidFill>
                  <a:srgbClr val="001F5F"/>
                </a:solidFill>
                <a:latin typeface="Verdana"/>
                <a:cs typeface="Verdana"/>
              </a:rPr>
              <a:t> </a:t>
            </a:r>
            <a:r>
              <a:rPr sz="1600" dirty="0">
                <a:solidFill>
                  <a:srgbClr val="001F5F"/>
                </a:solidFill>
                <a:latin typeface="Verdana"/>
                <a:cs typeface="Verdana"/>
              </a:rPr>
              <a:t>WIS2</a:t>
            </a:r>
            <a:r>
              <a:rPr sz="1600" spc="-50" dirty="0">
                <a:solidFill>
                  <a:srgbClr val="001F5F"/>
                </a:solidFill>
                <a:latin typeface="Verdana"/>
                <a:cs typeface="Verdana"/>
              </a:rPr>
              <a:t> </a:t>
            </a:r>
            <a:r>
              <a:rPr sz="1600" dirty="0">
                <a:solidFill>
                  <a:srgbClr val="001F5F"/>
                </a:solidFill>
                <a:latin typeface="Verdana"/>
                <a:cs typeface="Verdana"/>
              </a:rPr>
              <a:t>Metadata</a:t>
            </a:r>
            <a:r>
              <a:rPr sz="1600" spc="-15" dirty="0">
                <a:solidFill>
                  <a:srgbClr val="001F5F"/>
                </a:solidFill>
                <a:latin typeface="Verdana"/>
                <a:cs typeface="Verdana"/>
              </a:rPr>
              <a:t> </a:t>
            </a:r>
            <a:r>
              <a:rPr sz="1600" spc="-25" dirty="0">
                <a:solidFill>
                  <a:srgbClr val="001F5F"/>
                </a:solidFill>
                <a:latin typeface="Verdana"/>
                <a:cs typeface="Verdana"/>
              </a:rPr>
              <a:t>fast-</a:t>
            </a:r>
            <a:r>
              <a:rPr sz="1600" dirty="0">
                <a:solidFill>
                  <a:srgbClr val="001F5F"/>
                </a:solidFill>
                <a:latin typeface="Verdana"/>
                <a:cs typeface="Verdana"/>
              </a:rPr>
              <a:t>track</a:t>
            </a:r>
            <a:r>
              <a:rPr sz="1600" spc="-5" dirty="0">
                <a:solidFill>
                  <a:srgbClr val="001F5F"/>
                </a:solidFill>
                <a:latin typeface="Verdana"/>
                <a:cs typeface="Verdana"/>
              </a:rPr>
              <a:t> </a:t>
            </a:r>
            <a:r>
              <a:rPr sz="1600" spc="55" dirty="0">
                <a:solidFill>
                  <a:srgbClr val="001F5F"/>
                </a:solidFill>
                <a:latin typeface="Verdana"/>
                <a:cs typeface="Verdana"/>
              </a:rPr>
              <a:t>p</a:t>
            </a:r>
            <a:r>
              <a:rPr sz="1600" spc="60" dirty="0">
                <a:solidFill>
                  <a:srgbClr val="001F5F"/>
                </a:solidFill>
                <a:latin typeface="Verdana"/>
                <a:cs typeface="Verdana"/>
              </a:rPr>
              <a:t>r</a:t>
            </a:r>
            <a:r>
              <a:rPr sz="1600" spc="55" dirty="0">
                <a:solidFill>
                  <a:srgbClr val="001F5F"/>
                </a:solidFill>
                <a:latin typeface="Verdana"/>
                <a:cs typeface="Verdana"/>
              </a:rPr>
              <a:t>oces</a:t>
            </a:r>
            <a:r>
              <a:rPr sz="1600" spc="-560" dirty="0">
                <a:solidFill>
                  <a:srgbClr val="001F5F"/>
                </a:solidFill>
                <a:latin typeface="Verdana"/>
                <a:cs typeface="Verdana"/>
              </a:rPr>
              <a:t>s</a:t>
            </a:r>
            <a:r>
              <a:rPr sz="1350" spc="75" baseline="3086" dirty="0">
                <a:latin typeface="Calibri"/>
                <a:cs typeface="Calibri"/>
              </a:rPr>
              <a:t>13</a:t>
            </a:r>
            <a:endParaRPr sz="1350" baseline="3086">
              <a:latin typeface="Calibri"/>
              <a:cs typeface="Calibri"/>
            </a:endParaRPr>
          </a:p>
        </p:txBody>
      </p:sp>
      <p:sp>
        <p:nvSpPr>
          <p:cNvPr id="3" name="object 3"/>
          <p:cNvSpPr/>
          <p:nvPr/>
        </p:nvSpPr>
        <p:spPr>
          <a:xfrm>
            <a:off x="254647" y="2376297"/>
            <a:ext cx="11706225" cy="1655445"/>
          </a:xfrm>
          <a:custGeom>
            <a:avLst/>
            <a:gdLst/>
            <a:ahLst/>
            <a:cxnLst/>
            <a:rect l="l" t="t" r="r" b="b"/>
            <a:pathLst>
              <a:path w="11706225" h="1655445">
                <a:moveTo>
                  <a:pt x="0" y="1655445"/>
                </a:moveTo>
                <a:lnTo>
                  <a:pt x="11705844" y="1655445"/>
                </a:lnTo>
                <a:lnTo>
                  <a:pt x="11705844" y="0"/>
                </a:lnTo>
                <a:lnTo>
                  <a:pt x="0" y="0"/>
                </a:lnTo>
                <a:lnTo>
                  <a:pt x="0" y="1655445"/>
                </a:lnTo>
                <a:close/>
              </a:path>
            </a:pathLst>
          </a:custGeom>
          <a:ln w="12700">
            <a:solidFill>
              <a:srgbClr val="000000"/>
            </a:solidFill>
          </a:ln>
        </p:spPr>
        <p:txBody>
          <a:bodyPr wrap="square" lIns="0" tIns="0" rIns="0" bIns="0" rtlCol="0"/>
          <a:lstStyle/>
          <a:p>
            <a:endParaRPr/>
          </a:p>
        </p:txBody>
      </p:sp>
      <p:sp>
        <p:nvSpPr>
          <p:cNvPr id="4" name="object 4"/>
          <p:cNvSpPr/>
          <p:nvPr/>
        </p:nvSpPr>
        <p:spPr>
          <a:xfrm>
            <a:off x="413461" y="4505197"/>
            <a:ext cx="926465" cy="914400"/>
          </a:xfrm>
          <a:custGeom>
            <a:avLst/>
            <a:gdLst/>
            <a:ahLst/>
            <a:cxnLst/>
            <a:rect l="l" t="t" r="r" b="b"/>
            <a:pathLst>
              <a:path w="926465" h="914400">
                <a:moveTo>
                  <a:pt x="463092" y="0"/>
                </a:moveTo>
                <a:lnTo>
                  <a:pt x="415745" y="2360"/>
                </a:lnTo>
                <a:lnTo>
                  <a:pt x="369765" y="9289"/>
                </a:lnTo>
                <a:lnTo>
                  <a:pt x="325385" y="20557"/>
                </a:lnTo>
                <a:lnTo>
                  <a:pt x="282838" y="35933"/>
                </a:lnTo>
                <a:lnTo>
                  <a:pt x="242358" y="55187"/>
                </a:lnTo>
                <a:lnTo>
                  <a:pt x="204176" y="78090"/>
                </a:lnTo>
                <a:lnTo>
                  <a:pt x="168525" y="104411"/>
                </a:lnTo>
                <a:lnTo>
                  <a:pt x="135639" y="133921"/>
                </a:lnTo>
                <a:lnTo>
                  <a:pt x="105749" y="166390"/>
                </a:lnTo>
                <a:lnTo>
                  <a:pt x="79090" y="201587"/>
                </a:lnTo>
                <a:lnTo>
                  <a:pt x="55894" y="239283"/>
                </a:lnTo>
                <a:lnTo>
                  <a:pt x="36393" y="279249"/>
                </a:lnTo>
                <a:lnTo>
                  <a:pt x="20820" y="321253"/>
                </a:lnTo>
                <a:lnTo>
                  <a:pt x="9408" y="365066"/>
                </a:lnTo>
                <a:lnTo>
                  <a:pt x="2390" y="410458"/>
                </a:lnTo>
                <a:lnTo>
                  <a:pt x="0" y="457200"/>
                </a:lnTo>
                <a:lnTo>
                  <a:pt x="2390" y="503941"/>
                </a:lnTo>
                <a:lnTo>
                  <a:pt x="9408" y="549333"/>
                </a:lnTo>
                <a:lnTo>
                  <a:pt x="20820" y="593146"/>
                </a:lnTo>
                <a:lnTo>
                  <a:pt x="36393" y="635150"/>
                </a:lnTo>
                <a:lnTo>
                  <a:pt x="55894" y="675116"/>
                </a:lnTo>
                <a:lnTo>
                  <a:pt x="79090" y="712812"/>
                </a:lnTo>
                <a:lnTo>
                  <a:pt x="105749" y="748009"/>
                </a:lnTo>
                <a:lnTo>
                  <a:pt x="135639" y="780478"/>
                </a:lnTo>
                <a:lnTo>
                  <a:pt x="168525" y="809988"/>
                </a:lnTo>
                <a:lnTo>
                  <a:pt x="204176" y="836309"/>
                </a:lnTo>
                <a:lnTo>
                  <a:pt x="242358" y="859212"/>
                </a:lnTo>
                <a:lnTo>
                  <a:pt x="282838" y="878466"/>
                </a:lnTo>
                <a:lnTo>
                  <a:pt x="325385" y="893842"/>
                </a:lnTo>
                <a:lnTo>
                  <a:pt x="369765" y="905110"/>
                </a:lnTo>
                <a:lnTo>
                  <a:pt x="415745" y="912039"/>
                </a:lnTo>
                <a:lnTo>
                  <a:pt x="463092" y="914399"/>
                </a:lnTo>
                <a:lnTo>
                  <a:pt x="510441" y="912039"/>
                </a:lnTo>
                <a:lnTo>
                  <a:pt x="556421" y="905110"/>
                </a:lnTo>
                <a:lnTo>
                  <a:pt x="600800" y="893842"/>
                </a:lnTo>
                <a:lnTo>
                  <a:pt x="643344" y="878466"/>
                </a:lnTo>
                <a:lnTo>
                  <a:pt x="683821" y="859212"/>
                </a:lnTo>
                <a:lnTo>
                  <a:pt x="721999" y="836309"/>
                </a:lnTo>
                <a:lnTo>
                  <a:pt x="757644" y="809988"/>
                </a:lnTo>
                <a:lnTo>
                  <a:pt x="790525" y="780478"/>
                </a:lnTo>
                <a:lnTo>
                  <a:pt x="820409" y="748009"/>
                </a:lnTo>
                <a:lnTo>
                  <a:pt x="847063" y="712812"/>
                </a:lnTo>
                <a:lnTo>
                  <a:pt x="870255" y="675116"/>
                </a:lnTo>
                <a:lnTo>
                  <a:pt x="889751" y="635150"/>
                </a:lnTo>
                <a:lnTo>
                  <a:pt x="905320" y="593146"/>
                </a:lnTo>
                <a:lnTo>
                  <a:pt x="916728" y="549333"/>
                </a:lnTo>
                <a:lnTo>
                  <a:pt x="923744" y="503941"/>
                </a:lnTo>
                <a:lnTo>
                  <a:pt x="926134" y="457200"/>
                </a:lnTo>
                <a:lnTo>
                  <a:pt x="923744" y="410458"/>
                </a:lnTo>
                <a:lnTo>
                  <a:pt x="916728" y="365066"/>
                </a:lnTo>
                <a:lnTo>
                  <a:pt x="905320" y="321253"/>
                </a:lnTo>
                <a:lnTo>
                  <a:pt x="889751" y="279249"/>
                </a:lnTo>
                <a:lnTo>
                  <a:pt x="870255" y="239283"/>
                </a:lnTo>
                <a:lnTo>
                  <a:pt x="847063" y="201587"/>
                </a:lnTo>
                <a:lnTo>
                  <a:pt x="820409" y="166390"/>
                </a:lnTo>
                <a:lnTo>
                  <a:pt x="790525" y="133921"/>
                </a:lnTo>
                <a:lnTo>
                  <a:pt x="757644" y="104411"/>
                </a:lnTo>
                <a:lnTo>
                  <a:pt x="721999" y="78090"/>
                </a:lnTo>
                <a:lnTo>
                  <a:pt x="683821" y="55187"/>
                </a:lnTo>
                <a:lnTo>
                  <a:pt x="643344" y="35933"/>
                </a:lnTo>
                <a:lnTo>
                  <a:pt x="600800" y="20557"/>
                </a:lnTo>
                <a:lnTo>
                  <a:pt x="556421" y="9289"/>
                </a:lnTo>
                <a:lnTo>
                  <a:pt x="510441" y="2360"/>
                </a:lnTo>
                <a:lnTo>
                  <a:pt x="463092" y="0"/>
                </a:lnTo>
                <a:close/>
              </a:path>
            </a:pathLst>
          </a:custGeom>
          <a:solidFill>
            <a:srgbClr val="7CB5E3"/>
          </a:solidFill>
        </p:spPr>
        <p:txBody>
          <a:bodyPr wrap="square" lIns="0" tIns="0" rIns="0" bIns="0" rtlCol="0"/>
          <a:lstStyle/>
          <a:p>
            <a:endParaRPr/>
          </a:p>
        </p:txBody>
      </p:sp>
      <p:sp>
        <p:nvSpPr>
          <p:cNvPr id="5" name="object 5" descr="$PPTXTitle"/>
          <p:cNvSpPr txBox="1">
            <a:spLocks noGrp="1"/>
          </p:cNvSpPr>
          <p:nvPr>
            <p:ph type="title"/>
          </p:nvPr>
        </p:nvSpPr>
        <p:spPr>
          <a:xfrm>
            <a:off x="2279142" y="-127282"/>
            <a:ext cx="9610090" cy="1105535"/>
          </a:xfrm>
          <a:prstGeom prst="rect">
            <a:avLst/>
          </a:prstGeom>
        </p:spPr>
        <p:txBody>
          <a:bodyPr vert="horz" wrap="square" lIns="0" tIns="160655" rIns="0" bIns="0" rtlCol="0">
            <a:spAutoFit/>
          </a:bodyPr>
          <a:lstStyle/>
          <a:p>
            <a:pPr marL="12700">
              <a:lnSpc>
                <a:spcPct val="100000"/>
              </a:lnSpc>
              <a:spcBef>
                <a:spcPts val="1265"/>
              </a:spcBef>
            </a:pPr>
            <a:r>
              <a:rPr sz="4400" dirty="0">
                <a:solidFill>
                  <a:srgbClr val="005A9C"/>
                </a:solidFill>
                <a:latin typeface="Arial"/>
                <a:cs typeface="Arial"/>
              </a:rPr>
              <a:t>WIS2</a:t>
            </a:r>
            <a:r>
              <a:rPr sz="4400" spc="-120" dirty="0">
                <a:solidFill>
                  <a:srgbClr val="005A9C"/>
                </a:solidFill>
                <a:latin typeface="Arial"/>
                <a:cs typeface="Arial"/>
              </a:rPr>
              <a:t> </a:t>
            </a:r>
            <a:r>
              <a:rPr sz="4400" spc="-10" dirty="0">
                <a:solidFill>
                  <a:srgbClr val="005A9C"/>
                </a:solidFill>
                <a:latin typeface="Arial"/>
                <a:cs typeface="Arial"/>
              </a:rPr>
              <a:t>Topic</a:t>
            </a:r>
            <a:r>
              <a:rPr sz="4400" spc="-114" dirty="0">
                <a:solidFill>
                  <a:srgbClr val="005A9C"/>
                </a:solidFill>
                <a:latin typeface="Arial"/>
                <a:cs typeface="Arial"/>
              </a:rPr>
              <a:t> </a:t>
            </a:r>
            <a:r>
              <a:rPr sz="4400" dirty="0">
                <a:solidFill>
                  <a:srgbClr val="005A9C"/>
                </a:solidFill>
                <a:latin typeface="Arial"/>
                <a:cs typeface="Arial"/>
              </a:rPr>
              <a:t>Hierarchy</a:t>
            </a:r>
            <a:r>
              <a:rPr sz="4400" spc="-114" dirty="0">
                <a:solidFill>
                  <a:srgbClr val="005A9C"/>
                </a:solidFill>
                <a:latin typeface="Arial"/>
                <a:cs typeface="Arial"/>
              </a:rPr>
              <a:t> </a:t>
            </a:r>
            <a:r>
              <a:rPr sz="4400" spc="-10" dirty="0">
                <a:solidFill>
                  <a:srgbClr val="005A9C"/>
                </a:solidFill>
                <a:latin typeface="Arial"/>
                <a:cs typeface="Arial"/>
              </a:rPr>
              <a:t>(WTH)</a:t>
            </a:r>
            <a:endParaRPr sz="4400">
              <a:latin typeface="Arial"/>
              <a:cs typeface="Arial"/>
            </a:endParaRPr>
          </a:p>
          <a:p>
            <a:pPr marR="5080" algn="r">
              <a:lnSpc>
                <a:spcPct val="100000"/>
              </a:lnSpc>
              <a:spcBef>
                <a:spcPts val="375"/>
              </a:spcBef>
            </a:pPr>
            <a:r>
              <a:rPr sz="1400" b="0" u="sng" dirty="0">
                <a:solidFill>
                  <a:srgbClr val="2B83CC"/>
                </a:solidFill>
                <a:uFill>
                  <a:solidFill>
                    <a:srgbClr val="2B83CC"/>
                  </a:solidFill>
                </a:uFill>
                <a:latin typeface="Calibri"/>
                <a:cs typeface="Calibri"/>
                <a:hlinkClick r:id="rId2"/>
              </a:rPr>
              <a:t>Link</a:t>
            </a:r>
            <a:r>
              <a:rPr sz="1400" b="0" u="sng" spc="-25" dirty="0">
                <a:solidFill>
                  <a:srgbClr val="2B83CC"/>
                </a:solidFill>
                <a:uFill>
                  <a:solidFill>
                    <a:srgbClr val="2B83CC"/>
                  </a:solidFill>
                </a:uFill>
                <a:latin typeface="Calibri"/>
                <a:cs typeface="Calibri"/>
                <a:hlinkClick r:id="rId2"/>
              </a:rPr>
              <a:t> </a:t>
            </a:r>
            <a:r>
              <a:rPr sz="1400" b="0" u="sng" dirty="0">
                <a:solidFill>
                  <a:srgbClr val="2B83CC"/>
                </a:solidFill>
                <a:uFill>
                  <a:solidFill>
                    <a:srgbClr val="2B83CC"/>
                  </a:solidFill>
                </a:uFill>
                <a:latin typeface="Calibri"/>
                <a:cs typeface="Calibri"/>
                <a:hlinkClick r:id="rId2"/>
              </a:rPr>
              <a:t>to</a:t>
            </a:r>
            <a:r>
              <a:rPr sz="1400" b="0" u="sng" spc="-25" dirty="0">
                <a:solidFill>
                  <a:srgbClr val="2B83CC"/>
                </a:solidFill>
                <a:uFill>
                  <a:solidFill>
                    <a:srgbClr val="2B83CC"/>
                  </a:solidFill>
                </a:uFill>
                <a:latin typeface="Calibri"/>
                <a:cs typeface="Calibri"/>
                <a:hlinkClick r:id="rId2"/>
              </a:rPr>
              <a:t> </a:t>
            </a:r>
            <a:r>
              <a:rPr sz="1400" b="0" u="sng" dirty="0">
                <a:solidFill>
                  <a:srgbClr val="2B83CC"/>
                </a:solidFill>
                <a:uFill>
                  <a:solidFill>
                    <a:srgbClr val="2B83CC"/>
                  </a:solidFill>
                </a:uFill>
                <a:latin typeface="Calibri"/>
                <a:cs typeface="Calibri"/>
                <a:hlinkClick r:id="rId2"/>
              </a:rPr>
              <a:t>WIS2</a:t>
            </a:r>
            <a:r>
              <a:rPr sz="1400" b="0" u="sng" spc="-40" dirty="0">
                <a:solidFill>
                  <a:srgbClr val="2B83CC"/>
                </a:solidFill>
                <a:uFill>
                  <a:solidFill>
                    <a:srgbClr val="2B83CC"/>
                  </a:solidFill>
                </a:uFill>
                <a:latin typeface="Calibri"/>
                <a:cs typeface="Calibri"/>
                <a:hlinkClick r:id="rId2"/>
              </a:rPr>
              <a:t> </a:t>
            </a:r>
            <a:r>
              <a:rPr sz="1400" b="0" u="sng" spc="-20" dirty="0">
                <a:solidFill>
                  <a:srgbClr val="2B83CC"/>
                </a:solidFill>
                <a:uFill>
                  <a:solidFill>
                    <a:srgbClr val="2B83CC"/>
                  </a:solidFill>
                </a:uFill>
                <a:latin typeface="Calibri"/>
                <a:cs typeface="Calibri"/>
                <a:hlinkClick r:id="rId2"/>
              </a:rPr>
              <a:t>Topic</a:t>
            </a:r>
            <a:r>
              <a:rPr sz="1400" b="0" u="sng" spc="-35" dirty="0">
                <a:solidFill>
                  <a:srgbClr val="2B83CC"/>
                </a:solidFill>
                <a:uFill>
                  <a:solidFill>
                    <a:srgbClr val="2B83CC"/>
                  </a:solidFill>
                </a:uFill>
                <a:latin typeface="Calibri"/>
                <a:cs typeface="Calibri"/>
                <a:hlinkClick r:id="rId2"/>
              </a:rPr>
              <a:t> </a:t>
            </a:r>
            <a:r>
              <a:rPr sz="1400" b="0" u="sng" spc="-10" dirty="0">
                <a:solidFill>
                  <a:srgbClr val="2B83CC"/>
                </a:solidFill>
                <a:uFill>
                  <a:solidFill>
                    <a:srgbClr val="2B83CC"/>
                  </a:solidFill>
                </a:uFill>
                <a:latin typeface="Calibri"/>
                <a:cs typeface="Calibri"/>
                <a:hlinkClick r:id="rId2"/>
              </a:rPr>
              <a:t>Hierarchy</a:t>
            </a:r>
            <a:r>
              <a:rPr sz="1400" b="0" u="sng" spc="-20" dirty="0">
                <a:solidFill>
                  <a:srgbClr val="2B83CC"/>
                </a:solidFill>
                <a:uFill>
                  <a:solidFill>
                    <a:srgbClr val="2B83CC"/>
                  </a:solidFill>
                </a:uFill>
                <a:latin typeface="Calibri"/>
                <a:cs typeface="Calibri"/>
                <a:hlinkClick r:id="rId2"/>
              </a:rPr>
              <a:t> </a:t>
            </a:r>
            <a:r>
              <a:rPr sz="1400" b="0" u="sng" spc="-10" dirty="0">
                <a:solidFill>
                  <a:srgbClr val="2B83CC"/>
                </a:solidFill>
                <a:uFill>
                  <a:solidFill>
                    <a:srgbClr val="2B83CC"/>
                  </a:solidFill>
                </a:uFill>
                <a:latin typeface="Calibri"/>
                <a:cs typeface="Calibri"/>
                <a:hlinkClick r:id="rId2"/>
              </a:rPr>
              <a:t>documentation</a:t>
            </a:r>
            <a:endParaRPr sz="1400">
              <a:latin typeface="Calibri"/>
              <a:cs typeface="Calibri"/>
            </a:endParaRPr>
          </a:p>
        </p:txBody>
      </p:sp>
      <p:sp>
        <p:nvSpPr>
          <p:cNvPr id="6" name="object 6"/>
          <p:cNvSpPr txBox="1"/>
          <p:nvPr/>
        </p:nvSpPr>
        <p:spPr>
          <a:xfrm>
            <a:off x="164388" y="1472006"/>
            <a:ext cx="10861675" cy="331470"/>
          </a:xfrm>
          <a:prstGeom prst="rect">
            <a:avLst/>
          </a:prstGeom>
        </p:spPr>
        <p:txBody>
          <a:bodyPr vert="horz" wrap="square" lIns="0" tIns="13335" rIns="0" bIns="0" rtlCol="0">
            <a:spAutoFit/>
          </a:bodyPr>
          <a:lstStyle/>
          <a:p>
            <a:pPr marL="12700">
              <a:lnSpc>
                <a:spcPct val="100000"/>
              </a:lnSpc>
              <a:spcBef>
                <a:spcPts val="105"/>
              </a:spcBef>
            </a:pPr>
            <a:r>
              <a:rPr sz="2000" b="1" u="heavy" dirty="0">
                <a:uFill>
                  <a:solidFill>
                    <a:srgbClr val="000000"/>
                  </a:solidFill>
                </a:uFill>
                <a:latin typeface="Trebuchet MS"/>
                <a:cs typeface="Trebuchet MS"/>
              </a:rPr>
              <a:t>WIS2</a:t>
            </a:r>
            <a:r>
              <a:rPr sz="2000" b="1" u="heavy" spc="-170" dirty="0">
                <a:uFill>
                  <a:solidFill>
                    <a:srgbClr val="000000"/>
                  </a:solidFill>
                </a:uFill>
                <a:latin typeface="Trebuchet MS"/>
                <a:cs typeface="Trebuchet MS"/>
              </a:rPr>
              <a:t> </a:t>
            </a:r>
            <a:r>
              <a:rPr sz="2000" b="1" u="heavy" spc="-80" dirty="0">
                <a:uFill>
                  <a:solidFill>
                    <a:srgbClr val="000000"/>
                  </a:solidFill>
                </a:uFill>
                <a:latin typeface="Trebuchet MS"/>
                <a:cs typeface="Trebuchet MS"/>
              </a:rPr>
              <a:t>Topic</a:t>
            </a:r>
            <a:r>
              <a:rPr sz="2000" b="1" u="heavy" spc="-135" dirty="0">
                <a:uFill>
                  <a:solidFill>
                    <a:srgbClr val="000000"/>
                  </a:solidFill>
                </a:uFill>
                <a:latin typeface="Trebuchet MS"/>
                <a:cs typeface="Trebuchet MS"/>
              </a:rPr>
              <a:t> </a:t>
            </a:r>
            <a:r>
              <a:rPr sz="2000" b="1" u="heavy" spc="-45" dirty="0">
                <a:uFill>
                  <a:solidFill>
                    <a:srgbClr val="000000"/>
                  </a:solidFill>
                </a:uFill>
                <a:latin typeface="Trebuchet MS"/>
                <a:cs typeface="Trebuchet MS"/>
              </a:rPr>
              <a:t>Hierarchy</a:t>
            </a:r>
            <a:r>
              <a:rPr sz="2000" b="1" spc="-170" dirty="0">
                <a:latin typeface="Trebuchet MS"/>
                <a:cs typeface="Trebuchet MS"/>
              </a:rPr>
              <a:t> </a:t>
            </a:r>
            <a:r>
              <a:rPr sz="2000" b="1" spc="-10" dirty="0">
                <a:latin typeface="Trebuchet MS"/>
                <a:cs typeface="Trebuchet MS"/>
              </a:rPr>
              <a:t>defines</a:t>
            </a:r>
            <a:r>
              <a:rPr sz="2000" b="1" spc="-135" dirty="0">
                <a:latin typeface="Trebuchet MS"/>
                <a:cs typeface="Trebuchet MS"/>
              </a:rPr>
              <a:t> </a:t>
            </a:r>
            <a:r>
              <a:rPr sz="2000" b="1" spc="-65" dirty="0">
                <a:latin typeface="Trebuchet MS"/>
                <a:cs typeface="Trebuchet MS"/>
              </a:rPr>
              <a:t>the</a:t>
            </a:r>
            <a:r>
              <a:rPr sz="2000" b="1" spc="-130" dirty="0">
                <a:latin typeface="Trebuchet MS"/>
                <a:cs typeface="Trebuchet MS"/>
              </a:rPr>
              <a:t> </a:t>
            </a:r>
            <a:r>
              <a:rPr sz="2000" b="1" spc="-85" dirty="0">
                <a:latin typeface="Trebuchet MS"/>
                <a:cs typeface="Trebuchet MS"/>
              </a:rPr>
              <a:t>MQTT</a:t>
            </a:r>
            <a:r>
              <a:rPr sz="2000" b="1" spc="-160" dirty="0">
                <a:latin typeface="Trebuchet MS"/>
                <a:cs typeface="Trebuchet MS"/>
              </a:rPr>
              <a:t> </a:t>
            </a:r>
            <a:r>
              <a:rPr sz="2000" b="1" dirty="0">
                <a:latin typeface="Trebuchet MS"/>
                <a:cs typeface="Trebuchet MS"/>
              </a:rPr>
              <a:t>topics</a:t>
            </a:r>
            <a:r>
              <a:rPr sz="2000" b="1" spc="-130" dirty="0">
                <a:latin typeface="Trebuchet MS"/>
                <a:cs typeface="Trebuchet MS"/>
              </a:rPr>
              <a:t> </a:t>
            </a:r>
            <a:r>
              <a:rPr sz="2000" b="1" spc="-20" dirty="0">
                <a:latin typeface="Trebuchet MS"/>
                <a:cs typeface="Trebuchet MS"/>
              </a:rPr>
              <a:t>on</a:t>
            </a:r>
            <a:r>
              <a:rPr sz="2000" b="1" spc="-145" dirty="0">
                <a:latin typeface="Trebuchet MS"/>
                <a:cs typeface="Trebuchet MS"/>
              </a:rPr>
              <a:t> </a:t>
            </a:r>
            <a:r>
              <a:rPr sz="2000" b="1" spc="-20" dirty="0">
                <a:latin typeface="Trebuchet MS"/>
                <a:cs typeface="Trebuchet MS"/>
              </a:rPr>
              <a:t>which</a:t>
            </a:r>
            <a:r>
              <a:rPr sz="2000" b="1" spc="-145" dirty="0">
                <a:latin typeface="Trebuchet MS"/>
                <a:cs typeface="Trebuchet MS"/>
              </a:rPr>
              <a:t> </a:t>
            </a:r>
            <a:r>
              <a:rPr sz="2000" b="1" spc="-25" dirty="0">
                <a:latin typeface="Trebuchet MS"/>
                <a:cs typeface="Trebuchet MS"/>
              </a:rPr>
              <a:t>notifications</a:t>
            </a:r>
            <a:r>
              <a:rPr sz="2000" b="1" spc="-160" dirty="0">
                <a:latin typeface="Trebuchet MS"/>
                <a:cs typeface="Trebuchet MS"/>
              </a:rPr>
              <a:t> </a:t>
            </a:r>
            <a:r>
              <a:rPr sz="2000" b="1" dirty="0">
                <a:latin typeface="Trebuchet MS"/>
                <a:cs typeface="Trebuchet MS"/>
              </a:rPr>
              <a:t>can</a:t>
            </a:r>
            <a:r>
              <a:rPr sz="2000" b="1" spc="-155" dirty="0">
                <a:latin typeface="Trebuchet MS"/>
                <a:cs typeface="Trebuchet MS"/>
              </a:rPr>
              <a:t> </a:t>
            </a:r>
            <a:r>
              <a:rPr sz="2000" b="1" spc="-20" dirty="0">
                <a:latin typeface="Trebuchet MS"/>
                <a:cs typeface="Trebuchet MS"/>
              </a:rPr>
              <a:t>be</a:t>
            </a:r>
            <a:r>
              <a:rPr sz="2000" b="1" spc="-145" dirty="0">
                <a:latin typeface="Trebuchet MS"/>
                <a:cs typeface="Trebuchet MS"/>
              </a:rPr>
              <a:t> </a:t>
            </a:r>
            <a:r>
              <a:rPr sz="2000" b="1" dirty="0">
                <a:latin typeface="Trebuchet MS"/>
                <a:cs typeface="Trebuchet MS"/>
              </a:rPr>
              <a:t>published</a:t>
            </a:r>
            <a:r>
              <a:rPr sz="2000" b="1" spc="-145" dirty="0">
                <a:latin typeface="Trebuchet MS"/>
                <a:cs typeface="Trebuchet MS"/>
              </a:rPr>
              <a:t> </a:t>
            </a:r>
            <a:r>
              <a:rPr sz="2000" b="1" spc="-55" dirty="0">
                <a:latin typeface="Trebuchet MS"/>
                <a:cs typeface="Trebuchet MS"/>
              </a:rPr>
              <a:t>in</a:t>
            </a:r>
            <a:r>
              <a:rPr sz="2000" b="1" spc="-135" dirty="0">
                <a:latin typeface="Trebuchet MS"/>
                <a:cs typeface="Trebuchet MS"/>
              </a:rPr>
              <a:t> </a:t>
            </a:r>
            <a:r>
              <a:rPr sz="2000" b="1" spc="-20" dirty="0">
                <a:latin typeface="Trebuchet MS"/>
                <a:cs typeface="Trebuchet MS"/>
              </a:rPr>
              <a:t>WIS2</a:t>
            </a:r>
            <a:endParaRPr sz="2000">
              <a:latin typeface="Trebuchet MS"/>
              <a:cs typeface="Trebuchet MS"/>
            </a:endParaRPr>
          </a:p>
        </p:txBody>
      </p:sp>
      <p:sp>
        <p:nvSpPr>
          <p:cNvPr id="7" name="object 7"/>
          <p:cNvSpPr txBox="1"/>
          <p:nvPr/>
        </p:nvSpPr>
        <p:spPr>
          <a:xfrm>
            <a:off x="2795397" y="5534659"/>
            <a:ext cx="74447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1F5F"/>
                </a:solidFill>
                <a:latin typeface="Verdana"/>
                <a:cs typeface="Verdana"/>
              </a:rPr>
              <a:t>The</a:t>
            </a:r>
            <a:r>
              <a:rPr sz="1800" b="1" spc="-55" dirty="0">
                <a:solidFill>
                  <a:srgbClr val="001F5F"/>
                </a:solidFill>
                <a:latin typeface="Verdana"/>
                <a:cs typeface="Verdana"/>
              </a:rPr>
              <a:t> </a:t>
            </a:r>
            <a:r>
              <a:rPr sz="1800" b="1" spc="-20" dirty="0">
                <a:solidFill>
                  <a:srgbClr val="001F5F"/>
                </a:solidFill>
                <a:latin typeface="Verdana"/>
                <a:cs typeface="Verdana"/>
              </a:rPr>
              <a:t>sub-</a:t>
            </a:r>
            <a:r>
              <a:rPr sz="1800" b="1" dirty="0">
                <a:solidFill>
                  <a:srgbClr val="001F5F"/>
                </a:solidFill>
                <a:latin typeface="Verdana"/>
                <a:cs typeface="Verdana"/>
              </a:rPr>
              <a:t>discipline</a:t>
            </a:r>
            <a:r>
              <a:rPr sz="1800" b="1" spc="-50" dirty="0">
                <a:solidFill>
                  <a:srgbClr val="001F5F"/>
                </a:solidFill>
                <a:latin typeface="Verdana"/>
                <a:cs typeface="Verdana"/>
              </a:rPr>
              <a:t> </a:t>
            </a:r>
            <a:r>
              <a:rPr sz="1800" b="1" dirty="0">
                <a:solidFill>
                  <a:srgbClr val="001F5F"/>
                </a:solidFill>
                <a:latin typeface="Verdana"/>
                <a:cs typeface="Verdana"/>
              </a:rPr>
              <a:t>topics</a:t>
            </a:r>
            <a:r>
              <a:rPr sz="1800" b="1" spc="-45" dirty="0">
                <a:solidFill>
                  <a:srgbClr val="001F5F"/>
                </a:solidFill>
                <a:latin typeface="Verdana"/>
                <a:cs typeface="Verdana"/>
              </a:rPr>
              <a:t> </a:t>
            </a:r>
            <a:r>
              <a:rPr sz="1800" b="1" dirty="0">
                <a:solidFill>
                  <a:srgbClr val="001F5F"/>
                </a:solidFill>
                <a:latin typeface="Verdana"/>
                <a:cs typeface="Verdana"/>
              </a:rPr>
              <a:t>are</a:t>
            </a:r>
            <a:r>
              <a:rPr sz="1800" b="1" spc="-50" dirty="0">
                <a:solidFill>
                  <a:srgbClr val="001F5F"/>
                </a:solidFill>
                <a:latin typeface="Verdana"/>
                <a:cs typeface="Verdana"/>
              </a:rPr>
              <a:t> </a:t>
            </a:r>
            <a:r>
              <a:rPr sz="1800" b="1" dirty="0">
                <a:solidFill>
                  <a:srgbClr val="001F5F"/>
                </a:solidFill>
                <a:latin typeface="Verdana"/>
                <a:cs typeface="Verdana"/>
              </a:rPr>
              <a:t>proposed</a:t>
            </a:r>
            <a:r>
              <a:rPr sz="1800" b="1" spc="-55" dirty="0">
                <a:solidFill>
                  <a:srgbClr val="001F5F"/>
                </a:solidFill>
                <a:latin typeface="Verdana"/>
                <a:cs typeface="Verdana"/>
              </a:rPr>
              <a:t> </a:t>
            </a:r>
            <a:r>
              <a:rPr sz="1800" b="1" dirty="0">
                <a:solidFill>
                  <a:srgbClr val="001F5F"/>
                </a:solidFill>
                <a:latin typeface="Verdana"/>
                <a:cs typeface="Verdana"/>
              </a:rPr>
              <a:t>by</a:t>
            </a:r>
            <a:r>
              <a:rPr sz="1800" b="1" spc="-55" dirty="0">
                <a:solidFill>
                  <a:srgbClr val="001F5F"/>
                </a:solidFill>
                <a:latin typeface="Verdana"/>
                <a:cs typeface="Verdana"/>
              </a:rPr>
              <a:t> </a:t>
            </a:r>
            <a:r>
              <a:rPr sz="1800" b="1" dirty="0">
                <a:solidFill>
                  <a:srgbClr val="001F5F"/>
                </a:solidFill>
                <a:latin typeface="Verdana"/>
                <a:cs typeface="Verdana"/>
              </a:rPr>
              <a:t>domain</a:t>
            </a:r>
            <a:r>
              <a:rPr sz="1800" b="1" spc="-60" dirty="0">
                <a:solidFill>
                  <a:srgbClr val="001F5F"/>
                </a:solidFill>
                <a:latin typeface="Verdana"/>
                <a:cs typeface="Verdana"/>
              </a:rPr>
              <a:t> </a:t>
            </a:r>
            <a:r>
              <a:rPr sz="1800" b="1" spc="-10" dirty="0">
                <a:solidFill>
                  <a:srgbClr val="001F5F"/>
                </a:solidFill>
                <a:latin typeface="Verdana"/>
                <a:cs typeface="Verdana"/>
              </a:rPr>
              <a:t>experts</a:t>
            </a:r>
            <a:endParaRPr sz="1800">
              <a:latin typeface="Verdana"/>
              <a:cs typeface="Verdana"/>
            </a:endParaRPr>
          </a:p>
        </p:txBody>
      </p:sp>
      <p:sp>
        <p:nvSpPr>
          <p:cNvPr id="8" name="object 8"/>
          <p:cNvSpPr txBox="1"/>
          <p:nvPr/>
        </p:nvSpPr>
        <p:spPr>
          <a:xfrm>
            <a:off x="1399413" y="4688585"/>
            <a:ext cx="591947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52525"/>
                </a:solidFill>
                <a:latin typeface="Courier New"/>
                <a:cs typeface="Courier New"/>
              </a:rPr>
              <a:t>cache/a/wis2/+/data/core/weather/surface-based-information/synop</a:t>
            </a:r>
            <a:endParaRPr sz="1200" dirty="0">
              <a:latin typeface="Courier New"/>
              <a:cs typeface="Courier New"/>
            </a:endParaRPr>
          </a:p>
        </p:txBody>
      </p:sp>
      <p:sp>
        <p:nvSpPr>
          <p:cNvPr id="9" name="object 9"/>
          <p:cNvSpPr txBox="1"/>
          <p:nvPr/>
        </p:nvSpPr>
        <p:spPr>
          <a:xfrm>
            <a:off x="1261503" y="3503320"/>
            <a:ext cx="9323070" cy="382270"/>
          </a:xfrm>
          <a:prstGeom prst="rect">
            <a:avLst/>
          </a:prstGeom>
          <a:ln w="12700">
            <a:solidFill>
              <a:srgbClr val="2B83CC"/>
            </a:solidFill>
          </a:ln>
        </p:spPr>
        <p:txBody>
          <a:bodyPr vert="horz" wrap="square" lIns="0" tIns="77470" rIns="0" bIns="0" rtlCol="0">
            <a:spAutoFit/>
          </a:bodyPr>
          <a:lstStyle/>
          <a:p>
            <a:pPr marL="50800">
              <a:lnSpc>
                <a:spcPct val="100000"/>
              </a:lnSpc>
              <a:spcBef>
                <a:spcPts val="610"/>
              </a:spcBef>
            </a:pPr>
            <a:r>
              <a:rPr sz="1200" b="1" spc="-10" dirty="0">
                <a:solidFill>
                  <a:srgbClr val="C00000"/>
                </a:solidFill>
                <a:latin typeface="Courier New"/>
                <a:cs typeface="Courier New"/>
              </a:rPr>
              <a:t>channel</a:t>
            </a:r>
            <a:r>
              <a:rPr sz="1200" b="1" spc="-10" dirty="0">
                <a:latin typeface="Courier New"/>
                <a:cs typeface="Courier New"/>
              </a:rPr>
              <a:t>/</a:t>
            </a:r>
            <a:r>
              <a:rPr sz="1200" b="1" spc="-10" dirty="0">
                <a:solidFill>
                  <a:srgbClr val="00AF50"/>
                </a:solidFill>
                <a:latin typeface="Courier New"/>
                <a:cs typeface="Courier New"/>
              </a:rPr>
              <a:t>version</a:t>
            </a:r>
            <a:r>
              <a:rPr sz="1200" b="1" spc="-10" dirty="0">
                <a:latin typeface="Courier New"/>
                <a:cs typeface="Courier New"/>
              </a:rPr>
              <a:t>/wis2/</a:t>
            </a:r>
            <a:r>
              <a:rPr sz="1200" b="1" spc="-10" dirty="0">
                <a:solidFill>
                  <a:srgbClr val="1F6199"/>
                </a:solidFill>
                <a:latin typeface="Courier New"/>
                <a:cs typeface="Courier New"/>
              </a:rPr>
              <a:t>centre-id</a:t>
            </a:r>
            <a:r>
              <a:rPr sz="1200" b="1" spc="-10" dirty="0">
                <a:latin typeface="Courier New"/>
                <a:cs typeface="Courier New"/>
              </a:rPr>
              <a:t>/resource-type/</a:t>
            </a:r>
            <a:r>
              <a:rPr sz="1200" b="1" spc="-10" dirty="0">
                <a:solidFill>
                  <a:srgbClr val="C00000"/>
                </a:solidFill>
                <a:latin typeface="Courier New"/>
                <a:cs typeface="Courier New"/>
              </a:rPr>
              <a:t>data-policy</a:t>
            </a:r>
            <a:r>
              <a:rPr sz="1200" b="1" spc="-10" dirty="0">
                <a:latin typeface="Courier New"/>
                <a:cs typeface="Courier New"/>
              </a:rPr>
              <a:t>/</a:t>
            </a:r>
            <a:r>
              <a:rPr sz="1200" b="1" spc="-10" dirty="0">
                <a:solidFill>
                  <a:srgbClr val="286B88"/>
                </a:solidFill>
                <a:latin typeface="Courier New"/>
                <a:cs typeface="Courier New"/>
              </a:rPr>
              <a:t>earth-system-domain</a:t>
            </a:r>
            <a:r>
              <a:rPr sz="1200" b="1" spc="-10" dirty="0">
                <a:latin typeface="Courier New"/>
                <a:cs typeface="Courier New"/>
              </a:rPr>
              <a:t>/</a:t>
            </a:r>
            <a:r>
              <a:rPr sz="1200" b="1" spc="-10" dirty="0">
                <a:solidFill>
                  <a:srgbClr val="004F9F"/>
                </a:solidFill>
                <a:latin typeface="Courier New"/>
                <a:cs typeface="Courier New"/>
              </a:rPr>
              <a:t>subcategory/…</a:t>
            </a:r>
            <a:endParaRPr sz="1200">
              <a:latin typeface="Courier New"/>
              <a:cs typeface="Courier New"/>
            </a:endParaRPr>
          </a:p>
        </p:txBody>
      </p:sp>
      <p:sp>
        <p:nvSpPr>
          <p:cNvPr id="10" name="object 10"/>
          <p:cNvSpPr txBox="1"/>
          <p:nvPr/>
        </p:nvSpPr>
        <p:spPr>
          <a:xfrm>
            <a:off x="1323721" y="3274567"/>
            <a:ext cx="5252085" cy="208279"/>
          </a:xfrm>
          <a:prstGeom prst="rect">
            <a:avLst/>
          </a:prstGeom>
        </p:spPr>
        <p:txBody>
          <a:bodyPr vert="horz" wrap="square" lIns="0" tIns="12700" rIns="0" bIns="0" rtlCol="0">
            <a:spAutoFit/>
          </a:bodyPr>
          <a:lstStyle/>
          <a:p>
            <a:pPr>
              <a:lnSpc>
                <a:spcPct val="100000"/>
              </a:lnSpc>
              <a:spcBef>
                <a:spcPts val="100"/>
              </a:spcBef>
              <a:tabLst>
                <a:tab pos="2929890" algn="l"/>
              </a:tabLst>
            </a:pPr>
            <a:r>
              <a:rPr sz="1800" spc="-15" baseline="4629" dirty="0">
                <a:solidFill>
                  <a:srgbClr val="FF0000"/>
                </a:solidFill>
                <a:latin typeface="Calibri"/>
                <a:cs typeface="Calibri"/>
              </a:rPr>
              <a:t>origin|cache</a:t>
            </a:r>
            <a:r>
              <a:rPr sz="1800" baseline="4629" dirty="0">
                <a:solidFill>
                  <a:srgbClr val="FF0000"/>
                </a:solidFill>
                <a:latin typeface="Calibri"/>
                <a:cs typeface="Calibri"/>
              </a:rPr>
              <a:t>	</a:t>
            </a:r>
            <a:r>
              <a:rPr sz="1200" dirty="0">
                <a:latin typeface="Calibri"/>
                <a:cs typeface="Calibri"/>
              </a:rPr>
              <a:t>metadata|data</a:t>
            </a:r>
            <a:r>
              <a:rPr sz="1200" spc="140" dirty="0">
                <a:latin typeface="Calibri"/>
                <a:cs typeface="Calibri"/>
              </a:rPr>
              <a:t>  </a:t>
            </a:r>
            <a:r>
              <a:rPr sz="1800" spc="-15" baseline="4629" dirty="0">
                <a:solidFill>
                  <a:srgbClr val="C00000"/>
                </a:solidFill>
                <a:latin typeface="Calibri"/>
                <a:cs typeface="Calibri"/>
              </a:rPr>
              <a:t>core|recommended</a:t>
            </a:r>
            <a:endParaRPr sz="1800" baseline="4629">
              <a:latin typeface="Calibri"/>
              <a:cs typeface="Calibri"/>
            </a:endParaRPr>
          </a:p>
        </p:txBody>
      </p:sp>
      <p:sp>
        <p:nvSpPr>
          <p:cNvPr id="11" name="object 11"/>
          <p:cNvSpPr txBox="1"/>
          <p:nvPr/>
        </p:nvSpPr>
        <p:spPr>
          <a:xfrm>
            <a:off x="6654038" y="3001136"/>
            <a:ext cx="2973705" cy="391795"/>
          </a:xfrm>
          <a:prstGeom prst="rect">
            <a:avLst/>
          </a:prstGeom>
        </p:spPr>
        <p:txBody>
          <a:bodyPr vert="horz" wrap="square" lIns="0" tIns="12700" rIns="0" bIns="0" rtlCol="0">
            <a:spAutoFit/>
          </a:bodyPr>
          <a:lstStyle/>
          <a:p>
            <a:pPr>
              <a:lnSpc>
                <a:spcPct val="100000"/>
              </a:lnSpc>
              <a:spcBef>
                <a:spcPts val="100"/>
              </a:spcBef>
            </a:pPr>
            <a:r>
              <a:rPr sz="1200" dirty="0">
                <a:solidFill>
                  <a:srgbClr val="286B88"/>
                </a:solidFill>
                <a:latin typeface="Calibri"/>
                <a:cs typeface="Calibri"/>
              </a:rPr>
              <a:t>weather|climate|hydrology|atmospheric-</a:t>
            </a:r>
            <a:endParaRPr sz="1200">
              <a:latin typeface="Calibri"/>
              <a:cs typeface="Calibri"/>
            </a:endParaRPr>
          </a:p>
          <a:p>
            <a:pPr>
              <a:lnSpc>
                <a:spcPct val="100000"/>
              </a:lnSpc>
            </a:pPr>
            <a:r>
              <a:rPr sz="1200" spc="-10" dirty="0">
                <a:solidFill>
                  <a:srgbClr val="286B88"/>
                </a:solidFill>
                <a:latin typeface="Calibri"/>
                <a:cs typeface="Calibri"/>
              </a:rPr>
              <a:t>composition|cryosphere|ocean|space-weather</a:t>
            </a:r>
            <a:endParaRPr sz="1200">
              <a:latin typeface="Calibri"/>
              <a:cs typeface="Calibri"/>
            </a:endParaRPr>
          </a:p>
        </p:txBody>
      </p:sp>
      <p:sp>
        <p:nvSpPr>
          <p:cNvPr id="12" name="object 12"/>
          <p:cNvSpPr txBox="1"/>
          <p:nvPr/>
        </p:nvSpPr>
        <p:spPr>
          <a:xfrm>
            <a:off x="1382394" y="5023866"/>
            <a:ext cx="840486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52525"/>
                </a:solidFill>
                <a:latin typeface="Courier New"/>
                <a:cs typeface="Courier New"/>
              </a:rPr>
              <a:t>origin/a/wis2/cn-cma/data/core/weather/prediction/forecast/short-range/probabilistic/global</a:t>
            </a:r>
            <a:endParaRPr sz="1200" dirty="0">
              <a:latin typeface="Courier New"/>
              <a:cs typeface="Courier New"/>
            </a:endParaRPr>
          </a:p>
        </p:txBody>
      </p:sp>
      <p:grpSp>
        <p:nvGrpSpPr>
          <p:cNvPr id="13" name="object 13"/>
          <p:cNvGrpSpPr/>
          <p:nvPr/>
        </p:nvGrpSpPr>
        <p:grpSpPr>
          <a:xfrm>
            <a:off x="571876" y="4417288"/>
            <a:ext cx="10006965" cy="1042035"/>
            <a:chOff x="571876" y="4417288"/>
            <a:chExt cx="10006965" cy="1042035"/>
          </a:xfrm>
        </p:grpSpPr>
        <p:sp>
          <p:nvSpPr>
            <p:cNvPr id="14" name="object 14"/>
            <p:cNvSpPr/>
            <p:nvPr/>
          </p:nvSpPr>
          <p:spPr>
            <a:xfrm>
              <a:off x="571876" y="4640357"/>
              <a:ext cx="612140" cy="575310"/>
            </a:xfrm>
            <a:custGeom>
              <a:avLst/>
              <a:gdLst/>
              <a:ahLst/>
              <a:cxnLst/>
              <a:rect l="l" t="t" r="r" b="b"/>
              <a:pathLst>
                <a:path w="612140" h="575310">
                  <a:moveTo>
                    <a:pt x="393612" y="389783"/>
                  </a:moveTo>
                  <a:lnTo>
                    <a:pt x="348268" y="389783"/>
                  </a:lnTo>
                  <a:lnTo>
                    <a:pt x="434478" y="476040"/>
                  </a:lnTo>
                  <a:lnTo>
                    <a:pt x="426853" y="496053"/>
                  </a:lnTo>
                  <a:lnTo>
                    <a:pt x="425938" y="517134"/>
                  </a:lnTo>
                  <a:lnTo>
                    <a:pt x="431636" y="537261"/>
                  </a:lnTo>
                  <a:lnTo>
                    <a:pt x="431733" y="537605"/>
                  </a:lnTo>
                  <a:lnTo>
                    <a:pt x="444237" y="555787"/>
                  </a:lnTo>
                  <a:lnTo>
                    <a:pt x="465688" y="569976"/>
                  </a:lnTo>
                  <a:lnTo>
                    <a:pt x="490189" y="574706"/>
                  </a:lnTo>
                  <a:lnTo>
                    <a:pt x="514689" y="569976"/>
                  </a:lnTo>
                  <a:lnTo>
                    <a:pt x="536140" y="555787"/>
                  </a:lnTo>
                  <a:lnTo>
                    <a:pt x="550322" y="534324"/>
                  </a:lnTo>
                  <a:lnTo>
                    <a:pt x="555049" y="509810"/>
                  </a:lnTo>
                  <a:lnTo>
                    <a:pt x="550322" y="485296"/>
                  </a:lnTo>
                  <a:lnTo>
                    <a:pt x="536140" y="463834"/>
                  </a:lnTo>
                  <a:lnTo>
                    <a:pt x="522324" y="454069"/>
                  </a:lnTo>
                  <a:lnTo>
                    <a:pt x="457250" y="454069"/>
                  </a:lnTo>
                  <a:lnTo>
                    <a:pt x="393612" y="389783"/>
                  </a:lnTo>
                  <a:close/>
                </a:path>
                <a:path w="612140" h="575310">
                  <a:moveTo>
                    <a:pt x="113734" y="444711"/>
                  </a:moveTo>
                  <a:lnTo>
                    <a:pt x="93516" y="450508"/>
                  </a:lnTo>
                  <a:lnTo>
                    <a:pt x="75814" y="463020"/>
                  </a:lnTo>
                  <a:lnTo>
                    <a:pt x="61632" y="484482"/>
                  </a:lnTo>
                  <a:lnTo>
                    <a:pt x="56905" y="508996"/>
                  </a:lnTo>
                  <a:lnTo>
                    <a:pt x="61632" y="533510"/>
                  </a:lnTo>
                  <a:lnTo>
                    <a:pt x="75814" y="554973"/>
                  </a:lnTo>
                  <a:lnTo>
                    <a:pt x="97265" y="569163"/>
                  </a:lnTo>
                  <a:lnTo>
                    <a:pt x="121765" y="573892"/>
                  </a:lnTo>
                  <a:lnTo>
                    <a:pt x="146266" y="569163"/>
                  </a:lnTo>
                  <a:lnTo>
                    <a:pt x="167717" y="554973"/>
                  </a:lnTo>
                  <a:lnTo>
                    <a:pt x="180221" y="537261"/>
                  </a:lnTo>
                  <a:lnTo>
                    <a:pt x="185987" y="517134"/>
                  </a:lnTo>
                  <a:lnTo>
                    <a:pt x="185701" y="509810"/>
                  </a:lnTo>
                  <a:lnTo>
                    <a:pt x="185101" y="496053"/>
                  </a:lnTo>
                  <a:lnTo>
                    <a:pt x="177476" y="476040"/>
                  </a:lnTo>
                  <a:lnTo>
                    <a:pt x="200248" y="453255"/>
                  </a:lnTo>
                  <a:lnTo>
                    <a:pt x="154704" y="453255"/>
                  </a:lnTo>
                  <a:lnTo>
                    <a:pt x="134714" y="445626"/>
                  </a:lnTo>
                  <a:lnTo>
                    <a:pt x="113734" y="444711"/>
                  </a:lnTo>
                  <a:close/>
                </a:path>
                <a:path w="612140" h="575310">
                  <a:moveTo>
                    <a:pt x="498575" y="445626"/>
                  </a:moveTo>
                  <a:lnTo>
                    <a:pt x="495889" y="445626"/>
                  </a:lnTo>
                  <a:lnTo>
                    <a:pt x="477239" y="446440"/>
                  </a:lnTo>
                  <a:lnTo>
                    <a:pt x="457250" y="454069"/>
                  </a:lnTo>
                  <a:lnTo>
                    <a:pt x="522324" y="454069"/>
                  </a:lnTo>
                  <a:lnTo>
                    <a:pt x="518438" y="451322"/>
                  </a:lnTo>
                  <a:lnTo>
                    <a:pt x="498575" y="445626"/>
                  </a:lnTo>
                  <a:close/>
                </a:path>
                <a:path w="612140" h="575310">
                  <a:moveTo>
                    <a:pt x="202191" y="264466"/>
                  </a:moveTo>
                  <a:lnTo>
                    <a:pt x="116479" y="264466"/>
                  </a:lnTo>
                  <a:lnTo>
                    <a:pt x="223834" y="308408"/>
                  </a:lnTo>
                  <a:lnTo>
                    <a:pt x="223021" y="311663"/>
                  </a:lnTo>
                  <a:lnTo>
                    <a:pt x="232285" y="356864"/>
                  </a:lnTo>
                  <a:lnTo>
                    <a:pt x="239287" y="367812"/>
                  </a:lnTo>
                  <a:lnTo>
                    <a:pt x="154704" y="453255"/>
                  </a:lnTo>
                  <a:lnTo>
                    <a:pt x="200248" y="453255"/>
                  </a:lnTo>
                  <a:lnTo>
                    <a:pt x="263686" y="389783"/>
                  </a:lnTo>
                  <a:lnTo>
                    <a:pt x="393612" y="389783"/>
                  </a:lnTo>
                  <a:lnTo>
                    <a:pt x="372667" y="368626"/>
                  </a:lnTo>
                  <a:lnTo>
                    <a:pt x="379669" y="357793"/>
                  </a:lnTo>
                  <a:lnTo>
                    <a:pt x="384765" y="346044"/>
                  </a:lnTo>
                  <a:lnTo>
                    <a:pt x="387878" y="333380"/>
                  </a:lnTo>
                  <a:lnTo>
                    <a:pt x="388933" y="319801"/>
                  </a:lnTo>
                  <a:lnTo>
                    <a:pt x="388933" y="312477"/>
                  </a:lnTo>
                  <a:lnTo>
                    <a:pt x="388120" y="309222"/>
                  </a:lnTo>
                  <a:lnTo>
                    <a:pt x="461678" y="279114"/>
                  </a:lnTo>
                  <a:lnTo>
                    <a:pt x="376734" y="279114"/>
                  </a:lnTo>
                  <a:lnTo>
                    <a:pt x="376130" y="278300"/>
                  </a:lnTo>
                  <a:lnTo>
                    <a:pt x="235220" y="278300"/>
                  </a:lnTo>
                  <a:lnTo>
                    <a:pt x="202191" y="264466"/>
                  </a:lnTo>
                  <a:close/>
                </a:path>
                <a:path w="612140" h="575310">
                  <a:moveTo>
                    <a:pt x="348268" y="389783"/>
                  </a:moveTo>
                  <a:lnTo>
                    <a:pt x="263686" y="389783"/>
                  </a:lnTo>
                  <a:lnTo>
                    <a:pt x="273127" y="394653"/>
                  </a:lnTo>
                  <a:lnTo>
                    <a:pt x="283103" y="398225"/>
                  </a:lnTo>
                  <a:lnTo>
                    <a:pt x="293536" y="400425"/>
                  </a:lnTo>
                  <a:lnTo>
                    <a:pt x="304350" y="401175"/>
                  </a:lnTo>
                  <a:lnTo>
                    <a:pt x="307604" y="401175"/>
                  </a:lnTo>
                  <a:lnTo>
                    <a:pt x="318418" y="400425"/>
                  </a:lnTo>
                  <a:lnTo>
                    <a:pt x="328851" y="398225"/>
                  </a:lnTo>
                  <a:lnTo>
                    <a:pt x="338826" y="394653"/>
                  </a:lnTo>
                  <a:lnTo>
                    <a:pt x="348268" y="389783"/>
                  </a:lnTo>
                  <a:close/>
                </a:path>
                <a:path w="612140" h="575310">
                  <a:moveTo>
                    <a:pt x="597218" y="265280"/>
                  </a:moveTo>
                  <a:lnTo>
                    <a:pt x="495475" y="265280"/>
                  </a:lnTo>
                  <a:lnTo>
                    <a:pt x="510737" y="279800"/>
                  </a:lnTo>
                  <a:lnTo>
                    <a:pt x="529735" y="288675"/>
                  </a:lnTo>
                  <a:lnTo>
                    <a:pt x="550716" y="291142"/>
                  </a:lnTo>
                  <a:lnTo>
                    <a:pt x="571925" y="286437"/>
                  </a:lnTo>
                  <a:lnTo>
                    <a:pt x="593058" y="271599"/>
                  </a:lnTo>
                  <a:lnTo>
                    <a:pt x="597093" y="265471"/>
                  </a:lnTo>
                  <a:lnTo>
                    <a:pt x="597218" y="265280"/>
                  </a:lnTo>
                  <a:close/>
                </a:path>
                <a:path w="612140" h="575310">
                  <a:moveTo>
                    <a:pt x="64987" y="160129"/>
                  </a:moveTo>
                  <a:lnTo>
                    <a:pt x="40436" y="164986"/>
                  </a:lnTo>
                  <a:lnTo>
                    <a:pt x="19544" y="178693"/>
                  </a:lnTo>
                  <a:lnTo>
                    <a:pt x="5057" y="200180"/>
                  </a:lnTo>
                  <a:lnTo>
                    <a:pt x="0" y="225661"/>
                  </a:lnTo>
                  <a:lnTo>
                    <a:pt x="4854" y="250226"/>
                  </a:lnTo>
                  <a:lnTo>
                    <a:pt x="18553" y="271129"/>
                  </a:lnTo>
                  <a:lnTo>
                    <a:pt x="40029" y="285624"/>
                  </a:lnTo>
                  <a:lnTo>
                    <a:pt x="61238" y="290442"/>
                  </a:lnTo>
                  <a:lnTo>
                    <a:pt x="82219" y="288167"/>
                  </a:lnTo>
                  <a:lnTo>
                    <a:pt x="101217" y="279330"/>
                  </a:lnTo>
                  <a:lnTo>
                    <a:pt x="116479" y="264466"/>
                  </a:lnTo>
                  <a:lnTo>
                    <a:pt x="202191" y="264466"/>
                  </a:lnTo>
                  <a:lnTo>
                    <a:pt x="130305" y="234358"/>
                  </a:lnTo>
                  <a:lnTo>
                    <a:pt x="129816" y="213951"/>
                  </a:lnTo>
                  <a:lnTo>
                    <a:pt x="129797" y="213137"/>
                  </a:lnTo>
                  <a:lnTo>
                    <a:pt x="122579" y="193365"/>
                  </a:lnTo>
                  <a:lnTo>
                    <a:pt x="109261" y="176798"/>
                  </a:lnTo>
                  <a:lnTo>
                    <a:pt x="90453" y="165189"/>
                  </a:lnTo>
                  <a:lnTo>
                    <a:pt x="64987" y="160129"/>
                  </a:lnTo>
                  <a:close/>
                </a:path>
                <a:path w="612140" h="575310">
                  <a:moveTo>
                    <a:pt x="546967" y="160943"/>
                  </a:moveTo>
                  <a:lnTo>
                    <a:pt x="503036" y="177612"/>
                  </a:lnTo>
                  <a:lnTo>
                    <a:pt x="482272" y="213951"/>
                  </a:lnTo>
                  <a:lnTo>
                    <a:pt x="481673" y="234358"/>
                  </a:lnTo>
                  <a:lnTo>
                    <a:pt x="481649" y="235172"/>
                  </a:lnTo>
                  <a:lnTo>
                    <a:pt x="376734" y="279114"/>
                  </a:lnTo>
                  <a:lnTo>
                    <a:pt x="461678" y="279114"/>
                  </a:lnTo>
                  <a:lnTo>
                    <a:pt x="495475" y="265280"/>
                  </a:lnTo>
                  <a:lnTo>
                    <a:pt x="597218" y="265280"/>
                  </a:lnTo>
                  <a:lnTo>
                    <a:pt x="606795" y="250734"/>
                  </a:lnTo>
                  <a:lnTo>
                    <a:pt x="611840" y="226360"/>
                  </a:lnTo>
                  <a:lnTo>
                    <a:pt x="606897" y="200994"/>
                  </a:lnTo>
                  <a:lnTo>
                    <a:pt x="592410" y="179506"/>
                  </a:lnTo>
                  <a:lnTo>
                    <a:pt x="571518" y="165800"/>
                  </a:lnTo>
                  <a:lnTo>
                    <a:pt x="546967" y="160943"/>
                  </a:lnTo>
                  <a:close/>
                </a:path>
                <a:path w="612140" h="575310">
                  <a:moveTo>
                    <a:pt x="305977" y="0"/>
                  </a:moveTo>
                  <a:lnTo>
                    <a:pt x="280714" y="5136"/>
                  </a:lnTo>
                  <a:lnTo>
                    <a:pt x="260026" y="19122"/>
                  </a:lnTo>
                  <a:lnTo>
                    <a:pt x="246047" y="39822"/>
                  </a:lnTo>
                  <a:lnTo>
                    <a:pt x="240913" y="65099"/>
                  </a:lnTo>
                  <a:lnTo>
                    <a:pt x="244649" y="86562"/>
                  </a:lnTo>
                  <a:lnTo>
                    <a:pt x="254943" y="104972"/>
                  </a:lnTo>
                  <a:lnTo>
                    <a:pt x="270421" y="119111"/>
                  </a:lnTo>
                  <a:lnTo>
                    <a:pt x="289711" y="127757"/>
                  </a:lnTo>
                  <a:lnTo>
                    <a:pt x="289711" y="240054"/>
                  </a:lnTo>
                  <a:lnTo>
                    <a:pt x="272848" y="245000"/>
                  </a:lnTo>
                  <a:lnTo>
                    <a:pt x="257891" y="253379"/>
                  </a:lnTo>
                  <a:lnTo>
                    <a:pt x="245221" y="264657"/>
                  </a:lnTo>
                  <a:lnTo>
                    <a:pt x="235220" y="278300"/>
                  </a:lnTo>
                  <a:lnTo>
                    <a:pt x="376130" y="278300"/>
                  </a:lnTo>
                  <a:lnTo>
                    <a:pt x="366618" y="265471"/>
                  </a:lnTo>
                  <a:lnTo>
                    <a:pt x="353758" y="254193"/>
                  </a:lnTo>
                  <a:lnTo>
                    <a:pt x="338763" y="245814"/>
                  </a:lnTo>
                  <a:lnTo>
                    <a:pt x="322243" y="240868"/>
                  </a:lnTo>
                  <a:lnTo>
                    <a:pt x="322243" y="127757"/>
                  </a:lnTo>
                  <a:lnTo>
                    <a:pt x="341533" y="119111"/>
                  </a:lnTo>
                  <a:lnTo>
                    <a:pt x="357011" y="104972"/>
                  </a:lnTo>
                  <a:lnTo>
                    <a:pt x="367305" y="86562"/>
                  </a:lnTo>
                  <a:lnTo>
                    <a:pt x="371041" y="65099"/>
                  </a:lnTo>
                  <a:lnTo>
                    <a:pt x="365907" y="39822"/>
                  </a:lnTo>
                  <a:lnTo>
                    <a:pt x="351928" y="19122"/>
                  </a:lnTo>
                  <a:lnTo>
                    <a:pt x="331240" y="5136"/>
                  </a:lnTo>
                  <a:lnTo>
                    <a:pt x="305977" y="0"/>
                  </a:lnTo>
                  <a:close/>
                </a:path>
              </a:pathLst>
            </a:custGeom>
            <a:solidFill>
              <a:srgbClr val="000000"/>
            </a:solidFill>
          </p:spPr>
          <p:txBody>
            <a:bodyPr wrap="square" lIns="0" tIns="0" rIns="0" bIns="0" rtlCol="0"/>
            <a:lstStyle/>
            <a:p>
              <a:endParaRPr/>
            </a:p>
          </p:txBody>
        </p:sp>
        <p:pic>
          <p:nvPicPr>
            <p:cNvPr id="15" name="object 15" descr="User icon in flat style. person icon. Client Symbol 7296447 ..."/>
            <p:cNvPicPr/>
            <p:nvPr/>
          </p:nvPicPr>
          <p:blipFill>
            <a:blip r:embed="rId3" cstate="print"/>
            <a:stretch>
              <a:fillRect/>
            </a:stretch>
          </p:blipFill>
          <p:spPr>
            <a:xfrm>
              <a:off x="9755123" y="4747234"/>
              <a:ext cx="410019" cy="363372"/>
            </a:xfrm>
            <a:prstGeom prst="rect">
              <a:avLst/>
            </a:prstGeom>
          </p:spPr>
        </p:pic>
        <p:pic>
          <p:nvPicPr>
            <p:cNvPr id="16" name="object 16" descr="User icon in flat style. person icon. Client Symbol 7296447 ..."/>
            <p:cNvPicPr/>
            <p:nvPr/>
          </p:nvPicPr>
          <p:blipFill>
            <a:blip r:embed="rId3" cstate="print"/>
            <a:stretch>
              <a:fillRect/>
            </a:stretch>
          </p:blipFill>
          <p:spPr>
            <a:xfrm>
              <a:off x="10168381" y="5095341"/>
              <a:ext cx="410019" cy="363372"/>
            </a:xfrm>
            <a:prstGeom prst="rect">
              <a:avLst/>
            </a:prstGeom>
          </p:spPr>
        </p:pic>
        <p:pic>
          <p:nvPicPr>
            <p:cNvPr id="17" name="object 17" descr="User icon in flat style. person icon. Client Symbol 7296447 ..."/>
            <p:cNvPicPr/>
            <p:nvPr/>
          </p:nvPicPr>
          <p:blipFill>
            <a:blip r:embed="rId3" cstate="print"/>
            <a:stretch>
              <a:fillRect/>
            </a:stretch>
          </p:blipFill>
          <p:spPr>
            <a:xfrm>
              <a:off x="9341866" y="4417288"/>
              <a:ext cx="410019" cy="363372"/>
            </a:xfrm>
            <a:prstGeom prst="rect">
              <a:avLst/>
            </a:prstGeom>
          </p:spPr>
        </p:pic>
        <p:sp>
          <p:nvSpPr>
            <p:cNvPr id="18" name="object 18"/>
            <p:cNvSpPr/>
            <p:nvPr/>
          </p:nvSpPr>
          <p:spPr>
            <a:xfrm>
              <a:off x="1204010" y="4589525"/>
              <a:ext cx="8964930" cy="734695"/>
            </a:xfrm>
            <a:custGeom>
              <a:avLst/>
              <a:gdLst/>
              <a:ahLst/>
              <a:cxnLst/>
              <a:rect l="l" t="t" r="r" b="b"/>
              <a:pathLst>
                <a:path w="8964930" h="734695">
                  <a:moveTo>
                    <a:pt x="8137982" y="19050"/>
                  </a:moveTo>
                  <a:lnTo>
                    <a:pt x="8137855" y="0"/>
                  </a:lnTo>
                  <a:lnTo>
                    <a:pt x="76149" y="39700"/>
                  </a:lnTo>
                  <a:lnTo>
                    <a:pt x="76060" y="19050"/>
                  </a:lnTo>
                  <a:lnTo>
                    <a:pt x="76022" y="11049"/>
                  </a:lnTo>
                  <a:lnTo>
                    <a:pt x="0" y="49530"/>
                  </a:lnTo>
                  <a:lnTo>
                    <a:pt x="76403" y="87249"/>
                  </a:lnTo>
                  <a:lnTo>
                    <a:pt x="76250" y="58801"/>
                  </a:lnTo>
                  <a:lnTo>
                    <a:pt x="63449" y="58801"/>
                  </a:lnTo>
                  <a:lnTo>
                    <a:pt x="76238" y="58750"/>
                  </a:lnTo>
                  <a:lnTo>
                    <a:pt x="3933025" y="39751"/>
                  </a:lnTo>
                  <a:lnTo>
                    <a:pt x="8137982" y="19050"/>
                  </a:lnTo>
                  <a:close/>
                </a:path>
                <a:path w="8964930" h="734695">
                  <a:moveTo>
                    <a:pt x="8482279" y="329946"/>
                  </a:moveTo>
                  <a:lnTo>
                    <a:pt x="142951" y="363054"/>
                  </a:lnTo>
                  <a:lnTo>
                    <a:pt x="142887" y="348996"/>
                  </a:lnTo>
                  <a:lnTo>
                    <a:pt x="142824" y="334518"/>
                  </a:lnTo>
                  <a:lnTo>
                    <a:pt x="66878" y="372872"/>
                  </a:lnTo>
                  <a:lnTo>
                    <a:pt x="143205" y="410718"/>
                  </a:lnTo>
                  <a:lnTo>
                    <a:pt x="143052" y="382143"/>
                  </a:lnTo>
                  <a:lnTo>
                    <a:pt x="130378" y="382143"/>
                  </a:lnTo>
                  <a:lnTo>
                    <a:pt x="143040" y="382104"/>
                  </a:lnTo>
                  <a:lnTo>
                    <a:pt x="4930318" y="363093"/>
                  </a:lnTo>
                  <a:lnTo>
                    <a:pt x="8482279" y="348996"/>
                  </a:lnTo>
                  <a:lnTo>
                    <a:pt x="8482279" y="329946"/>
                  </a:lnTo>
                  <a:close/>
                </a:path>
                <a:path w="8964930" h="734695">
                  <a:moveTo>
                    <a:pt x="8964498" y="697103"/>
                  </a:moveTo>
                  <a:lnTo>
                    <a:pt x="8964422" y="686562"/>
                  </a:lnTo>
                  <a:lnTo>
                    <a:pt x="8964371" y="678053"/>
                  </a:lnTo>
                  <a:lnTo>
                    <a:pt x="76187" y="686562"/>
                  </a:lnTo>
                  <a:lnTo>
                    <a:pt x="76149" y="657987"/>
                  </a:lnTo>
                  <a:lnTo>
                    <a:pt x="0" y="696214"/>
                  </a:lnTo>
                  <a:lnTo>
                    <a:pt x="76276" y="734187"/>
                  </a:lnTo>
                  <a:lnTo>
                    <a:pt x="76225" y="705612"/>
                  </a:lnTo>
                  <a:lnTo>
                    <a:pt x="8964498" y="697103"/>
                  </a:lnTo>
                  <a:close/>
                </a:path>
              </a:pathLst>
            </a:custGeom>
            <a:solidFill>
              <a:srgbClr val="404040"/>
            </a:solidFill>
          </p:spPr>
          <p:txBody>
            <a:bodyPr wrap="square" lIns="0" tIns="0" rIns="0" bIns="0" rtlCol="0"/>
            <a:lstStyle/>
            <a:p>
              <a:endParaRPr/>
            </a:p>
          </p:txBody>
        </p:sp>
      </p:grpSp>
      <p:sp>
        <p:nvSpPr>
          <p:cNvPr id="19" name="object 19"/>
          <p:cNvSpPr txBox="1"/>
          <p:nvPr/>
        </p:nvSpPr>
        <p:spPr>
          <a:xfrm>
            <a:off x="1408302" y="4362069"/>
            <a:ext cx="582612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52525"/>
                </a:solidFill>
                <a:latin typeface="Courier New"/>
                <a:cs typeface="Courier New"/>
              </a:rPr>
              <a:t>origin/a/wis2/hk-hko-swic/data/core/weather/advisories-warnings</a:t>
            </a:r>
            <a:endParaRPr sz="1200" dirty="0">
              <a:latin typeface="Courier New"/>
              <a:cs typeface="Courier New"/>
            </a:endParaRPr>
          </a:p>
        </p:txBody>
      </p:sp>
      <p:sp>
        <p:nvSpPr>
          <p:cNvPr id="20" name="object 20"/>
          <p:cNvSpPr txBox="1"/>
          <p:nvPr/>
        </p:nvSpPr>
        <p:spPr>
          <a:xfrm>
            <a:off x="516636" y="2498217"/>
            <a:ext cx="11043920" cy="269240"/>
          </a:xfrm>
          <a:prstGeom prst="rect">
            <a:avLst/>
          </a:prstGeom>
        </p:spPr>
        <p:txBody>
          <a:bodyPr vert="horz" wrap="square" lIns="0" tIns="12065" rIns="0" bIns="0" rtlCol="0">
            <a:spAutoFit/>
          </a:bodyPr>
          <a:lstStyle/>
          <a:p>
            <a:pPr>
              <a:lnSpc>
                <a:spcPct val="100000"/>
              </a:lnSpc>
              <a:spcBef>
                <a:spcPts val="95"/>
              </a:spcBef>
            </a:pPr>
            <a:r>
              <a:rPr sz="1600" dirty="0">
                <a:solidFill>
                  <a:srgbClr val="001F5F"/>
                </a:solidFill>
                <a:latin typeface="Verdana"/>
                <a:cs typeface="Verdana"/>
              </a:rPr>
              <a:t>The</a:t>
            </a:r>
            <a:r>
              <a:rPr sz="1600" spc="-40" dirty="0">
                <a:solidFill>
                  <a:srgbClr val="001F5F"/>
                </a:solidFill>
                <a:latin typeface="Verdana"/>
                <a:cs typeface="Verdana"/>
              </a:rPr>
              <a:t> </a:t>
            </a:r>
            <a:r>
              <a:rPr sz="1600" dirty="0">
                <a:solidFill>
                  <a:srgbClr val="001F5F"/>
                </a:solidFill>
                <a:latin typeface="Verdana"/>
                <a:cs typeface="Verdana"/>
              </a:rPr>
              <a:t>WTH</a:t>
            </a:r>
            <a:r>
              <a:rPr sz="1600" spc="-50" dirty="0">
                <a:solidFill>
                  <a:srgbClr val="001F5F"/>
                </a:solidFill>
                <a:latin typeface="Verdana"/>
                <a:cs typeface="Verdana"/>
              </a:rPr>
              <a:t> </a:t>
            </a:r>
            <a:r>
              <a:rPr sz="1600" dirty="0">
                <a:solidFill>
                  <a:srgbClr val="001F5F"/>
                </a:solidFill>
                <a:latin typeface="Verdana"/>
                <a:cs typeface="Verdana"/>
              </a:rPr>
              <a:t>is</a:t>
            </a:r>
            <a:r>
              <a:rPr sz="1600" spc="-35" dirty="0">
                <a:solidFill>
                  <a:srgbClr val="001F5F"/>
                </a:solidFill>
                <a:latin typeface="Verdana"/>
                <a:cs typeface="Verdana"/>
              </a:rPr>
              <a:t> </a:t>
            </a:r>
            <a:r>
              <a:rPr sz="1600" dirty="0">
                <a:solidFill>
                  <a:srgbClr val="001F5F"/>
                </a:solidFill>
                <a:latin typeface="Verdana"/>
                <a:cs typeface="Verdana"/>
              </a:rPr>
              <a:t>composed</a:t>
            </a:r>
            <a:r>
              <a:rPr sz="1600" spc="5" dirty="0">
                <a:solidFill>
                  <a:srgbClr val="001F5F"/>
                </a:solidFill>
                <a:latin typeface="Verdana"/>
                <a:cs typeface="Verdana"/>
              </a:rPr>
              <a:t> </a:t>
            </a:r>
            <a:r>
              <a:rPr sz="1600" dirty="0">
                <a:solidFill>
                  <a:srgbClr val="001F5F"/>
                </a:solidFill>
                <a:latin typeface="Verdana"/>
                <a:cs typeface="Verdana"/>
              </a:rPr>
              <a:t>of</a:t>
            </a:r>
            <a:r>
              <a:rPr sz="1600" spc="-45" dirty="0">
                <a:solidFill>
                  <a:srgbClr val="001F5F"/>
                </a:solidFill>
                <a:latin typeface="Verdana"/>
                <a:cs typeface="Verdana"/>
              </a:rPr>
              <a:t> </a:t>
            </a:r>
            <a:r>
              <a:rPr sz="1600" dirty="0">
                <a:solidFill>
                  <a:srgbClr val="001F5F"/>
                </a:solidFill>
                <a:latin typeface="Verdana"/>
                <a:cs typeface="Verdana"/>
              </a:rPr>
              <a:t>primary</a:t>
            </a:r>
            <a:r>
              <a:rPr sz="1600" spc="-5" dirty="0">
                <a:solidFill>
                  <a:srgbClr val="001F5F"/>
                </a:solidFill>
                <a:latin typeface="Verdana"/>
                <a:cs typeface="Verdana"/>
              </a:rPr>
              <a:t> </a:t>
            </a:r>
            <a:r>
              <a:rPr sz="1600" dirty="0">
                <a:solidFill>
                  <a:srgbClr val="001F5F"/>
                </a:solidFill>
                <a:latin typeface="Verdana"/>
                <a:cs typeface="Verdana"/>
              </a:rPr>
              <a:t>topics</a:t>
            </a:r>
            <a:r>
              <a:rPr sz="1600" spc="-15" dirty="0">
                <a:solidFill>
                  <a:srgbClr val="001F5F"/>
                </a:solidFill>
                <a:latin typeface="Verdana"/>
                <a:cs typeface="Verdana"/>
              </a:rPr>
              <a:t> </a:t>
            </a:r>
            <a:r>
              <a:rPr sz="1600" dirty="0">
                <a:solidFill>
                  <a:srgbClr val="001F5F"/>
                </a:solidFill>
                <a:latin typeface="Verdana"/>
                <a:cs typeface="Verdana"/>
              </a:rPr>
              <a:t>(levels</a:t>
            </a:r>
            <a:r>
              <a:rPr sz="1600" spc="-25" dirty="0">
                <a:solidFill>
                  <a:srgbClr val="001F5F"/>
                </a:solidFill>
                <a:latin typeface="Verdana"/>
                <a:cs typeface="Verdana"/>
              </a:rPr>
              <a:t> </a:t>
            </a:r>
            <a:r>
              <a:rPr sz="1600" dirty="0">
                <a:solidFill>
                  <a:srgbClr val="001F5F"/>
                </a:solidFill>
                <a:latin typeface="Verdana"/>
                <a:cs typeface="Verdana"/>
              </a:rPr>
              <a:t>1-7)</a:t>
            </a:r>
            <a:r>
              <a:rPr sz="1600" spc="-50" dirty="0">
                <a:solidFill>
                  <a:srgbClr val="001F5F"/>
                </a:solidFill>
                <a:latin typeface="Verdana"/>
                <a:cs typeface="Verdana"/>
              </a:rPr>
              <a:t> </a:t>
            </a:r>
            <a:r>
              <a:rPr sz="1600" dirty="0">
                <a:solidFill>
                  <a:srgbClr val="001F5F"/>
                </a:solidFill>
                <a:latin typeface="Verdana"/>
                <a:cs typeface="Verdana"/>
              </a:rPr>
              <a:t>and</a:t>
            </a:r>
            <a:r>
              <a:rPr sz="1600" spc="-40" dirty="0">
                <a:solidFill>
                  <a:srgbClr val="001F5F"/>
                </a:solidFill>
                <a:latin typeface="Verdana"/>
                <a:cs typeface="Verdana"/>
              </a:rPr>
              <a:t> </a:t>
            </a:r>
            <a:r>
              <a:rPr sz="1600" u="sng" spc="-20" dirty="0">
                <a:solidFill>
                  <a:srgbClr val="001F5F"/>
                </a:solidFill>
                <a:uFill>
                  <a:solidFill>
                    <a:srgbClr val="001F5F"/>
                  </a:solidFill>
                </a:uFill>
                <a:latin typeface="Verdana"/>
                <a:cs typeface="Verdana"/>
              </a:rPr>
              <a:t>sub-</a:t>
            </a:r>
            <a:r>
              <a:rPr sz="1600" u="sng" dirty="0">
                <a:solidFill>
                  <a:srgbClr val="001F5F"/>
                </a:solidFill>
                <a:uFill>
                  <a:solidFill>
                    <a:srgbClr val="001F5F"/>
                  </a:solidFill>
                </a:uFill>
                <a:latin typeface="Verdana"/>
                <a:cs typeface="Verdana"/>
              </a:rPr>
              <a:t>discipline</a:t>
            </a:r>
            <a:r>
              <a:rPr sz="1600" u="sng" spc="5" dirty="0">
                <a:solidFill>
                  <a:srgbClr val="001F5F"/>
                </a:solidFill>
                <a:uFill>
                  <a:solidFill>
                    <a:srgbClr val="001F5F"/>
                  </a:solidFill>
                </a:uFill>
                <a:latin typeface="Verdana"/>
                <a:cs typeface="Verdana"/>
              </a:rPr>
              <a:t> </a:t>
            </a:r>
            <a:r>
              <a:rPr sz="1600" u="sng" dirty="0">
                <a:solidFill>
                  <a:srgbClr val="001F5F"/>
                </a:solidFill>
                <a:uFill>
                  <a:solidFill>
                    <a:srgbClr val="001F5F"/>
                  </a:solidFill>
                </a:uFill>
                <a:latin typeface="Verdana"/>
                <a:cs typeface="Verdana"/>
              </a:rPr>
              <a:t>specific</a:t>
            </a:r>
            <a:r>
              <a:rPr sz="1600" u="sng" spc="-15" dirty="0">
                <a:solidFill>
                  <a:srgbClr val="001F5F"/>
                </a:solidFill>
                <a:uFill>
                  <a:solidFill>
                    <a:srgbClr val="001F5F"/>
                  </a:solidFill>
                </a:uFill>
                <a:latin typeface="Verdana"/>
                <a:cs typeface="Verdana"/>
              </a:rPr>
              <a:t> </a:t>
            </a:r>
            <a:r>
              <a:rPr sz="1600" u="sng" dirty="0">
                <a:solidFill>
                  <a:srgbClr val="001F5F"/>
                </a:solidFill>
                <a:uFill>
                  <a:solidFill>
                    <a:srgbClr val="001F5F"/>
                  </a:solidFill>
                </a:uFill>
                <a:latin typeface="Verdana"/>
                <a:cs typeface="Verdana"/>
              </a:rPr>
              <a:t>topics</a:t>
            </a:r>
            <a:r>
              <a:rPr sz="1600" u="sng" spc="-20" dirty="0">
                <a:solidFill>
                  <a:srgbClr val="001F5F"/>
                </a:solidFill>
                <a:uFill>
                  <a:solidFill>
                    <a:srgbClr val="001F5F"/>
                  </a:solidFill>
                </a:uFill>
                <a:latin typeface="Verdana"/>
                <a:cs typeface="Verdana"/>
              </a:rPr>
              <a:t> </a:t>
            </a:r>
            <a:r>
              <a:rPr sz="1600" dirty="0">
                <a:solidFill>
                  <a:srgbClr val="001F5F"/>
                </a:solidFill>
                <a:latin typeface="Verdana"/>
                <a:cs typeface="Verdana"/>
              </a:rPr>
              <a:t>(levels</a:t>
            </a:r>
            <a:r>
              <a:rPr sz="1600" spc="-25" dirty="0">
                <a:solidFill>
                  <a:srgbClr val="001F5F"/>
                </a:solidFill>
                <a:latin typeface="Verdana"/>
                <a:cs typeface="Verdana"/>
              </a:rPr>
              <a:t> </a:t>
            </a:r>
            <a:r>
              <a:rPr sz="1600" dirty="0">
                <a:solidFill>
                  <a:srgbClr val="001F5F"/>
                </a:solidFill>
                <a:latin typeface="Verdana"/>
                <a:cs typeface="Verdana"/>
              </a:rPr>
              <a:t>8</a:t>
            </a:r>
            <a:r>
              <a:rPr sz="1600" spc="-50" dirty="0">
                <a:solidFill>
                  <a:srgbClr val="001F5F"/>
                </a:solidFill>
                <a:latin typeface="Verdana"/>
                <a:cs typeface="Verdana"/>
              </a:rPr>
              <a:t> </a:t>
            </a:r>
            <a:r>
              <a:rPr sz="1600" dirty="0">
                <a:solidFill>
                  <a:srgbClr val="001F5F"/>
                </a:solidFill>
                <a:latin typeface="Verdana"/>
                <a:cs typeface="Verdana"/>
              </a:rPr>
              <a:t>and</a:t>
            </a:r>
            <a:r>
              <a:rPr sz="1600" spc="-25" dirty="0">
                <a:solidFill>
                  <a:srgbClr val="001F5F"/>
                </a:solidFill>
                <a:latin typeface="Verdana"/>
                <a:cs typeface="Verdana"/>
              </a:rPr>
              <a:t> </a:t>
            </a:r>
            <a:r>
              <a:rPr sz="1600" spc="-10" dirty="0">
                <a:solidFill>
                  <a:srgbClr val="001F5F"/>
                </a:solidFill>
                <a:latin typeface="Verdana"/>
                <a:cs typeface="Verdana"/>
              </a:rPr>
              <a:t>beyond)</a:t>
            </a:r>
            <a:endParaRPr sz="1600">
              <a:latin typeface="Verdana"/>
              <a:cs typeface="Verdana"/>
            </a:endParaRPr>
          </a:p>
        </p:txBody>
      </p:sp>
      <p:sp>
        <p:nvSpPr>
          <p:cNvPr id="21" name="object 21"/>
          <p:cNvSpPr txBox="1"/>
          <p:nvPr/>
        </p:nvSpPr>
        <p:spPr>
          <a:xfrm>
            <a:off x="10167873" y="4526407"/>
            <a:ext cx="1900555" cy="495934"/>
          </a:xfrm>
          <a:prstGeom prst="rect">
            <a:avLst/>
          </a:prstGeom>
        </p:spPr>
        <p:txBody>
          <a:bodyPr vert="horz" wrap="square" lIns="0" tIns="31750" rIns="0" bIns="0" rtlCol="0">
            <a:spAutoFit/>
          </a:bodyPr>
          <a:lstStyle/>
          <a:p>
            <a:pPr marL="12700" marR="5080" algn="ctr">
              <a:lnSpc>
                <a:spcPts val="1190"/>
              </a:lnSpc>
              <a:spcBef>
                <a:spcPts val="250"/>
              </a:spcBef>
            </a:pPr>
            <a:r>
              <a:rPr sz="1100" dirty="0">
                <a:solidFill>
                  <a:srgbClr val="252525"/>
                </a:solidFill>
                <a:latin typeface="Verdana"/>
                <a:cs typeface="Verdana"/>
              </a:rPr>
              <a:t>Data</a:t>
            </a:r>
            <a:r>
              <a:rPr sz="1100" spc="-30" dirty="0">
                <a:solidFill>
                  <a:srgbClr val="252525"/>
                </a:solidFill>
                <a:latin typeface="Verdana"/>
                <a:cs typeface="Verdana"/>
              </a:rPr>
              <a:t> </a:t>
            </a:r>
            <a:r>
              <a:rPr sz="1100" dirty="0">
                <a:solidFill>
                  <a:srgbClr val="252525"/>
                </a:solidFill>
                <a:latin typeface="Verdana"/>
                <a:cs typeface="Verdana"/>
              </a:rPr>
              <a:t>Consumers</a:t>
            </a:r>
            <a:r>
              <a:rPr sz="1100" spc="-40" dirty="0">
                <a:solidFill>
                  <a:srgbClr val="252525"/>
                </a:solidFill>
                <a:latin typeface="Verdana"/>
                <a:cs typeface="Verdana"/>
              </a:rPr>
              <a:t> </a:t>
            </a:r>
            <a:r>
              <a:rPr sz="1100" spc="-10" dirty="0">
                <a:solidFill>
                  <a:srgbClr val="252525"/>
                </a:solidFill>
                <a:latin typeface="Verdana"/>
                <a:cs typeface="Verdana"/>
              </a:rPr>
              <a:t>subscribe </a:t>
            </a:r>
            <a:r>
              <a:rPr sz="1100" dirty="0">
                <a:solidFill>
                  <a:srgbClr val="252525"/>
                </a:solidFill>
                <a:latin typeface="Verdana"/>
                <a:cs typeface="Verdana"/>
              </a:rPr>
              <a:t>to</a:t>
            </a:r>
            <a:r>
              <a:rPr sz="1100" spc="-30" dirty="0">
                <a:solidFill>
                  <a:srgbClr val="252525"/>
                </a:solidFill>
                <a:latin typeface="Verdana"/>
                <a:cs typeface="Verdana"/>
              </a:rPr>
              <a:t> </a:t>
            </a:r>
            <a:r>
              <a:rPr sz="1100" dirty="0">
                <a:solidFill>
                  <a:srgbClr val="252525"/>
                </a:solidFill>
                <a:latin typeface="Verdana"/>
                <a:cs typeface="Verdana"/>
              </a:rPr>
              <a:t>specific WIS2</a:t>
            </a:r>
            <a:r>
              <a:rPr sz="1100" spc="-40" dirty="0">
                <a:solidFill>
                  <a:srgbClr val="252525"/>
                </a:solidFill>
                <a:latin typeface="Verdana"/>
                <a:cs typeface="Verdana"/>
              </a:rPr>
              <a:t> </a:t>
            </a:r>
            <a:r>
              <a:rPr sz="1100" dirty="0">
                <a:solidFill>
                  <a:srgbClr val="252525"/>
                </a:solidFill>
                <a:latin typeface="Verdana"/>
                <a:cs typeface="Verdana"/>
              </a:rPr>
              <a:t>topics</a:t>
            </a:r>
            <a:r>
              <a:rPr sz="1100" spc="-15" dirty="0">
                <a:solidFill>
                  <a:srgbClr val="252525"/>
                </a:solidFill>
                <a:latin typeface="Verdana"/>
                <a:cs typeface="Verdana"/>
              </a:rPr>
              <a:t> </a:t>
            </a:r>
            <a:r>
              <a:rPr sz="1100" spc="-25" dirty="0">
                <a:solidFill>
                  <a:srgbClr val="252525"/>
                </a:solidFill>
                <a:latin typeface="Verdana"/>
                <a:cs typeface="Verdana"/>
              </a:rPr>
              <a:t>to </a:t>
            </a:r>
            <a:r>
              <a:rPr sz="1100" dirty="0">
                <a:solidFill>
                  <a:srgbClr val="252525"/>
                </a:solidFill>
                <a:latin typeface="Verdana"/>
                <a:cs typeface="Verdana"/>
              </a:rPr>
              <a:t>target</a:t>
            </a:r>
            <a:r>
              <a:rPr sz="1100" spc="-30" dirty="0">
                <a:solidFill>
                  <a:srgbClr val="252525"/>
                </a:solidFill>
                <a:latin typeface="Verdana"/>
                <a:cs typeface="Verdana"/>
              </a:rPr>
              <a:t> </a:t>
            </a:r>
            <a:r>
              <a:rPr sz="1100" dirty="0">
                <a:solidFill>
                  <a:srgbClr val="252525"/>
                </a:solidFill>
                <a:latin typeface="Verdana"/>
                <a:cs typeface="Verdana"/>
              </a:rPr>
              <a:t>different</a:t>
            </a:r>
            <a:r>
              <a:rPr sz="1100" spc="-20" dirty="0">
                <a:solidFill>
                  <a:srgbClr val="252525"/>
                </a:solidFill>
                <a:latin typeface="Verdana"/>
                <a:cs typeface="Verdana"/>
              </a:rPr>
              <a:t> </a:t>
            </a:r>
            <a:r>
              <a:rPr sz="1100" spc="-10" dirty="0">
                <a:solidFill>
                  <a:srgbClr val="252525"/>
                </a:solidFill>
                <a:latin typeface="Verdana"/>
                <a:cs typeface="Verdana"/>
              </a:rPr>
              <a:t>datasets</a:t>
            </a:r>
            <a:endParaRPr sz="1100">
              <a:latin typeface="Verdana"/>
              <a:cs typeface="Verdana"/>
            </a:endParaRPr>
          </a:p>
        </p:txBody>
      </p:sp>
      <p:sp>
        <p:nvSpPr>
          <p:cNvPr id="22" name="object 22"/>
          <p:cNvSpPr txBox="1"/>
          <p:nvPr/>
        </p:nvSpPr>
        <p:spPr>
          <a:xfrm>
            <a:off x="2553970" y="6141999"/>
            <a:ext cx="8816975" cy="247015"/>
          </a:xfrm>
          <a:prstGeom prst="rect">
            <a:avLst/>
          </a:prstGeom>
          <a:solidFill>
            <a:srgbClr val="FFFF00"/>
          </a:solidFill>
        </p:spPr>
        <p:txBody>
          <a:bodyPr vert="horz" wrap="square" lIns="0" tIns="1905" rIns="0" bIns="0" rtlCol="0">
            <a:spAutoFit/>
          </a:bodyPr>
          <a:lstStyle/>
          <a:p>
            <a:pPr>
              <a:lnSpc>
                <a:spcPct val="100000"/>
              </a:lnSpc>
              <a:spcBef>
                <a:spcPts val="15"/>
              </a:spcBef>
            </a:pPr>
            <a:r>
              <a:rPr sz="1600" dirty="0">
                <a:solidFill>
                  <a:srgbClr val="001F5F"/>
                </a:solidFill>
                <a:latin typeface="Verdana"/>
                <a:cs typeface="Verdana"/>
              </a:rPr>
              <a:t>Official</a:t>
            </a:r>
            <a:r>
              <a:rPr sz="1600" spc="-55" dirty="0">
                <a:solidFill>
                  <a:srgbClr val="001F5F"/>
                </a:solidFill>
                <a:latin typeface="Verdana"/>
                <a:cs typeface="Verdana"/>
              </a:rPr>
              <a:t> </a:t>
            </a:r>
            <a:r>
              <a:rPr sz="1600" dirty="0">
                <a:solidFill>
                  <a:srgbClr val="001F5F"/>
                </a:solidFill>
                <a:latin typeface="Verdana"/>
                <a:cs typeface="Verdana"/>
              </a:rPr>
              <a:t>WMO</a:t>
            </a:r>
            <a:r>
              <a:rPr sz="1600" spc="-60" dirty="0">
                <a:solidFill>
                  <a:srgbClr val="001F5F"/>
                </a:solidFill>
                <a:latin typeface="Verdana"/>
                <a:cs typeface="Verdana"/>
              </a:rPr>
              <a:t> </a:t>
            </a:r>
            <a:r>
              <a:rPr sz="1600" spc="-20" dirty="0">
                <a:solidFill>
                  <a:srgbClr val="001F5F"/>
                </a:solidFill>
                <a:latin typeface="Verdana"/>
                <a:cs typeface="Verdana"/>
              </a:rPr>
              <a:t>Topic</a:t>
            </a:r>
            <a:r>
              <a:rPr sz="1600" spc="-50" dirty="0">
                <a:solidFill>
                  <a:srgbClr val="001F5F"/>
                </a:solidFill>
                <a:latin typeface="Verdana"/>
                <a:cs typeface="Verdana"/>
              </a:rPr>
              <a:t> </a:t>
            </a:r>
            <a:r>
              <a:rPr sz="1600" dirty="0">
                <a:solidFill>
                  <a:srgbClr val="001F5F"/>
                </a:solidFill>
                <a:latin typeface="Verdana"/>
                <a:cs typeface="Verdana"/>
              </a:rPr>
              <a:t>Hierarchy</a:t>
            </a:r>
            <a:r>
              <a:rPr sz="1600" spc="-45" dirty="0">
                <a:solidFill>
                  <a:srgbClr val="001F5F"/>
                </a:solidFill>
                <a:latin typeface="Verdana"/>
                <a:cs typeface="Verdana"/>
              </a:rPr>
              <a:t> </a:t>
            </a:r>
            <a:r>
              <a:rPr sz="1600" dirty="0">
                <a:solidFill>
                  <a:srgbClr val="001F5F"/>
                </a:solidFill>
                <a:latin typeface="Verdana"/>
                <a:cs typeface="Verdana"/>
              </a:rPr>
              <a:t>is</a:t>
            </a:r>
            <a:r>
              <a:rPr sz="1600" spc="-65" dirty="0">
                <a:solidFill>
                  <a:srgbClr val="001F5F"/>
                </a:solidFill>
                <a:latin typeface="Verdana"/>
                <a:cs typeface="Verdana"/>
              </a:rPr>
              <a:t> </a:t>
            </a:r>
            <a:r>
              <a:rPr sz="1600" dirty="0">
                <a:solidFill>
                  <a:srgbClr val="001F5F"/>
                </a:solidFill>
                <a:latin typeface="Verdana"/>
                <a:cs typeface="Verdana"/>
              </a:rPr>
              <a:t>available</a:t>
            </a:r>
            <a:r>
              <a:rPr sz="1600" spc="-40" dirty="0">
                <a:solidFill>
                  <a:srgbClr val="001F5F"/>
                </a:solidFill>
                <a:latin typeface="Verdana"/>
                <a:cs typeface="Verdana"/>
              </a:rPr>
              <a:t> </a:t>
            </a:r>
            <a:r>
              <a:rPr sz="1600" dirty="0">
                <a:solidFill>
                  <a:srgbClr val="001F5F"/>
                </a:solidFill>
                <a:latin typeface="Verdana"/>
                <a:cs typeface="Verdana"/>
              </a:rPr>
              <a:t>at</a:t>
            </a:r>
            <a:r>
              <a:rPr sz="1600" spc="-60" dirty="0">
                <a:solidFill>
                  <a:srgbClr val="001F5F"/>
                </a:solidFill>
                <a:latin typeface="Verdana"/>
                <a:cs typeface="Verdana"/>
              </a:rPr>
              <a:t> </a:t>
            </a:r>
            <a:r>
              <a:rPr sz="1600" u="sng" spc="-10" dirty="0">
                <a:solidFill>
                  <a:srgbClr val="2B83CC"/>
                </a:solidFill>
                <a:uFill>
                  <a:solidFill>
                    <a:srgbClr val="2B83CC"/>
                  </a:solidFill>
                </a:uFill>
                <a:latin typeface="Verdana"/>
                <a:cs typeface="Verdana"/>
                <a:hlinkClick r:id="rId4"/>
              </a:rPr>
              <a:t>https://codes.wmo.int/wis/topic-hierarchy</a:t>
            </a:r>
            <a:endParaRPr sz="1600">
              <a:latin typeface="Verdana"/>
              <a:cs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75033" y="6558915"/>
            <a:ext cx="116205" cy="114300"/>
          </a:xfrm>
          <a:prstGeom prst="rect">
            <a:avLst/>
          </a:prstGeom>
        </p:spPr>
        <p:txBody>
          <a:bodyPr vert="horz" wrap="square" lIns="0" tIns="0" rIns="0" bIns="0" rtlCol="0">
            <a:spAutoFit/>
          </a:bodyPr>
          <a:lstStyle/>
          <a:p>
            <a:pPr>
              <a:lnSpc>
                <a:spcPts val="855"/>
              </a:lnSpc>
            </a:pPr>
            <a:r>
              <a:rPr sz="900" spc="-25" dirty="0">
                <a:latin typeface="Calibri"/>
                <a:cs typeface="Calibri"/>
              </a:rPr>
              <a:t>14</a:t>
            </a:r>
            <a:endParaRPr sz="900">
              <a:latin typeface="Calibri"/>
              <a:cs typeface="Calibri"/>
            </a:endParaRPr>
          </a:p>
        </p:txBody>
      </p:sp>
      <p:sp>
        <p:nvSpPr>
          <p:cNvPr id="3" name="object 3"/>
          <p:cNvSpPr/>
          <p:nvPr/>
        </p:nvSpPr>
        <p:spPr>
          <a:xfrm>
            <a:off x="0" y="1439265"/>
            <a:ext cx="12192000" cy="5419090"/>
          </a:xfrm>
          <a:custGeom>
            <a:avLst/>
            <a:gdLst/>
            <a:ahLst/>
            <a:cxnLst/>
            <a:rect l="l" t="t" r="r" b="b"/>
            <a:pathLst>
              <a:path w="12192000" h="5419090">
                <a:moveTo>
                  <a:pt x="12192000" y="0"/>
                </a:moveTo>
                <a:lnTo>
                  <a:pt x="0" y="0"/>
                </a:lnTo>
                <a:lnTo>
                  <a:pt x="0" y="5418734"/>
                </a:lnTo>
                <a:lnTo>
                  <a:pt x="12192000" y="5418734"/>
                </a:lnTo>
                <a:lnTo>
                  <a:pt x="12192000" y="0"/>
                </a:lnTo>
                <a:close/>
              </a:path>
            </a:pathLst>
          </a:custGeom>
          <a:solidFill>
            <a:srgbClr val="000000"/>
          </a:solidFill>
        </p:spPr>
        <p:txBody>
          <a:bodyPr wrap="square" lIns="0" tIns="0" rIns="0" bIns="0" rtlCol="0"/>
          <a:lstStyle/>
          <a:p>
            <a:endParaRPr/>
          </a:p>
        </p:txBody>
      </p:sp>
      <p:sp>
        <p:nvSpPr>
          <p:cNvPr id="4" name="object 4"/>
          <p:cNvSpPr txBox="1"/>
          <p:nvPr/>
        </p:nvSpPr>
        <p:spPr>
          <a:xfrm>
            <a:off x="40944" y="1460372"/>
            <a:ext cx="81915" cy="239395"/>
          </a:xfrm>
          <a:prstGeom prst="rect">
            <a:avLst/>
          </a:prstGeom>
        </p:spPr>
        <p:txBody>
          <a:bodyPr vert="horz" wrap="square" lIns="0" tIns="13335" rIns="0" bIns="0" rtlCol="0">
            <a:spAutoFit/>
          </a:bodyPr>
          <a:lstStyle/>
          <a:p>
            <a:pPr marL="12700">
              <a:lnSpc>
                <a:spcPct val="100000"/>
              </a:lnSpc>
              <a:spcBef>
                <a:spcPts val="105"/>
              </a:spcBef>
            </a:pPr>
            <a:r>
              <a:rPr sz="1400" spc="-50" dirty="0">
                <a:solidFill>
                  <a:srgbClr val="F8F8F1"/>
                </a:solidFill>
                <a:latin typeface="Calibri"/>
                <a:cs typeface="Calibri"/>
              </a:rPr>
              <a:t>{</a:t>
            </a:r>
            <a:endParaRPr sz="1400">
              <a:latin typeface="Calibri"/>
              <a:cs typeface="Calibri"/>
            </a:endParaRPr>
          </a:p>
        </p:txBody>
      </p:sp>
      <p:sp>
        <p:nvSpPr>
          <p:cNvPr id="5" name="object 5"/>
          <p:cNvSpPr txBox="1"/>
          <p:nvPr/>
        </p:nvSpPr>
        <p:spPr>
          <a:xfrm>
            <a:off x="955649" y="1460372"/>
            <a:ext cx="10788015" cy="3227070"/>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A6E12D"/>
                </a:solidFill>
                <a:latin typeface="Calibri"/>
                <a:cs typeface="Calibri"/>
              </a:rPr>
              <a:t>"id"</a:t>
            </a:r>
            <a:r>
              <a:rPr sz="1400" b="1" dirty="0">
                <a:solidFill>
                  <a:srgbClr val="F8F8F1"/>
                </a:solidFill>
                <a:latin typeface="Calibri"/>
                <a:cs typeface="Calibri"/>
              </a:rPr>
              <a:t>:</a:t>
            </a:r>
            <a:r>
              <a:rPr sz="1400" b="1" spc="165" dirty="0">
                <a:solidFill>
                  <a:srgbClr val="F8F8F1"/>
                </a:solidFill>
                <a:latin typeface="Calibri"/>
                <a:cs typeface="Calibri"/>
              </a:rPr>
              <a:t> </a:t>
            </a:r>
            <a:r>
              <a:rPr sz="1400" b="1" spc="-10" dirty="0">
                <a:solidFill>
                  <a:srgbClr val="FFFF00"/>
                </a:solidFill>
                <a:latin typeface="Calibri"/>
                <a:cs typeface="Calibri"/>
              </a:rPr>
              <a:t>"1e2ee0a2-6b86-4bb4-9b20-11a8c5d1516b</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dirty="0">
              <a:latin typeface="Calibri"/>
              <a:cs typeface="Calibri"/>
            </a:endParaRPr>
          </a:p>
          <a:p>
            <a:pPr marL="12700">
              <a:lnSpc>
                <a:spcPct val="100000"/>
              </a:lnSpc>
            </a:pPr>
            <a:r>
              <a:rPr sz="1400" b="1" dirty="0">
                <a:solidFill>
                  <a:srgbClr val="A6E12D"/>
                </a:solidFill>
                <a:latin typeface="Calibri"/>
                <a:cs typeface="Calibri"/>
              </a:rPr>
              <a:t>“type"</a:t>
            </a:r>
            <a:r>
              <a:rPr sz="1400" b="1" dirty="0">
                <a:solidFill>
                  <a:srgbClr val="F8F8F1"/>
                </a:solidFill>
                <a:latin typeface="Calibri"/>
                <a:cs typeface="Calibri"/>
              </a:rPr>
              <a:t>:</a:t>
            </a:r>
            <a:r>
              <a:rPr sz="1400" b="1" spc="-55" dirty="0">
                <a:solidFill>
                  <a:srgbClr val="F8F8F1"/>
                </a:solidFill>
                <a:latin typeface="Calibri"/>
                <a:cs typeface="Calibri"/>
              </a:rPr>
              <a:t> </a:t>
            </a:r>
            <a:r>
              <a:rPr sz="1400" b="1" spc="-10" dirty="0">
                <a:solidFill>
                  <a:srgbClr val="FFFF00"/>
                </a:solidFill>
                <a:latin typeface="Calibri"/>
                <a:cs typeface="Calibri"/>
              </a:rPr>
              <a:t>"Feature",</a:t>
            </a:r>
            <a:endParaRPr sz="1400" dirty="0">
              <a:latin typeface="Calibri"/>
              <a:cs typeface="Calibri"/>
            </a:endParaRPr>
          </a:p>
          <a:p>
            <a:pPr marL="12700">
              <a:lnSpc>
                <a:spcPct val="100000"/>
              </a:lnSpc>
            </a:pPr>
            <a:r>
              <a:rPr sz="1400" b="1" spc="-10" dirty="0">
                <a:solidFill>
                  <a:srgbClr val="A6E12D"/>
                </a:solidFill>
                <a:latin typeface="Calibri"/>
                <a:cs typeface="Calibri"/>
              </a:rPr>
              <a:t>"version"</a:t>
            </a:r>
            <a:r>
              <a:rPr sz="1400" b="1" spc="-10" dirty="0">
                <a:solidFill>
                  <a:srgbClr val="F8F8F1"/>
                </a:solidFill>
                <a:latin typeface="Calibri"/>
                <a:cs typeface="Calibri"/>
              </a:rPr>
              <a:t>:</a:t>
            </a:r>
            <a:r>
              <a:rPr sz="1400" b="1" spc="10" dirty="0">
                <a:solidFill>
                  <a:srgbClr val="F8F8F1"/>
                </a:solidFill>
                <a:latin typeface="Calibri"/>
                <a:cs typeface="Calibri"/>
              </a:rPr>
              <a:t> </a:t>
            </a:r>
            <a:r>
              <a:rPr sz="1400" b="1" spc="-10" dirty="0">
                <a:solidFill>
                  <a:srgbClr val="FFFF00"/>
                </a:solidFill>
                <a:latin typeface="Calibri"/>
                <a:cs typeface="Calibri"/>
              </a:rPr>
              <a:t>"v04",</a:t>
            </a:r>
            <a:endParaRPr sz="1400" dirty="0">
              <a:latin typeface="Calibri"/>
              <a:cs typeface="Calibri"/>
            </a:endParaRPr>
          </a:p>
          <a:p>
            <a:pPr marL="12700" marR="5251450">
              <a:lnSpc>
                <a:spcPct val="100000"/>
              </a:lnSpc>
            </a:pPr>
            <a:r>
              <a:rPr sz="1400" b="1" spc="-10" dirty="0">
                <a:solidFill>
                  <a:srgbClr val="A6E12D"/>
                </a:solidFill>
                <a:latin typeface="Calibri"/>
                <a:cs typeface="Calibri"/>
              </a:rPr>
              <a:t>"geometry"</a:t>
            </a:r>
            <a:r>
              <a:rPr sz="1400" b="1" spc="-10" dirty="0">
                <a:solidFill>
                  <a:srgbClr val="F8F8F1"/>
                </a:solidFill>
                <a:latin typeface="Calibri"/>
                <a:cs typeface="Calibri"/>
              </a:rPr>
              <a:t>:</a:t>
            </a:r>
            <a:r>
              <a:rPr sz="1400" b="1" spc="-20" dirty="0">
                <a:solidFill>
                  <a:srgbClr val="F8F8F1"/>
                </a:solidFill>
                <a:latin typeface="Calibri"/>
                <a:cs typeface="Calibri"/>
              </a:rPr>
              <a:t> </a:t>
            </a:r>
            <a:r>
              <a:rPr sz="1400" b="1" spc="-10" dirty="0">
                <a:solidFill>
                  <a:srgbClr val="F8F8F1"/>
                </a:solidFill>
                <a:latin typeface="Calibri"/>
                <a:cs typeface="Calibri"/>
              </a:rPr>
              <a:t>{</a:t>
            </a:r>
            <a:r>
              <a:rPr sz="1400" b="1" spc="-10" dirty="0">
                <a:solidFill>
                  <a:srgbClr val="A6E12D"/>
                </a:solidFill>
                <a:latin typeface="Calibri"/>
                <a:cs typeface="Calibri"/>
              </a:rPr>
              <a:t>"coordinates"</a:t>
            </a:r>
            <a:r>
              <a:rPr sz="1400" b="1" spc="-10" dirty="0">
                <a:solidFill>
                  <a:srgbClr val="F8F8F1"/>
                </a:solidFill>
                <a:latin typeface="Calibri"/>
                <a:cs typeface="Calibri"/>
              </a:rPr>
              <a:t>:</a:t>
            </a:r>
            <a:r>
              <a:rPr sz="1400" b="1" spc="-40" dirty="0">
                <a:solidFill>
                  <a:srgbClr val="F8F8F1"/>
                </a:solidFill>
                <a:latin typeface="Calibri"/>
                <a:cs typeface="Calibri"/>
              </a:rPr>
              <a:t> </a:t>
            </a:r>
            <a:r>
              <a:rPr sz="1400" b="1" dirty="0">
                <a:solidFill>
                  <a:srgbClr val="F8F8F1"/>
                </a:solidFill>
                <a:latin typeface="Calibri"/>
                <a:cs typeface="Calibri"/>
              </a:rPr>
              <a:t>[</a:t>
            </a:r>
            <a:r>
              <a:rPr sz="1400" b="1" dirty="0">
                <a:solidFill>
                  <a:srgbClr val="AD81FF"/>
                </a:solidFill>
                <a:latin typeface="Calibri"/>
                <a:cs typeface="Calibri"/>
              </a:rPr>
              <a:t>-</a:t>
            </a:r>
            <a:r>
              <a:rPr sz="1400" b="1" spc="-10" dirty="0">
                <a:solidFill>
                  <a:srgbClr val="AD81FF"/>
                </a:solidFill>
                <a:latin typeface="Calibri"/>
                <a:cs typeface="Calibri"/>
              </a:rPr>
              <a:t>43.64827</a:t>
            </a:r>
            <a:r>
              <a:rPr sz="1400" b="1" spc="-10" dirty="0">
                <a:solidFill>
                  <a:srgbClr val="F8F8F1"/>
                </a:solidFill>
                <a:latin typeface="Calibri"/>
                <a:cs typeface="Calibri"/>
              </a:rPr>
              <a:t>,</a:t>
            </a:r>
            <a:r>
              <a:rPr sz="1400" b="1" spc="25" dirty="0">
                <a:solidFill>
                  <a:srgbClr val="F8F8F1"/>
                </a:solidFill>
                <a:latin typeface="Calibri"/>
                <a:cs typeface="Calibri"/>
              </a:rPr>
              <a:t> </a:t>
            </a:r>
            <a:r>
              <a:rPr sz="1400" b="1" dirty="0">
                <a:solidFill>
                  <a:srgbClr val="AD81FF"/>
                </a:solidFill>
                <a:latin typeface="Calibri"/>
                <a:cs typeface="Calibri"/>
              </a:rPr>
              <a:t>-18.23105</a:t>
            </a:r>
            <a:r>
              <a:rPr sz="1400" b="1" dirty="0">
                <a:solidFill>
                  <a:srgbClr val="F8F8F1"/>
                </a:solidFill>
                <a:latin typeface="Calibri"/>
                <a:cs typeface="Calibri"/>
              </a:rPr>
              <a:t>,</a:t>
            </a:r>
            <a:r>
              <a:rPr sz="1400" b="1" spc="35" dirty="0">
                <a:solidFill>
                  <a:srgbClr val="F8F8F1"/>
                </a:solidFill>
                <a:latin typeface="Calibri"/>
                <a:cs typeface="Calibri"/>
              </a:rPr>
              <a:t> </a:t>
            </a:r>
            <a:r>
              <a:rPr sz="1400" b="1" spc="-10" dirty="0">
                <a:solidFill>
                  <a:srgbClr val="AD81FF"/>
                </a:solidFill>
                <a:latin typeface="Calibri"/>
                <a:cs typeface="Calibri"/>
              </a:rPr>
              <a:t>1359</a:t>
            </a:r>
            <a:r>
              <a:rPr sz="1400" b="1" spc="-10" dirty="0">
                <a:solidFill>
                  <a:srgbClr val="F8F8F1"/>
                </a:solidFill>
                <a:latin typeface="Calibri"/>
                <a:cs typeface="Calibri"/>
              </a:rPr>
              <a:t>],</a:t>
            </a:r>
            <a:r>
              <a:rPr sz="1400" b="1" spc="-10" dirty="0">
                <a:solidFill>
                  <a:srgbClr val="A6E12D"/>
                </a:solidFill>
                <a:latin typeface="Calibri"/>
                <a:cs typeface="Calibri"/>
              </a:rPr>
              <a:t>"type"</a:t>
            </a:r>
            <a:r>
              <a:rPr sz="1400" b="1" spc="-10" dirty="0">
                <a:solidFill>
                  <a:srgbClr val="F8F8F1"/>
                </a:solidFill>
                <a:latin typeface="Calibri"/>
                <a:cs typeface="Calibri"/>
              </a:rPr>
              <a:t>:</a:t>
            </a:r>
            <a:r>
              <a:rPr sz="1400" b="1" spc="-5" dirty="0">
                <a:solidFill>
                  <a:srgbClr val="F8F8F1"/>
                </a:solidFill>
                <a:latin typeface="Calibri"/>
                <a:cs typeface="Calibri"/>
              </a:rPr>
              <a:t> </a:t>
            </a:r>
            <a:r>
              <a:rPr sz="1400" b="1" spc="-10" dirty="0">
                <a:solidFill>
                  <a:srgbClr val="FFFF00"/>
                </a:solidFill>
                <a:latin typeface="Calibri"/>
                <a:cs typeface="Calibri"/>
              </a:rPr>
              <a:t>"Point</a:t>
            </a:r>
            <a:r>
              <a:rPr sz="1400" b="1" spc="-10" dirty="0">
                <a:solidFill>
                  <a:srgbClr val="E6DB74"/>
                </a:solidFill>
                <a:latin typeface="Calibri"/>
                <a:cs typeface="Calibri"/>
              </a:rPr>
              <a:t>"</a:t>
            </a:r>
            <a:r>
              <a:rPr sz="1400" b="1" spc="-10" dirty="0">
                <a:solidFill>
                  <a:srgbClr val="F8F8F1"/>
                </a:solidFill>
                <a:latin typeface="Calibri"/>
                <a:cs typeface="Calibri"/>
              </a:rPr>
              <a:t>}, </a:t>
            </a:r>
            <a:r>
              <a:rPr sz="1400" b="1" spc="-10" dirty="0">
                <a:solidFill>
                  <a:srgbClr val="A6E12D"/>
                </a:solidFill>
                <a:latin typeface="Calibri"/>
                <a:cs typeface="Calibri"/>
              </a:rPr>
              <a:t>"properties"</a:t>
            </a:r>
            <a:r>
              <a:rPr sz="1400" b="1" spc="-10" dirty="0">
                <a:solidFill>
                  <a:srgbClr val="F8F8F1"/>
                </a:solidFill>
                <a:latin typeface="Calibri"/>
                <a:cs typeface="Calibri"/>
              </a:rPr>
              <a:t>:</a:t>
            </a:r>
            <a:r>
              <a:rPr sz="1400" b="1" spc="25" dirty="0">
                <a:solidFill>
                  <a:srgbClr val="F8F8F1"/>
                </a:solidFill>
                <a:latin typeface="Calibri"/>
                <a:cs typeface="Calibri"/>
              </a:rPr>
              <a:t> </a:t>
            </a:r>
            <a:r>
              <a:rPr sz="1400" b="1" spc="-50" dirty="0">
                <a:solidFill>
                  <a:srgbClr val="F8F8F1"/>
                </a:solidFill>
                <a:latin typeface="Calibri"/>
                <a:cs typeface="Calibri"/>
              </a:rPr>
              <a:t>{</a:t>
            </a:r>
            <a:endParaRPr sz="1400" dirty="0">
              <a:latin typeface="Calibri"/>
              <a:cs typeface="Calibri"/>
            </a:endParaRPr>
          </a:p>
          <a:p>
            <a:pPr marL="927100" marR="5080">
              <a:lnSpc>
                <a:spcPct val="100000"/>
              </a:lnSpc>
            </a:pPr>
            <a:r>
              <a:rPr sz="1400" b="1" dirty="0">
                <a:solidFill>
                  <a:srgbClr val="A6E12D"/>
                </a:solidFill>
                <a:latin typeface="Calibri"/>
                <a:cs typeface="Calibri"/>
              </a:rPr>
              <a:t>"data_id"</a:t>
            </a:r>
            <a:r>
              <a:rPr sz="1400" b="1" dirty="0">
                <a:solidFill>
                  <a:srgbClr val="F8F8F1"/>
                </a:solidFill>
                <a:latin typeface="Calibri"/>
                <a:cs typeface="Calibri"/>
              </a:rPr>
              <a:t>:</a:t>
            </a:r>
            <a:r>
              <a:rPr sz="1400" b="1" spc="285" dirty="0">
                <a:solidFill>
                  <a:srgbClr val="F8F8F1"/>
                </a:solidFill>
                <a:latin typeface="Calibri"/>
                <a:cs typeface="Calibri"/>
              </a:rPr>
              <a:t> </a:t>
            </a:r>
            <a:r>
              <a:rPr sz="1400" b="1" dirty="0">
                <a:solidFill>
                  <a:srgbClr val="E6DB74"/>
                </a:solidFill>
                <a:latin typeface="Calibri"/>
                <a:cs typeface="Calibri"/>
              </a:rPr>
              <a:t>"</a:t>
            </a:r>
            <a:r>
              <a:rPr sz="1400" b="1" dirty="0">
                <a:solidFill>
                  <a:srgbClr val="FFFF00"/>
                </a:solidFill>
                <a:latin typeface="Calibri"/>
                <a:cs typeface="Calibri"/>
              </a:rPr>
              <a:t>br-</a:t>
            </a:r>
            <a:r>
              <a:rPr sz="1400" b="1" spc="-20" dirty="0">
                <a:solidFill>
                  <a:srgbClr val="FFFF00"/>
                </a:solidFill>
                <a:latin typeface="Calibri"/>
                <a:cs typeface="Calibri"/>
              </a:rPr>
              <a:t>inmet/data/core/weather/surface-</a:t>
            </a:r>
            <a:r>
              <a:rPr sz="1400" b="1" spc="-10" dirty="0">
                <a:solidFill>
                  <a:srgbClr val="FFFF00"/>
                </a:solidFill>
                <a:latin typeface="Calibri"/>
                <a:cs typeface="Calibri"/>
              </a:rPr>
              <a:t>based-observations/synop/WIGOS_0-76-0-3121605000000209_20240521T110000", </a:t>
            </a:r>
            <a:r>
              <a:rPr sz="1400" b="1" spc="-10" dirty="0">
                <a:solidFill>
                  <a:srgbClr val="A6E12D"/>
                </a:solidFill>
                <a:latin typeface="Calibri"/>
                <a:cs typeface="Calibri"/>
              </a:rPr>
              <a:t>"datetime"</a:t>
            </a:r>
            <a:r>
              <a:rPr sz="1400" b="1" spc="-10" dirty="0">
                <a:solidFill>
                  <a:srgbClr val="F8F8F1"/>
                </a:solidFill>
                <a:latin typeface="Calibri"/>
                <a:cs typeface="Calibri"/>
              </a:rPr>
              <a:t>:</a:t>
            </a:r>
            <a:r>
              <a:rPr sz="1400" b="1" spc="25"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2024-05-21T11:00:00Z</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dirty="0">
              <a:latin typeface="Calibri"/>
              <a:cs typeface="Calibri"/>
            </a:endParaRPr>
          </a:p>
          <a:p>
            <a:pPr marL="927100">
              <a:lnSpc>
                <a:spcPct val="100000"/>
              </a:lnSpc>
            </a:pPr>
            <a:r>
              <a:rPr sz="1400" b="1" dirty="0">
                <a:solidFill>
                  <a:srgbClr val="A6E12D"/>
                </a:solidFill>
                <a:latin typeface="Calibri"/>
                <a:cs typeface="Calibri"/>
              </a:rPr>
              <a:t>"pubtime"</a:t>
            </a:r>
            <a:r>
              <a:rPr sz="1400" b="1" dirty="0">
                <a:solidFill>
                  <a:srgbClr val="F8F8F1"/>
                </a:solidFill>
                <a:latin typeface="Calibri"/>
                <a:cs typeface="Calibri"/>
              </a:rPr>
              <a:t>:</a:t>
            </a:r>
            <a:r>
              <a:rPr sz="1400" b="1" spc="-50"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2024-05-21T11:30:03Z</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dirty="0">
              <a:latin typeface="Calibri"/>
              <a:cs typeface="Calibri"/>
            </a:endParaRPr>
          </a:p>
          <a:p>
            <a:pPr marL="927100">
              <a:lnSpc>
                <a:spcPct val="100000"/>
              </a:lnSpc>
            </a:pPr>
            <a:r>
              <a:rPr sz="1400" b="1" spc="-10" dirty="0">
                <a:solidFill>
                  <a:srgbClr val="A6E12D"/>
                </a:solidFill>
                <a:latin typeface="Calibri"/>
                <a:cs typeface="Calibri"/>
              </a:rPr>
              <a:t>"integrity"</a:t>
            </a:r>
            <a:r>
              <a:rPr sz="1400" b="1" spc="-10" dirty="0">
                <a:solidFill>
                  <a:srgbClr val="F8F8F1"/>
                </a:solidFill>
                <a:latin typeface="Calibri"/>
                <a:cs typeface="Calibri"/>
              </a:rPr>
              <a:t>:</a:t>
            </a:r>
            <a:r>
              <a:rPr sz="1400" b="1" spc="15" dirty="0">
                <a:solidFill>
                  <a:srgbClr val="F8F8F1"/>
                </a:solidFill>
                <a:latin typeface="Calibri"/>
                <a:cs typeface="Calibri"/>
              </a:rPr>
              <a:t> </a:t>
            </a:r>
            <a:r>
              <a:rPr sz="1400" b="1" spc="-50" dirty="0">
                <a:solidFill>
                  <a:srgbClr val="F8F8F1"/>
                </a:solidFill>
                <a:latin typeface="Calibri"/>
                <a:cs typeface="Calibri"/>
              </a:rPr>
              <a:t>{</a:t>
            </a:r>
            <a:endParaRPr sz="1400" dirty="0">
              <a:latin typeface="Calibri"/>
              <a:cs typeface="Calibri"/>
            </a:endParaRPr>
          </a:p>
          <a:p>
            <a:pPr marL="1841500">
              <a:lnSpc>
                <a:spcPct val="100000"/>
              </a:lnSpc>
            </a:pPr>
            <a:r>
              <a:rPr sz="1400" b="1" dirty="0">
                <a:solidFill>
                  <a:srgbClr val="A6E12D"/>
                </a:solidFill>
                <a:latin typeface="Calibri"/>
                <a:cs typeface="Calibri"/>
              </a:rPr>
              <a:t>"method"</a:t>
            </a:r>
            <a:r>
              <a:rPr sz="1400" b="1" dirty="0">
                <a:solidFill>
                  <a:srgbClr val="F8F8F1"/>
                </a:solidFill>
                <a:latin typeface="Calibri"/>
                <a:cs typeface="Calibri"/>
              </a:rPr>
              <a:t>:</a:t>
            </a:r>
            <a:r>
              <a:rPr sz="1400" b="1" spc="-75"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sha512",</a:t>
            </a:r>
            <a:endParaRPr sz="1400" dirty="0">
              <a:latin typeface="Calibri"/>
              <a:cs typeface="Calibri"/>
            </a:endParaRPr>
          </a:p>
          <a:p>
            <a:pPr marL="1841500">
              <a:lnSpc>
                <a:spcPct val="100000"/>
              </a:lnSpc>
              <a:spcBef>
                <a:spcPts val="5"/>
              </a:spcBef>
            </a:pPr>
            <a:r>
              <a:rPr sz="1400" b="1" dirty="0">
                <a:solidFill>
                  <a:srgbClr val="A6E12D"/>
                </a:solidFill>
                <a:latin typeface="Calibri"/>
                <a:cs typeface="Calibri"/>
              </a:rPr>
              <a:t>"value"</a:t>
            </a:r>
            <a:r>
              <a:rPr sz="1400" b="1" dirty="0">
                <a:solidFill>
                  <a:srgbClr val="F8F8F1"/>
                </a:solidFill>
                <a:latin typeface="Calibri"/>
                <a:cs typeface="Calibri"/>
              </a:rPr>
              <a:t>:</a:t>
            </a:r>
            <a:r>
              <a:rPr sz="1400" b="1" spc="-75"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nRdTEUaIF0i40Vls9k5wiu29/TJMAlsXIVJ4pn37YQ3/NeeIY9hwtt+jElMwBuJAlg72VVPmXqD+mRjx4eo9Xw=="</a:t>
            </a:r>
            <a:endParaRPr sz="1400" dirty="0">
              <a:latin typeface="Calibri"/>
              <a:cs typeface="Calibri"/>
            </a:endParaRPr>
          </a:p>
          <a:p>
            <a:pPr marL="927100">
              <a:lnSpc>
                <a:spcPct val="100000"/>
              </a:lnSpc>
            </a:pPr>
            <a:r>
              <a:rPr sz="1400" b="1" spc="-25" dirty="0">
                <a:solidFill>
                  <a:srgbClr val="F8F8F1"/>
                </a:solidFill>
                <a:latin typeface="Calibri"/>
                <a:cs typeface="Calibri"/>
              </a:rPr>
              <a:t>},</a:t>
            </a:r>
            <a:endParaRPr sz="1400" dirty="0">
              <a:latin typeface="Calibri"/>
              <a:cs typeface="Calibri"/>
            </a:endParaRPr>
          </a:p>
          <a:p>
            <a:pPr marL="927100">
              <a:lnSpc>
                <a:spcPct val="100000"/>
              </a:lnSpc>
            </a:pPr>
            <a:r>
              <a:rPr sz="1400" b="1" spc="-10" dirty="0">
                <a:solidFill>
                  <a:srgbClr val="A6E12D"/>
                </a:solidFill>
                <a:latin typeface="Calibri"/>
                <a:cs typeface="Calibri"/>
              </a:rPr>
              <a:t>"content"</a:t>
            </a:r>
            <a:r>
              <a:rPr sz="1400" b="1" spc="-10" dirty="0">
                <a:solidFill>
                  <a:srgbClr val="F8F8F1"/>
                </a:solidFill>
                <a:latin typeface="Calibri"/>
                <a:cs typeface="Calibri"/>
              </a:rPr>
              <a:t>:</a:t>
            </a:r>
            <a:r>
              <a:rPr sz="1400" b="1" spc="-15" dirty="0">
                <a:solidFill>
                  <a:srgbClr val="F8F8F1"/>
                </a:solidFill>
                <a:latin typeface="Calibri"/>
                <a:cs typeface="Calibri"/>
              </a:rPr>
              <a:t> </a:t>
            </a:r>
            <a:r>
              <a:rPr sz="1400" b="1" spc="-50" dirty="0">
                <a:solidFill>
                  <a:srgbClr val="F8F8F1"/>
                </a:solidFill>
                <a:latin typeface="Calibri"/>
                <a:cs typeface="Calibri"/>
              </a:rPr>
              <a:t>{</a:t>
            </a:r>
            <a:endParaRPr sz="1400" dirty="0">
              <a:latin typeface="Calibri"/>
              <a:cs typeface="Calibri"/>
            </a:endParaRPr>
          </a:p>
          <a:p>
            <a:pPr marL="1841500">
              <a:lnSpc>
                <a:spcPct val="100000"/>
              </a:lnSpc>
            </a:pPr>
            <a:r>
              <a:rPr sz="1400" b="1" spc="-10" dirty="0">
                <a:solidFill>
                  <a:srgbClr val="A6E12D"/>
                </a:solidFill>
                <a:latin typeface="Calibri"/>
                <a:cs typeface="Calibri"/>
              </a:rPr>
              <a:t>"encoding"</a:t>
            </a:r>
            <a:r>
              <a:rPr sz="1400" b="1" spc="-10" dirty="0">
                <a:solidFill>
                  <a:srgbClr val="F8F8F1"/>
                </a:solidFill>
                <a:latin typeface="Calibri"/>
                <a:cs typeface="Calibri"/>
              </a:rPr>
              <a:t>:</a:t>
            </a:r>
            <a:r>
              <a:rPr sz="1400" b="1" spc="25"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base64</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dirty="0">
              <a:latin typeface="Calibri"/>
              <a:cs typeface="Calibri"/>
            </a:endParaRPr>
          </a:p>
          <a:p>
            <a:pPr marL="1841500">
              <a:lnSpc>
                <a:spcPct val="100000"/>
              </a:lnSpc>
            </a:pPr>
            <a:r>
              <a:rPr sz="1400" b="1" spc="-10" dirty="0">
                <a:solidFill>
                  <a:srgbClr val="A6E12D"/>
                </a:solidFill>
                <a:latin typeface="Calibri"/>
                <a:cs typeface="Calibri"/>
              </a:rPr>
              <a:t>“value"</a:t>
            </a:r>
            <a:r>
              <a:rPr sz="1400" b="1" spc="-10" dirty="0">
                <a:solidFill>
                  <a:srgbClr val="F8F8F1"/>
                </a:solidFill>
                <a:latin typeface="Calibri"/>
                <a:cs typeface="Calibri"/>
              </a:rPr>
              <a:t>:</a:t>
            </a:r>
            <a:endParaRPr sz="1400" dirty="0">
              <a:latin typeface="Calibri"/>
              <a:cs typeface="Calibri"/>
            </a:endParaRPr>
          </a:p>
        </p:txBody>
      </p:sp>
      <p:sp>
        <p:nvSpPr>
          <p:cNvPr id="6" name="object 6"/>
          <p:cNvSpPr txBox="1"/>
          <p:nvPr/>
        </p:nvSpPr>
        <p:spPr>
          <a:xfrm>
            <a:off x="40944" y="4661408"/>
            <a:ext cx="10401300" cy="880110"/>
          </a:xfrm>
          <a:prstGeom prst="rect">
            <a:avLst/>
          </a:prstGeom>
        </p:spPr>
        <p:txBody>
          <a:bodyPr vert="horz" wrap="square" lIns="0" tIns="12700" rIns="0" bIns="0" rtlCol="0">
            <a:spAutoFit/>
          </a:bodyPr>
          <a:lstStyle/>
          <a:p>
            <a:pPr marL="12700">
              <a:lnSpc>
                <a:spcPct val="100000"/>
              </a:lnSpc>
              <a:spcBef>
                <a:spcPts val="100"/>
              </a:spcBef>
            </a:pPr>
            <a:r>
              <a:rPr sz="1400" b="1" spc="-10" dirty="0">
                <a:solidFill>
                  <a:srgbClr val="E6DB74"/>
                </a:solidFill>
                <a:latin typeface="Calibri"/>
                <a:cs typeface="Calibri"/>
              </a:rPr>
              <a:t>"</a:t>
            </a:r>
            <a:r>
              <a:rPr sz="1400" b="1" spc="-10" dirty="0">
                <a:solidFill>
                  <a:srgbClr val="FFFF00"/>
                </a:solidFill>
                <a:latin typeface="Calibri"/>
                <a:cs typeface="Calibri"/>
              </a:rPr>
              <a:t>QlVGUgAA8AQAABYAACsAAAIAAAb/IQAH6AUVCwAAAAALAAABgMGWx1sAAMMAAATAAANDMxODkwMzAwMDAwMDIzN0uAACA0re</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a:latin typeface="Calibri"/>
              <a:cs typeface="Calibri"/>
            </a:endParaRPr>
          </a:p>
          <a:p>
            <a:pPr marL="2755900">
              <a:lnSpc>
                <a:spcPct val="100000"/>
              </a:lnSpc>
              <a:spcBef>
                <a:spcPts val="5"/>
              </a:spcBef>
            </a:pPr>
            <a:r>
              <a:rPr sz="1400" b="1" spc="-10" dirty="0">
                <a:solidFill>
                  <a:srgbClr val="A6E12D"/>
                </a:solidFill>
                <a:latin typeface="Calibri"/>
                <a:cs typeface="Calibri"/>
              </a:rPr>
              <a:t>"size"</a:t>
            </a:r>
            <a:r>
              <a:rPr sz="1400" b="1" spc="-10" dirty="0">
                <a:solidFill>
                  <a:srgbClr val="F8F8F1"/>
                </a:solidFill>
                <a:latin typeface="Calibri"/>
                <a:cs typeface="Calibri"/>
              </a:rPr>
              <a:t>:</a:t>
            </a:r>
            <a:r>
              <a:rPr sz="1400" b="1" spc="-25" dirty="0">
                <a:solidFill>
                  <a:srgbClr val="F8F8F1"/>
                </a:solidFill>
                <a:latin typeface="Calibri"/>
                <a:cs typeface="Calibri"/>
              </a:rPr>
              <a:t> </a:t>
            </a:r>
            <a:r>
              <a:rPr sz="1400" b="1" spc="-25" dirty="0">
                <a:solidFill>
                  <a:srgbClr val="AD81FF"/>
                </a:solidFill>
                <a:latin typeface="Calibri"/>
                <a:cs typeface="Calibri"/>
              </a:rPr>
              <a:t>240</a:t>
            </a:r>
            <a:endParaRPr sz="1400">
              <a:latin typeface="Calibri"/>
              <a:cs typeface="Calibri"/>
            </a:endParaRPr>
          </a:p>
          <a:p>
            <a:pPr marL="1841500">
              <a:lnSpc>
                <a:spcPct val="100000"/>
              </a:lnSpc>
            </a:pPr>
            <a:r>
              <a:rPr sz="1400" b="1" spc="-50" dirty="0">
                <a:solidFill>
                  <a:srgbClr val="F8F8F1"/>
                </a:solidFill>
                <a:latin typeface="Calibri"/>
                <a:cs typeface="Calibri"/>
              </a:rPr>
              <a:t>}</a:t>
            </a:r>
            <a:endParaRPr sz="1400">
              <a:latin typeface="Calibri"/>
              <a:cs typeface="Calibri"/>
            </a:endParaRPr>
          </a:p>
          <a:p>
            <a:pPr marL="927100">
              <a:lnSpc>
                <a:spcPct val="100000"/>
              </a:lnSpc>
            </a:pPr>
            <a:r>
              <a:rPr sz="1400" b="1" spc="-25" dirty="0">
                <a:solidFill>
                  <a:srgbClr val="F8F8F1"/>
                </a:solidFill>
                <a:latin typeface="Calibri"/>
                <a:cs typeface="Calibri"/>
              </a:rPr>
              <a:t>},</a:t>
            </a:r>
            <a:endParaRPr sz="1400">
              <a:latin typeface="Calibri"/>
              <a:cs typeface="Calibri"/>
            </a:endParaRPr>
          </a:p>
        </p:txBody>
      </p:sp>
      <p:sp>
        <p:nvSpPr>
          <p:cNvPr id="7" name="object 7"/>
          <p:cNvSpPr txBox="1"/>
          <p:nvPr/>
        </p:nvSpPr>
        <p:spPr>
          <a:xfrm>
            <a:off x="955649" y="5515152"/>
            <a:ext cx="76835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A6E12D"/>
                </a:solidFill>
                <a:latin typeface="Calibri"/>
                <a:cs typeface="Calibri"/>
              </a:rPr>
              <a:t>"links"</a:t>
            </a:r>
            <a:r>
              <a:rPr sz="1400" b="1" dirty="0">
                <a:solidFill>
                  <a:srgbClr val="F8F8F1"/>
                </a:solidFill>
                <a:latin typeface="Calibri"/>
                <a:cs typeface="Calibri"/>
              </a:rPr>
              <a:t>:</a:t>
            </a:r>
            <a:r>
              <a:rPr sz="1400" b="1" spc="-35" dirty="0">
                <a:solidFill>
                  <a:srgbClr val="F8F8F1"/>
                </a:solidFill>
                <a:latin typeface="Calibri"/>
                <a:cs typeface="Calibri"/>
              </a:rPr>
              <a:t> </a:t>
            </a:r>
            <a:r>
              <a:rPr sz="1400" b="1" dirty="0">
                <a:solidFill>
                  <a:srgbClr val="F8F8F1"/>
                </a:solidFill>
                <a:latin typeface="Calibri"/>
                <a:cs typeface="Calibri"/>
              </a:rPr>
              <a:t>[</a:t>
            </a:r>
            <a:r>
              <a:rPr sz="1400" b="1" spc="-30" dirty="0">
                <a:solidFill>
                  <a:srgbClr val="F8F8F1"/>
                </a:solidFill>
                <a:latin typeface="Calibri"/>
                <a:cs typeface="Calibri"/>
              </a:rPr>
              <a:t> </a:t>
            </a:r>
            <a:r>
              <a:rPr sz="1400" b="1" spc="-50" dirty="0">
                <a:solidFill>
                  <a:srgbClr val="F8F8F1"/>
                </a:solidFill>
                <a:latin typeface="Calibri"/>
                <a:cs typeface="Calibri"/>
              </a:rPr>
              <a:t>{</a:t>
            </a:r>
            <a:endParaRPr sz="1400">
              <a:latin typeface="Calibri"/>
              <a:cs typeface="Calibri"/>
            </a:endParaRPr>
          </a:p>
        </p:txBody>
      </p:sp>
      <p:sp>
        <p:nvSpPr>
          <p:cNvPr id="8" name="object 8"/>
          <p:cNvSpPr txBox="1"/>
          <p:nvPr/>
        </p:nvSpPr>
        <p:spPr>
          <a:xfrm>
            <a:off x="955649" y="5728512"/>
            <a:ext cx="8536305" cy="1093470"/>
          </a:xfrm>
          <a:prstGeom prst="rect">
            <a:avLst/>
          </a:prstGeom>
        </p:spPr>
        <p:txBody>
          <a:bodyPr vert="horz" wrap="square" lIns="0" tIns="12700" rIns="0" bIns="0" rtlCol="0">
            <a:spAutoFit/>
          </a:bodyPr>
          <a:lstStyle/>
          <a:p>
            <a:pPr marL="927100">
              <a:lnSpc>
                <a:spcPct val="100000"/>
              </a:lnSpc>
              <a:spcBef>
                <a:spcPts val="100"/>
              </a:spcBef>
            </a:pPr>
            <a:r>
              <a:rPr sz="1400" b="1" dirty="0">
                <a:solidFill>
                  <a:srgbClr val="A6E12D"/>
                </a:solidFill>
                <a:latin typeface="Calibri"/>
                <a:cs typeface="Calibri"/>
              </a:rPr>
              <a:t>"rel"</a:t>
            </a:r>
            <a:r>
              <a:rPr sz="1400" b="1" dirty="0">
                <a:solidFill>
                  <a:srgbClr val="F8F8F1"/>
                </a:solidFill>
                <a:latin typeface="Calibri"/>
                <a:cs typeface="Calibri"/>
              </a:rPr>
              <a:t>:</a:t>
            </a:r>
            <a:r>
              <a:rPr sz="1400" b="1" spc="-50"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canonical</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a:latin typeface="Calibri"/>
              <a:cs typeface="Calibri"/>
            </a:endParaRPr>
          </a:p>
          <a:p>
            <a:pPr marL="927100">
              <a:lnSpc>
                <a:spcPct val="100000"/>
              </a:lnSpc>
              <a:spcBef>
                <a:spcPts val="5"/>
              </a:spcBef>
            </a:pPr>
            <a:r>
              <a:rPr sz="1400" b="1" dirty="0">
                <a:solidFill>
                  <a:srgbClr val="A6E12D"/>
                </a:solidFill>
                <a:latin typeface="Calibri"/>
                <a:cs typeface="Calibri"/>
              </a:rPr>
              <a:t>"type"</a:t>
            </a:r>
            <a:r>
              <a:rPr sz="1400" b="1" dirty="0">
                <a:solidFill>
                  <a:srgbClr val="F8F8F1"/>
                </a:solidFill>
                <a:latin typeface="Calibri"/>
                <a:cs typeface="Calibri"/>
              </a:rPr>
              <a:t>:</a:t>
            </a:r>
            <a:r>
              <a:rPr sz="1400" b="1" spc="40"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rPr>
              <a:t>application/x-bufr</a:t>
            </a:r>
            <a:r>
              <a:rPr sz="1400" b="1" spc="-10" dirty="0">
                <a:solidFill>
                  <a:srgbClr val="E6DB74"/>
                </a:solidFill>
                <a:latin typeface="Calibri"/>
                <a:cs typeface="Calibri"/>
              </a:rPr>
              <a:t>"</a:t>
            </a:r>
            <a:r>
              <a:rPr sz="1400" b="1" spc="-10" dirty="0">
                <a:solidFill>
                  <a:srgbClr val="F8F8F1"/>
                </a:solidFill>
                <a:latin typeface="Calibri"/>
                <a:cs typeface="Calibri"/>
              </a:rPr>
              <a:t>,</a:t>
            </a:r>
            <a:endParaRPr sz="1400">
              <a:latin typeface="Calibri"/>
              <a:cs typeface="Calibri"/>
            </a:endParaRPr>
          </a:p>
          <a:p>
            <a:pPr marL="927100">
              <a:lnSpc>
                <a:spcPct val="100000"/>
              </a:lnSpc>
            </a:pPr>
            <a:r>
              <a:rPr sz="1400" b="1" dirty="0">
                <a:solidFill>
                  <a:srgbClr val="A6E12D"/>
                </a:solidFill>
                <a:latin typeface="Calibri"/>
                <a:cs typeface="Calibri"/>
              </a:rPr>
              <a:t>"href"</a:t>
            </a:r>
            <a:r>
              <a:rPr sz="1400" b="1" dirty="0">
                <a:solidFill>
                  <a:srgbClr val="F8F8F1"/>
                </a:solidFill>
                <a:latin typeface="Calibri"/>
                <a:cs typeface="Calibri"/>
              </a:rPr>
              <a:t>:</a:t>
            </a:r>
            <a:r>
              <a:rPr sz="1400" b="1" spc="40" dirty="0">
                <a:solidFill>
                  <a:srgbClr val="F8F8F1"/>
                </a:solidFill>
                <a:latin typeface="Calibri"/>
                <a:cs typeface="Calibri"/>
              </a:rPr>
              <a:t> </a:t>
            </a:r>
            <a:r>
              <a:rPr sz="1400" b="1" spc="-10" dirty="0">
                <a:solidFill>
                  <a:srgbClr val="E6DB74"/>
                </a:solidFill>
                <a:latin typeface="Calibri"/>
                <a:cs typeface="Calibri"/>
              </a:rPr>
              <a:t>"</a:t>
            </a:r>
            <a:r>
              <a:rPr sz="1400" b="1" spc="-10" dirty="0">
                <a:solidFill>
                  <a:srgbClr val="FFFF00"/>
                </a:solidFill>
                <a:latin typeface="Calibri"/>
                <a:cs typeface="Calibri"/>
                <a:hlinkClick r:id="rId2"/>
              </a:rPr>
              <a:t>http://wis2node.example/data/WIGOS_0-76-0-3121605000000209_20240521T110000.bufr4</a:t>
            </a:r>
            <a:r>
              <a:rPr sz="1400" b="1" spc="-10" dirty="0">
                <a:solidFill>
                  <a:srgbClr val="FFFF00"/>
                </a:solidFill>
                <a:latin typeface="Calibri"/>
                <a:cs typeface="Calibri"/>
              </a:rPr>
              <a:t>",</a:t>
            </a:r>
            <a:endParaRPr sz="1400">
              <a:latin typeface="Calibri"/>
              <a:cs typeface="Calibri"/>
            </a:endParaRPr>
          </a:p>
          <a:p>
            <a:pPr marL="927100">
              <a:lnSpc>
                <a:spcPct val="100000"/>
              </a:lnSpc>
            </a:pPr>
            <a:r>
              <a:rPr sz="1400" b="1" dirty="0">
                <a:solidFill>
                  <a:srgbClr val="A6E12D"/>
                </a:solidFill>
                <a:latin typeface="Calibri"/>
                <a:cs typeface="Calibri"/>
              </a:rPr>
              <a:t>"length"</a:t>
            </a:r>
            <a:r>
              <a:rPr sz="1400" b="1" dirty="0">
                <a:solidFill>
                  <a:srgbClr val="F8F8F1"/>
                </a:solidFill>
                <a:latin typeface="Calibri"/>
                <a:cs typeface="Calibri"/>
              </a:rPr>
              <a:t>:</a:t>
            </a:r>
            <a:r>
              <a:rPr sz="1400" b="1" spc="-70" dirty="0">
                <a:solidFill>
                  <a:srgbClr val="F8F8F1"/>
                </a:solidFill>
                <a:latin typeface="Calibri"/>
                <a:cs typeface="Calibri"/>
              </a:rPr>
              <a:t> </a:t>
            </a:r>
            <a:r>
              <a:rPr sz="1400" b="1" spc="-25" dirty="0">
                <a:solidFill>
                  <a:srgbClr val="AD81FF"/>
                </a:solidFill>
                <a:latin typeface="Calibri"/>
                <a:cs typeface="Calibri"/>
              </a:rPr>
              <a:t>240</a:t>
            </a:r>
            <a:endParaRPr sz="1400">
              <a:latin typeface="Calibri"/>
              <a:cs typeface="Calibri"/>
            </a:endParaRPr>
          </a:p>
          <a:p>
            <a:pPr marL="12700">
              <a:lnSpc>
                <a:spcPct val="100000"/>
              </a:lnSpc>
            </a:pPr>
            <a:r>
              <a:rPr sz="1400" b="1" dirty="0">
                <a:solidFill>
                  <a:srgbClr val="F8F8F1"/>
                </a:solidFill>
                <a:latin typeface="Calibri"/>
                <a:cs typeface="Calibri"/>
              </a:rPr>
              <a:t>}</a:t>
            </a:r>
            <a:r>
              <a:rPr sz="1400" b="1" spc="-5" dirty="0">
                <a:solidFill>
                  <a:srgbClr val="F8F8F1"/>
                </a:solidFill>
                <a:latin typeface="Calibri"/>
                <a:cs typeface="Calibri"/>
              </a:rPr>
              <a:t> </a:t>
            </a:r>
            <a:r>
              <a:rPr sz="1400" b="1" dirty="0">
                <a:solidFill>
                  <a:srgbClr val="F8F8F1"/>
                </a:solidFill>
                <a:latin typeface="Calibri"/>
                <a:cs typeface="Calibri"/>
              </a:rPr>
              <a:t>]</a:t>
            </a:r>
            <a:r>
              <a:rPr sz="1400" b="1" spc="290" dirty="0">
                <a:solidFill>
                  <a:srgbClr val="F8F8F1"/>
                </a:solidFill>
                <a:latin typeface="Calibri"/>
                <a:cs typeface="Calibri"/>
              </a:rPr>
              <a:t> </a:t>
            </a:r>
            <a:r>
              <a:rPr sz="1400" b="1" spc="-50" dirty="0">
                <a:solidFill>
                  <a:srgbClr val="F8F8F1"/>
                </a:solidFill>
                <a:latin typeface="Calibri"/>
                <a:cs typeface="Calibri"/>
              </a:rPr>
              <a:t>}</a:t>
            </a:r>
            <a:endParaRPr sz="1400">
              <a:latin typeface="Calibri"/>
              <a:cs typeface="Calibri"/>
            </a:endParaRPr>
          </a:p>
        </p:txBody>
      </p:sp>
      <p:sp>
        <p:nvSpPr>
          <p:cNvPr id="9" name="object 9"/>
          <p:cNvSpPr txBox="1"/>
          <p:nvPr/>
        </p:nvSpPr>
        <p:spPr>
          <a:xfrm>
            <a:off x="25095" y="893445"/>
            <a:ext cx="11935460" cy="498475"/>
          </a:xfrm>
          <a:prstGeom prst="rect">
            <a:avLst/>
          </a:prstGeom>
        </p:spPr>
        <p:txBody>
          <a:bodyPr vert="horz" wrap="square" lIns="0" tIns="13335" rIns="0" bIns="0" rtlCol="0">
            <a:spAutoFit/>
          </a:bodyPr>
          <a:lstStyle/>
          <a:p>
            <a:pPr marL="12700">
              <a:lnSpc>
                <a:spcPts val="2220"/>
              </a:lnSpc>
              <a:spcBef>
                <a:spcPts val="105"/>
              </a:spcBef>
            </a:pPr>
            <a:r>
              <a:rPr sz="2000" spc="-85" dirty="0">
                <a:latin typeface="Trebuchet MS"/>
                <a:cs typeface="Trebuchet MS"/>
              </a:rPr>
              <a:t>The</a:t>
            </a:r>
            <a:r>
              <a:rPr sz="2000" spc="-130" dirty="0">
                <a:latin typeface="Trebuchet MS"/>
                <a:cs typeface="Trebuchet MS"/>
              </a:rPr>
              <a:t> </a:t>
            </a:r>
            <a:r>
              <a:rPr sz="2000" b="1" u="heavy" dirty="0">
                <a:uFill>
                  <a:solidFill>
                    <a:srgbClr val="000000"/>
                  </a:solidFill>
                </a:uFill>
                <a:latin typeface="Trebuchet MS"/>
                <a:cs typeface="Trebuchet MS"/>
              </a:rPr>
              <a:t>WIS2</a:t>
            </a:r>
            <a:r>
              <a:rPr sz="2000" b="1" u="heavy" spc="-145" dirty="0">
                <a:uFill>
                  <a:solidFill>
                    <a:srgbClr val="000000"/>
                  </a:solidFill>
                </a:uFill>
                <a:latin typeface="Trebuchet MS"/>
                <a:cs typeface="Trebuchet MS"/>
              </a:rPr>
              <a:t> </a:t>
            </a:r>
            <a:r>
              <a:rPr sz="2000" b="1" u="heavy" spc="-35" dirty="0">
                <a:uFill>
                  <a:solidFill>
                    <a:srgbClr val="000000"/>
                  </a:solidFill>
                </a:uFill>
                <a:latin typeface="Trebuchet MS"/>
                <a:cs typeface="Trebuchet MS"/>
              </a:rPr>
              <a:t>Notification</a:t>
            </a:r>
            <a:r>
              <a:rPr sz="2000" b="1" u="heavy" spc="-140" dirty="0">
                <a:uFill>
                  <a:solidFill>
                    <a:srgbClr val="000000"/>
                  </a:solidFill>
                </a:uFill>
                <a:latin typeface="Trebuchet MS"/>
                <a:cs typeface="Trebuchet MS"/>
              </a:rPr>
              <a:t> </a:t>
            </a:r>
            <a:r>
              <a:rPr sz="2000" b="1" u="heavy" spc="55" dirty="0">
                <a:uFill>
                  <a:solidFill>
                    <a:srgbClr val="000000"/>
                  </a:solidFill>
                </a:uFill>
                <a:latin typeface="Trebuchet MS"/>
                <a:cs typeface="Trebuchet MS"/>
              </a:rPr>
              <a:t>Message</a:t>
            </a:r>
            <a:r>
              <a:rPr sz="2000" b="1" u="heavy" spc="-125" dirty="0">
                <a:uFill>
                  <a:solidFill>
                    <a:srgbClr val="000000"/>
                  </a:solidFill>
                </a:uFill>
                <a:latin typeface="Trebuchet MS"/>
                <a:cs typeface="Trebuchet MS"/>
              </a:rPr>
              <a:t> </a:t>
            </a:r>
            <a:r>
              <a:rPr sz="2000" dirty="0">
                <a:latin typeface="Trebuchet MS"/>
                <a:cs typeface="Trebuchet MS"/>
              </a:rPr>
              <a:t>Encoding</a:t>
            </a:r>
            <a:r>
              <a:rPr sz="2000" spc="-155" dirty="0">
                <a:latin typeface="Trebuchet MS"/>
                <a:cs typeface="Trebuchet MS"/>
              </a:rPr>
              <a:t> </a:t>
            </a:r>
            <a:r>
              <a:rPr sz="2000" spc="-25" dirty="0">
                <a:latin typeface="Trebuchet MS"/>
                <a:cs typeface="Trebuchet MS"/>
              </a:rPr>
              <a:t>defines</a:t>
            </a:r>
            <a:r>
              <a:rPr sz="2000" spc="-150" dirty="0">
                <a:latin typeface="Trebuchet MS"/>
                <a:cs typeface="Trebuchet MS"/>
              </a:rPr>
              <a:t> </a:t>
            </a:r>
            <a:r>
              <a:rPr sz="2000" spc="-65" dirty="0">
                <a:latin typeface="Trebuchet MS"/>
                <a:cs typeface="Trebuchet MS"/>
              </a:rPr>
              <a:t>the</a:t>
            </a:r>
            <a:r>
              <a:rPr sz="2000" spc="-130" dirty="0">
                <a:latin typeface="Trebuchet MS"/>
                <a:cs typeface="Trebuchet MS"/>
              </a:rPr>
              <a:t> </a:t>
            </a:r>
            <a:r>
              <a:rPr sz="2000" spc="-25" dirty="0">
                <a:latin typeface="Trebuchet MS"/>
                <a:cs typeface="Trebuchet MS"/>
              </a:rPr>
              <a:t>payload</a:t>
            </a:r>
            <a:r>
              <a:rPr sz="2000" spc="-155" dirty="0">
                <a:latin typeface="Trebuchet MS"/>
                <a:cs typeface="Trebuchet MS"/>
              </a:rPr>
              <a:t> </a:t>
            </a:r>
            <a:r>
              <a:rPr sz="2000" spc="-65" dirty="0">
                <a:latin typeface="Trebuchet MS"/>
                <a:cs typeface="Trebuchet MS"/>
              </a:rPr>
              <a:t>of</a:t>
            </a:r>
            <a:r>
              <a:rPr sz="2000" spc="-135" dirty="0">
                <a:latin typeface="Trebuchet MS"/>
                <a:cs typeface="Trebuchet MS"/>
              </a:rPr>
              <a:t> </a:t>
            </a:r>
            <a:r>
              <a:rPr sz="2000" dirty="0">
                <a:latin typeface="Trebuchet MS"/>
                <a:cs typeface="Trebuchet MS"/>
              </a:rPr>
              <a:t>a</a:t>
            </a:r>
            <a:r>
              <a:rPr sz="2000" spc="-130" dirty="0">
                <a:latin typeface="Trebuchet MS"/>
                <a:cs typeface="Trebuchet MS"/>
              </a:rPr>
              <a:t> </a:t>
            </a:r>
            <a:r>
              <a:rPr sz="2000" dirty="0">
                <a:latin typeface="Trebuchet MS"/>
                <a:cs typeface="Trebuchet MS"/>
              </a:rPr>
              <a:t>WIS2</a:t>
            </a:r>
            <a:r>
              <a:rPr sz="2000" spc="-135" dirty="0">
                <a:latin typeface="Trebuchet MS"/>
                <a:cs typeface="Trebuchet MS"/>
              </a:rPr>
              <a:t> </a:t>
            </a:r>
            <a:r>
              <a:rPr sz="2000" spc="-10" dirty="0">
                <a:latin typeface="Trebuchet MS"/>
                <a:cs typeface="Trebuchet MS"/>
              </a:rPr>
              <a:t>notification</a:t>
            </a:r>
            <a:endParaRPr sz="2000">
              <a:latin typeface="Trebuchet MS"/>
              <a:cs typeface="Trebuchet MS"/>
            </a:endParaRPr>
          </a:p>
          <a:p>
            <a:pPr marR="5080" algn="r">
              <a:lnSpc>
                <a:spcPts val="1500"/>
              </a:lnSpc>
            </a:pPr>
            <a:r>
              <a:rPr sz="1400" u="sng" dirty="0">
                <a:solidFill>
                  <a:srgbClr val="2B83CC"/>
                </a:solidFill>
                <a:uFill>
                  <a:solidFill>
                    <a:srgbClr val="2B83CC"/>
                  </a:solidFill>
                </a:uFill>
                <a:latin typeface="Calibri"/>
                <a:cs typeface="Calibri"/>
                <a:hlinkClick r:id="rId3"/>
              </a:rPr>
              <a:t>Link</a:t>
            </a:r>
            <a:r>
              <a:rPr sz="1400" u="sng" spc="-20" dirty="0">
                <a:solidFill>
                  <a:srgbClr val="2B83CC"/>
                </a:solidFill>
                <a:uFill>
                  <a:solidFill>
                    <a:srgbClr val="2B83CC"/>
                  </a:solidFill>
                </a:uFill>
                <a:latin typeface="Calibri"/>
                <a:cs typeface="Calibri"/>
                <a:hlinkClick r:id="rId3"/>
              </a:rPr>
              <a:t> </a:t>
            </a:r>
            <a:r>
              <a:rPr sz="1400" u="sng" dirty="0">
                <a:solidFill>
                  <a:srgbClr val="2B83CC"/>
                </a:solidFill>
                <a:uFill>
                  <a:solidFill>
                    <a:srgbClr val="2B83CC"/>
                  </a:solidFill>
                </a:uFill>
                <a:latin typeface="Calibri"/>
                <a:cs typeface="Calibri"/>
                <a:hlinkClick r:id="rId3"/>
              </a:rPr>
              <a:t>to</a:t>
            </a:r>
            <a:r>
              <a:rPr sz="1400" u="sng" spc="-20" dirty="0">
                <a:solidFill>
                  <a:srgbClr val="2B83CC"/>
                </a:solidFill>
                <a:uFill>
                  <a:solidFill>
                    <a:srgbClr val="2B83CC"/>
                  </a:solidFill>
                </a:uFill>
                <a:latin typeface="Calibri"/>
                <a:cs typeface="Calibri"/>
                <a:hlinkClick r:id="rId3"/>
              </a:rPr>
              <a:t> </a:t>
            </a:r>
            <a:r>
              <a:rPr sz="1400" u="sng" dirty="0">
                <a:solidFill>
                  <a:srgbClr val="2B83CC"/>
                </a:solidFill>
                <a:uFill>
                  <a:solidFill>
                    <a:srgbClr val="2B83CC"/>
                  </a:solidFill>
                </a:uFill>
                <a:latin typeface="Calibri"/>
                <a:cs typeface="Calibri"/>
                <a:hlinkClick r:id="rId3"/>
              </a:rPr>
              <a:t>WIS2</a:t>
            </a:r>
            <a:r>
              <a:rPr sz="1400" u="sng" spc="-40" dirty="0">
                <a:solidFill>
                  <a:srgbClr val="2B83CC"/>
                </a:solidFill>
                <a:uFill>
                  <a:solidFill>
                    <a:srgbClr val="2B83CC"/>
                  </a:solidFill>
                </a:uFill>
                <a:latin typeface="Calibri"/>
                <a:cs typeface="Calibri"/>
                <a:hlinkClick r:id="rId3"/>
              </a:rPr>
              <a:t> </a:t>
            </a:r>
            <a:r>
              <a:rPr sz="1400" u="sng" spc="-10" dirty="0">
                <a:solidFill>
                  <a:srgbClr val="2B83CC"/>
                </a:solidFill>
                <a:uFill>
                  <a:solidFill>
                    <a:srgbClr val="2B83CC"/>
                  </a:solidFill>
                </a:uFill>
                <a:latin typeface="Calibri"/>
                <a:cs typeface="Calibri"/>
                <a:hlinkClick r:id="rId3"/>
              </a:rPr>
              <a:t>Notification</a:t>
            </a:r>
            <a:r>
              <a:rPr sz="1400" u="sng" spc="-25" dirty="0">
                <a:solidFill>
                  <a:srgbClr val="2B83CC"/>
                </a:solidFill>
                <a:uFill>
                  <a:solidFill>
                    <a:srgbClr val="2B83CC"/>
                  </a:solidFill>
                </a:uFill>
                <a:latin typeface="Calibri"/>
                <a:cs typeface="Calibri"/>
                <a:hlinkClick r:id="rId3"/>
              </a:rPr>
              <a:t> </a:t>
            </a:r>
            <a:r>
              <a:rPr sz="1400" u="sng" dirty="0">
                <a:solidFill>
                  <a:srgbClr val="2B83CC"/>
                </a:solidFill>
                <a:uFill>
                  <a:solidFill>
                    <a:srgbClr val="2B83CC"/>
                  </a:solidFill>
                </a:uFill>
                <a:latin typeface="Calibri"/>
                <a:cs typeface="Calibri"/>
                <a:hlinkClick r:id="rId3"/>
              </a:rPr>
              <a:t>Message</a:t>
            </a:r>
            <a:r>
              <a:rPr sz="1400" u="sng" spc="-20" dirty="0">
                <a:solidFill>
                  <a:srgbClr val="2B83CC"/>
                </a:solidFill>
                <a:uFill>
                  <a:solidFill>
                    <a:srgbClr val="2B83CC"/>
                  </a:solidFill>
                </a:uFill>
                <a:latin typeface="Calibri"/>
                <a:cs typeface="Calibri"/>
                <a:hlinkClick r:id="rId3"/>
              </a:rPr>
              <a:t> </a:t>
            </a:r>
            <a:r>
              <a:rPr sz="1400" u="sng" spc="-10" dirty="0">
                <a:solidFill>
                  <a:srgbClr val="2B83CC"/>
                </a:solidFill>
                <a:uFill>
                  <a:solidFill>
                    <a:srgbClr val="2B83CC"/>
                  </a:solidFill>
                </a:uFill>
                <a:latin typeface="Calibri"/>
                <a:cs typeface="Calibri"/>
                <a:hlinkClick r:id="rId3"/>
              </a:rPr>
              <a:t>definition</a:t>
            </a:r>
            <a:endParaRPr sz="1400">
              <a:latin typeface="Calibri"/>
              <a:cs typeface="Calibri"/>
            </a:endParaRPr>
          </a:p>
        </p:txBody>
      </p:sp>
      <p:sp>
        <p:nvSpPr>
          <p:cNvPr id="10" name="object 10"/>
          <p:cNvSpPr txBox="1"/>
          <p:nvPr/>
        </p:nvSpPr>
        <p:spPr>
          <a:xfrm>
            <a:off x="5768466" y="5555081"/>
            <a:ext cx="523557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1F1F1"/>
                </a:solidFill>
                <a:latin typeface="Verdana"/>
                <a:cs typeface="Verdana"/>
              </a:rPr>
              <a:t>“links”</a:t>
            </a:r>
            <a:r>
              <a:rPr sz="1400" b="1" spc="-50" dirty="0">
                <a:solidFill>
                  <a:srgbClr val="F1F1F1"/>
                </a:solidFill>
                <a:latin typeface="Verdana"/>
                <a:cs typeface="Verdana"/>
              </a:rPr>
              <a:t> </a:t>
            </a:r>
            <a:r>
              <a:rPr sz="1400" b="1" dirty="0">
                <a:solidFill>
                  <a:srgbClr val="F1F1F1"/>
                </a:solidFill>
                <a:latin typeface="Verdana"/>
                <a:cs typeface="Verdana"/>
              </a:rPr>
              <a:t>contains</a:t>
            </a:r>
            <a:r>
              <a:rPr sz="1400" b="1" spc="-25" dirty="0">
                <a:solidFill>
                  <a:srgbClr val="F1F1F1"/>
                </a:solidFill>
                <a:latin typeface="Verdana"/>
                <a:cs typeface="Verdana"/>
              </a:rPr>
              <a:t> </a:t>
            </a:r>
            <a:r>
              <a:rPr sz="1400" b="1" dirty="0">
                <a:solidFill>
                  <a:srgbClr val="F1F1F1"/>
                </a:solidFill>
                <a:latin typeface="Verdana"/>
                <a:cs typeface="Verdana"/>
              </a:rPr>
              <a:t>a</a:t>
            </a:r>
            <a:r>
              <a:rPr sz="1400" b="1" spc="-15" dirty="0">
                <a:solidFill>
                  <a:srgbClr val="F1F1F1"/>
                </a:solidFill>
                <a:latin typeface="Verdana"/>
                <a:cs typeface="Verdana"/>
              </a:rPr>
              <a:t> </a:t>
            </a:r>
            <a:r>
              <a:rPr sz="1400" b="1" dirty="0">
                <a:solidFill>
                  <a:srgbClr val="F1F1F1"/>
                </a:solidFill>
                <a:latin typeface="Verdana"/>
                <a:cs typeface="Verdana"/>
              </a:rPr>
              <a:t>“canonical”</a:t>
            </a:r>
            <a:r>
              <a:rPr sz="1400" b="1" spc="-30" dirty="0">
                <a:solidFill>
                  <a:srgbClr val="F1F1F1"/>
                </a:solidFill>
                <a:latin typeface="Verdana"/>
                <a:cs typeface="Verdana"/>
              </a:rPr>
              <a:t> </a:t>
            </a:r>
            <a:r>
              <a:rPr sz="1400" b="1" dirty="0">
                <a:solidFill>
                  <a:srgbClr val="F1F1F1"/>
                </a:solidFill>
                <a:latin typeface="Verdana"/>
                <a:cs typeface="Verdana"/>
              </a:rPr>
              <a:t>link</a:t>
            </a:r>
            <a:r>
              <a:rPr sz="1400" b="1" spc="-40" dirty="0">
                <a:solidFill>
                  <a:srgbClr val="F1F1F1"/>
                </a:solidFill>
                <a:latin typeface="Verdana"/>
                <a:cs typeface="Verdana"/>
              </a:rPr>
              <a:t> </a:t>
            </a:r>
            <a:r>
              <a:rPr sz="1400" b="1" dirty="0">
                <a:solidFill>
                  <a:srgbClr val="F1F1F1"/>
                </a:solidFill>
                <a:latin typeface="Verdana"/>
                <a:cs typeface="Verdana"/>
              </a:rPr>
              <a:t>to</a:t>
            </a:r>
            <a:r>
              <a:rPr sz="1400" b="1" spc="-20" dirty="0">
                <a:solidFill>
                  <a:srgbClr val="F1F1F1"/>
                </a:solidFill>
                <a:latin typeface="Verdana"/>
                <a:cs typeface="Verdana"/>
              </a:rPr>
              <a:t> </a:t>
            </a:r>
            <a:r>
              <a:rPr sz="1400" b="1" dirty="0">
                <a:solidFill>
                  <a:srgbClr val="F1F1F1"/>
                </a:solidFill>
                <a:latin typeface="Verdana"/>
                <a:cs typeface="Verdana"/>
              </a:rPr>
              <a:t>download</a:t>
            </a:r>
            <a:r>
              <a:rPr sz="1400" b="1" spc="-40" dirty="0">
                <a:solidFill>
                  <a:srgbClr val="F1F1F1"/>
                </a:solidFill>
                <a:latin typeface="Verdana"/>
                <a:cs typeface="Verdana"/>
              </a:rPr>
              <a:t> </a:t>
            </a:r>
            <a:r>
              <a:rPr sz="1400" b="1" spc="-20" dirty="0">
                <a:solidFill>
                  <a:srgbClr val="F1F1F1"/>
                </a:solidFill>
                <a:latin typeface="Verdana"/>
                <a:cs typeface="Verdana"/>
              </a:rPr>
              <a:t>data</a:t>
            </a:r>
            <a:endParaRPr sz="1400">
              <a:latin typeface="Verdana"/>
              <a:cs typeface="Verdana"/>
            </a:endParaRPr>
          </a:p>
        </p:txBody>
      </p:sp>
      <p:sp>
        <p:nvSpPr>
          <p:cNvPr id="11" name="object 11"/>
          <p:cNvSpPr/>
          <p:nvPr/>
        </p:nvSpPr>
        <p:spPr>
          <a:xfrm>
            <a:off x="4907660" y="5758916"/>
            <a:ext cx="784860" cy="294005"/>
          </a:xfrm>
          <a:custGeom>
            <a:avLst/>
            <a:gdLst/>
            <a:ahLst/>
            <a:cxnLst/>
            <a:rect l="l" t="t" r="r" b="b"/>
            <a:pathLst>
              <a:path w="784860" h="294004">
                <a:moveTo>
                  <a:pt x="59309" y="222097"/>
                </a:moveTo>
                <a:lnTo>
                  <a:pt x="0" y="283286"/>
                </a:lnTo>
                <a:lnTo>
                  <a:pt x="84581" y="293992"/>
                </a:lnTo>
                <a:lnTo>
                  <a:pt x="76581" y="271233"/>
                </a:lnTo>
                <a:lnTo>
                  <a:pt x="63118" y="271233"/>
                </a:lnTo>
                <a:lnTo>
                  <a:pt x="56768" y="253263"/>
                </a:lnTo>
                <a:lnTo>
                  <a:pt x="68782" y="249045"/>
                </a:lnTo>
                <a:lnTo>
                  <a:pt x="59309" y="222097"/>
                </a:lnTo>
                <a:close/>
              </a:path>
              <a:path w="784860" h="294004">
                <a:moveTo>
                  <a:pt x="68782" y="249045"/>
                </a:moveTo>
                <a:lnTo>
                  <a:pt x="56768" y="253263"/>
                </a:lnTo>
                <a:lnTo>
                  <a:pt x="63118" y="271233"/>
                </a:lnTo>
                <a:lnTo>
                  <a:pt x="75102" y="267026"/>
                </a:lnTo>
                <a:lnTo>
                  <a:pt x="68782" y="249045"/>
                </a:lnTo>
                <a:close/>
              </a:path>
              <a:path w="784860" h="294004">
                <a:moveTo>
                  <a:pt x="75102" y="267026"/>
                </a:moveTo>
                <a:lnTo>
                  <a:pt x="63118" y="271233"/>
                </a:lnTo>
                <a:lnTo>
                  <a:pt x="76581" y="271233"/>
                </a:lnTo>
                <a:lnTo>
                  <a:pt x="75102" y="267026"/>
                </a:lnTo>
                <a:close/>
              </a:path>
              <a:path w="784860" h="294004">
                <a:moveTo>
                  <a:pt x="778128" y="0"/>
                </a:moveTo>
                <a:lnTo>
                  <a:pt x="68782" y="249045"/>
                </a:lnTo>
                <a:lnTo>
                  <a:pt x="75102" y="267026"/>
                </a:lnTo>
                <a:lnTo>
                  <a:pt x="784351" y="17983"/>
                </a:lnTo>
                <a:lnTo>
                  <a:pt x="778128" y="0"/>
                </a:lnTo>
                <a:close/>
              </a:path>
            </a:pathLst>
          </a:custGeom>
          <a:solidFill>
            <a:srgbClr val="FFFFFF"/>
          </a:solidFill>
        </p:spPr>
        <p:txBody>
          <a:bodyPr wrap="square" lIns="0" tIns="0" rIns="0" bIns="0" rtlCol="0"/>
          <a:lstStyle/>
          <a:p>
            <a:endParaRPr/>
          </a:p>
        </p:txBody>
      </p:sp>
      <p:sp>
        <p:nvSpPr>
          <p:cNvPr id="12" name="object 12" descr="$PPTXTitle"/>
          <p:cNvSpPr txBox="1">
            <a:spLocks noGrp="1"/>
          </p:cNvSpPr>
          <p:nvPr>
            <p:ph type="title"/>
          </p:nvPr>
        </p:nvSpPr>
        <p:spPr>
          <a:prstGeom prst="rect">
            <a:avLst/>
          </a:prstGeom>
        </p:spPr>
        <p:txBody>
          <a:bodyPr vert="horz" wrap="square" lIns="0" tIns="13335" rIns="0" bIns="0" rtlCol="0">
            <a:spAutoFit/>
          </a:bodyPr>
          <a:lstStyle/>
          <a:p>
            <a:pPr marL="1099185">
              <a:lnSpc>
                <a:spcPct val="100000"/>
              </a:lnSpc>
              <a:spcBef>
                <a:spcPts val="105"/>
              </a:spcBef>
            </a:pPr>
            <a:r>
              <a:rPr sz="4400" dirty="0">
                <a:solidFill>
                  <a:srgbClr val="005A9C"/>
                </a:solidFill>
                <a:latin typeface="Arial"/>
                <a:cs typeface="Arial"/>
              </a:rPr>
              <a:t>WIS2</a:t>
            </a:r>
            <a:r>
              <a:rPr sz="4400" spc="-35" dirty="0">
                <a:solidFill>
                  <a:srgbClr val="005A9C"/>
                </a:solidFill>
                <a:latin typeface="Arial"/>
                <a:cs typeface="Arial"/>
              </a:rPr>
              <a:t> </a:t>
            </a:r>
            <a:r>
              <a:rPr sz="4400" dirty="0">
                <a:solidFill>
                  <a:srgbClr val="005A9C"/>
                </a:solidFill>
                <a:latin typeface="Arial"/>
                <a:cs typeface="Arial"/>
              </a:rPr>
              <a:t>Notification</a:t>
            </a:r>
            <a:r>
              <a:rPr sz="4400" spc="-30" dirty="0">
                <a:solidFill>
                  <a:srgbClr val="005A9C"/>
                </a:solidFill>
                <a:latin typeface="Arial"/>
                <a:cs typeface="Arial"/>
              </a:rPr>
              <a:t> </a:t>
            </a:r>
            <a:r>
              <a:rPr sz="4400" dirty="0">
                <a:solidFill>
                  <a:srgbClr val="005A9C"/>
                </a:solidFill>
                <a:latin typeface="Arial"/>
                <a:cs typeface="Arial"/>
              </a:rPr>
              <a:t>Message</a:t>
            </a:r>
            <a:r>
              <a:rPr sz="4400" spc="-30" dirty="0">
                <a:solidFill>
                  <a:srgbClr val="005A9C"/>
                </a:solidFill>
                <a:latin typeface="Arial"/>
                <a:cs typeface="Arial"/>
              </a:rPr>
              <a:t> </a:t>
            </a:r>
            <a:r>
              <a:rPr sz="4400" spc="-10" dirty="0">
                <a:solidFill>
                  <a:srgbClr val="005A9C"/>
                </a:solidFill>
                <a:latin typeface="Arial"/>
                <a:cs typeface="Arial"/>
              </a:rPr>
              <a:t>(WNM)</a:t>
            </a:r>
            <a:endParaRPr sz="44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4747" y="2473198"/>
            <a:ext cx="10656570" cy="941069"/>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50" normalizeH="0" baseline="0" noProof="0" dirty="0">
                <a:ln>
                  <a:noFill/>
                </a:ln>
                <a:solidFill>
                  <a:sysClr val="windowText" lastClr="000000"/>
                </a:solidFill>
                <a:effectLst/>
                <a:uLnTx/>
                <a:uFillTx/>
                <a:latin typeface="Trebuchet MS"/>
                <a:cs typeface="Trebuchet MS"/>
              </a:rPr>
              <a:t>DEMO</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View</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WIS2</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30" normalizeH="0" baseline="0" noProof="0" dirty="0">
                <a:ln>
                  <a:noFill/>
                </a:ln>
                <a:solidFill>
                  <a:sysClr val="windowText" lastClr="000000"/>
                </a:solidFill>
                <a:effectLst/>
                <a:uLnTx/>
                <a:uFillTx/>
                <a:latin typeface="Trebuchet MS"/>
                <a:cs typeface="Trebuchet MS"/>
              </a:rPr>
              <a:t>Notifications</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using</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MQTT</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Explorer</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by</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connecting</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75" normalizeH="0" baseline="0" noProof="0" dirty="0">
                <a:ln>
                  <a:noFill/>
                </a:ln>
                <a:solidFill>
                  <a:sysClr val="windowText" lastClr="000000"/>
                </a:solidFill>
                <a:effectLst/>
                <a:uLnTx/>
                <a:uFillTx/>
                <a:latin typeface="Trebuchet MS"/>
                <a:cs typeface="Trebuchet MS"/>
              </a:rPr>
              <a:t>to</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Global</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55" normalizeH="0" baseline="0" noProof="0" dirty="0">
                <a:ln>
                  <a:noFill/>
                </a:ln>
                <a:solidFill>
                  <a:sysClr val="windowText" lastClr="000000"/>
                </a:solidFill>
                <a:effectLst/>
                <a:uLnTx/>
                <a:uFillTx/>
                <a:latin typeface="Trebuchet MS"/>
                <a:cs typeface="Trebuchet MS"/>
              </a:rPr>
              <a:t>Broker</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hosted</a:t>
            </a:r>
            <a:r>
              <a:rPr kumimoji="0" sz="2000" b="0"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55" normalizeH="0" baseline="0" noProof="0" dirty="0">
                <a:ln>
                  <a:noFill/>
                </a:ln>
                <a:solidFill>
                  <a:sysClr val="windowText" lastClr="000000"/>
                </a:solidFill>
                <a:effectLst/>
                <a:uLnTx/>
                <a:uFillTx/>
                <a:latin typeface="Trebuchet MS"/>
                <a:cs typeface="Trebuchet MS"/>
              </a:rPr>
              <a:t>by</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France</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0" i="0" u="none" strike="noStrike" kern="0" cap="none" spc="-65" normalizeH="0" baseline="0" noProof="0" dirty="0">
                <a:ln>
                  <a:noFill/>
                </a:ln>
                <a:solidFill>
                  <a:srgbClr val="0F42D2"/>
                </a:solidFill>
                <a:effectLst/>
                <a:uLnTx/>
                <a:uFillTx/>
                <a:latin typeface="Trebuchet MS"/>
                <a:cs typeface="Trebuchet MS"/>
              </a:rPr>
              <a:t>wss://globalbroker.meteo.fr/mqtt</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descr="$PPTXTitle"/>
          <p:cNvSpPr txBox="1">
            <a:spLocks noGrp="1"/>
          </p:cNvSpPr>
          <p:nvPr>
            <p:ph type="title"/>
          </p:nvPr>
        </p:nvSpPr>
        <p:spPr>
          <a:prstGeom prst="rect">
            <a:avLst/>
          </a:prstGeom>
        </p:spPr>
        <p:txBody>
          <a:bodyPr vert="horz" wrap="square" lIns="0" tIns="12700" rIns="0" bIns="0" rtlCol="0">
            <a:spAutoFit/>
          </a:bodyPr>
          <a:lstStyle/>
          <a:p>
            <a:pPr marL="2690495">
              <a:lnSpc>
                <a:spcPct val="100000"/>
              </a:lnSpc>
              <a:spcBef>
                <a:spcPts val="100"/>
              </a:spcBef>
            </a:pPr>
            <a:r>
              <a:rPr sz="4400" dirty="0"/>
              <a:t>What</a:t>
            </a:r>
            <a:r>
              <a:rPr sz="4400" spc="-25" dirty="0"/>
              <a:t> </a:t>
            </a:r>
            <a:r>
              <a:rPr sz="4400" dirty="0"/>
              <a:t>is</a:t>
            </a:r>
            <a:r>
              <a:rPr sz="4400" spc="-20" dirty="0"/>
              <a:t> </a:t>
            </a:r>
            <a:r>
              <a:rPr sz="4400" dirty="0"/>
              <a:t>a</a:t>
            </a:r>
            <a:r>
              <a:rPr sz="4400" spc="-15" dirty="0"/>
              <a:t> </a:t>
            </a:r>
            <a:r>
              <a:rPr sz="4400" dirty="0"/>
              <a:t>WIS2</a:t>
            </a:r>
            <a:r>
              <a:rPr sz="4400" spc="-40" dirty="0"/>
              <a:t> </a:t>
            </a:r>
            <a:r>
              <a:rPr sz="4400" dirty="0"/>
              <a:t>Node</a:t>
            </a:r>
            <a:r>
              <a:rPr sz="4400" spc="-20" dirty="0"/>
              <a:t> </a:t>
            </a:r>
            <a:r>
              <a:rPr sz="4400" spc="-50" dirty="0"/>
              <a:t>?</a:t>
            </a:r>
            <a:endParaRPr sz="4400"/>
          </a:p>
        </p:txBody>
      </p:sp>
      <p:sp>
        <p:nvSpPr>
          <p:cNvPr id="9" name="object 9"/>
          <p:cNvSpPr txBox="1"/>
          <p:nvPr/>
        </p:nvSpPr>
        <p:spPr>
          <a:xfrm>
            <a:off x="176276" y="855513"/>
            <a:ext cx="10396855" cy="939800"/>
          </a:xfrm>
          <a:prstGeom prst="rect">
            <a:avLst/>
          </a:prstGeom>
        </p:spPr>
        <p:txBody>
          <a:bodyPr vert="horz" wrap="square" lIns="0" tIns="73025" rIns="0" bIns="0" rtlCol="0">
            <a:spAutoFit/>
          </a:bodyPr>
          <a:lstStyle/>
          <a:p>
            <a:pPr marL="12700" marR="0" lvl="0" indent="0" defTabSz="914400" eaLnBrk="1" fontAlgn="auto" latinLnBrk="0" hangingPunct="1">
              <a:lnSpc>
                <a:spcPct val="100000"/>
              </a:lnSpc>
              <a:spcBef>
                <a:spcPts val="575"/>
              </a:spcBef>
              <a:spcAft>
                <a:spcPts val="0"/>
              </a:spcAft>
              <a:buClrTx/>
              <a:buSzTx/>
              <a:buFontTx/>
              <a:buNone/>
              <a:tabLst/>
              <a:defRPr/>
            </a:pPr>
            <a:r>
              <a:rPr kumimoji="0" sz="1600" b="1" i="0" u="none" strike="noStrike" kern="0" cap="none" spc="0" normalizeH="0" baseline="0" noProof="0" dirty="0">
                <a:ln>
                  <a:noFill/>
                </a:ln>
                <a:solidFill>
                  <a:srgbClr val="001F5F"/>
                </a:solidFill>
                <a:effectLst/>
                <a:uLnTx/>
                <a:uFillTx/>
                <a:latin typeface="Verdana"/>
                <a:cs typeface="Verdana"/>
              </a:rPr>
              <a:t>A</a:t>
            </a:r>
            <a:r>
              <a:rPr kumimoji="0" sz="1600" b="1" i="0" u="none" strike="noStrike" kern="0" cap="none" spc="-5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WIS2</a:t>
            </a:r>
            <a:r>
              <a:rPr kumimoji="0" sz="1600" b="1" i="0" u="none" strike="noStrike" kern="0" cap="none" spc="-4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node</a:t>
            </a:r>
            <a:r>
              <a:rPr kumimoji="0" sz="1600" b="1" i="0" u="none" strike="noStrike" kern="0" cap="none" spc="-25"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is</a:t>
            </a:r>
            <a:r>
              <a:rPr kumimoji="0" sz="1600" b="1" i="0" u="none" strike="noStrike" kern="0" cap="none" spc="-3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composed</a:t>
            </a:r>
            <a:r>
              <a:rPr kumimoji="0" sz="1600" b="1" i="0" u="none" strike="noStrike" kern="0" cap="none" spc="-1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of</a:t>
            </a:r>
            <a:r>
              <a:rPr kumimoji="0" sz="1600" b="1" i="0" u="none" strike="noStrike" kern="0" cap="none" spc="-4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2</a:t>
            </a:r>
            <a:r>
              <a:rPr kumimoji="0" sz="1600" b="1" i="0" u="none" strike="noStrike" kern="0" cap="none" spc="-5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endpoints</a:t>
            </a:r>
            <a:r>
              <a:rPr kumimoji="0" sz="1600" b="1" i="0" u="none" strike="noStrike" kern="0" cap="none" spc="-5"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that</a:t>
            </a:r>
            <a:r>
              <a:rPr kumimoji="0" sz="1600" b="1" i="0" u="none" strike="noStrike" kern="0" cap="none" spc="-50"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need</a:t>
            </a:r>
            <a:r>
              <a:rPr kumimoji="0" sz="1600" b="1" i="0" u="none" strike="noStrike" kern="0" cap="none" spc="-35"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to</a:t>
            </a:r>
            <a:r>
              <a:rPr kumimoji="0" sz="1600" b="1" i="0" u="none" strike="noStrike" kern="0" cap="none" spc="-45" normalizeH="0" baseline="0" noProof="0" dirty="0">
                <a:ln>
                  <a:noFill/>
                </a:ln>
                <a:solidFill>
                  <a:srgbClr val="001F5F"/>
                </a:solidFill>
                <a:effectLst/>
                <a:uLnTx/>
                <a:uFillTx/>
                <a:latin typeface="Verdana"/>
                <a:cs typeface="Verdana"/>
              </a:rPr>
              <a:t> </a:t>
            </a:r>
            <a:r>
              <a:rPr kumimoji="0" sz="1600" b="1" i="0" u="none" strike="noStrike" kern="0" cap="none" spc="0" normalizeH="0" baseline="0" noProof="0" dirty="0">
                <a:ln>
                  <a:noFill/>
                </a:ln>
                <a:solidFill>
                  <a:srgbClr val="001F5F"/>
                </a:solidFill>
                <a:effectLst/>
                <a:uLnTx/>
                <a:uFillTx/>
                <a:latin typeface="Verdana"/>
                <a:cs typeface="Verdana"/>
              </a:rPr>
              <a:t>be</a:t>
            </a:r>
            <a:r>
              <a:rPr kumimoji="0" sz="1600" b="1" i="0" u="none" strike="noStrike" kern="0" cap="none" spc="-5" normalizeH="0" baseline="0" noProof="0" dirty="0">
                <a:ln>
                  <a:noFill/>
                </a:ln>
                <a:solidFill>
                  <a:srgbClr val="001F5F"/>
                </a:solidFill>
                <a:effectLst/>
                <a:uLnTx/>
                <a:uFillTx/>
                <a:latin typeface="Verdana"/>
                <a:cs typeface="Verdana"/>
              </a:rPr>
              <a:t> </a:t>
            </a:r>
            <a:r>
              <a:rPr kumimoji="0" sz="1600" b="1" i="0" u="sng" strike="noStrike" kern="0" cap="none" spc="0" normalizeH="0" baseline="0" noProof="0" dirty="0">
                <a:ln>
                  <a:noFill/>
                </a:ln>
                <a:solidFill>
                  <a:srgbClr val="001F5F"/>
                </a:solidFill>
                <a:effectLst/>
                <a:uLnTx/>
                <a:uFill>
                  <a:solidFill>
                    <a:srgbClr val="001F5F"/>
                  </a:solidFill>
                </a:uFill>
                <a:latin typeface="Verdana"/>
                <a:cs typeface="Verdana"/>
              </a:rPr>
              <a:t>exposed</a:t>
            </a:r>
            <a:r>
              <a:rPr kumimoji="0" sz="1600" b="1" i="0" u="sng" strike="noStrike" kern="0" cap="none" spc="-5" normalizeH="0" baseline="0" noProof="0" dirty="0">
                <a:ln>
                  <a:noFill/>
                </a:ln>
                <a:solidFill>
                  <a:srgbClr val="001F5F"/>
                </a:solidFill>
                <a:effectLst/>
                <a:uLnTx/>
                <a:uFill>
                  <a:solidFill>
                    <a:srgbClr val="001F5F"/>
                  </a:solidFill>
                </a:uFill>
                <a:latin typeface="Verdana"/>
                <a:cs typeface="Verdana"/>
              </a:rPr>
              <a:t> </a:t>
            </a:r>
            <a:r>
              <a:rPr kumimoji="0" sz="1600" b="1" i="0" u="sng" strike="noStrike" kern="0" cap="none" spc="0" normalizeH="0" baseline="0" noProof="0" dirty="0">
                <a:ln>
                  <a:noFill/>
                </a:ln>
                <a:solidFill>
                  <a:srgbClr val="001F5F"/>
                </a:solidFill>
                <a:effectLst/>
                <a:uLnTx/>
                <a:uFill>
                  <a:solidFill>
                    <a:srgbClr val="001F5F"/>
                  </a:solidFill>
                </a:uFill>
                <a:latin typeface="Verdana"/>
                <a:cs typeface="Verdana"/>
              </a:rPr>
              <a:t>over</a:t>
            </a:r>
            <a:r>
              <a:rPr kumimoji="0" sz="1600" b="1" i="0" u="sng" strike="noStrike" kern="0" cap="none" spc="-25" normalizeH="0" baseline="0" noProof="0" dirty="0">
                <a:ln>
                  <a:noFill/>
                </a:ln>
                <a:solidFill>
                  <a:srgbClr val="001F5F"/>
                </a:solidFill>
                <a:effectLst/>
                <a:uLnTx/>
                <a:uFill>
                  <a:solidFill>
                    <a:srgbClr val="001F5F"/>
                  </a:solidFill>
                </a:uFill>
                <a:latin typeface="Verdana"/>
                <a:cs typeface="Verdana"/>
              </a:rPr>
              <a:t> </a:t>
            </a:r>
            <a:r>
              <a:rPr kumimoji="0" sz="1600" b="1" i="0" u="sng" strike="noStrike" kern="0" cap="none" spc="0" normalizeH="0" baseline="0" noProof="0" dirty="0">
                <a:ln>
                  <a:noFill/>
                </a:ln>
                <a:solidFill>
                  <a:srgbClr val="001F5F"/>
                </a:solidFill>
                <a:effectLst/>
                <a:uLnTx/>
                <a:uFill>
                  <a:solidFill>
                    <a:srgbClr val="001F5F"/>
                  </a:solidFill>
                </a:uFill>
                <a:latin typeface="Verdana"/>
                <a:cs typeface="Verdana"/>
              </a:rPr>
              <a:t>the</a:t>
            </a:r>
            <a:r>
              <a:rPr kumimoji="0" sz="1600" b="1" i="0" u="sng" strike="noStrike" kern="0" cap="none" spc="-50" normalizeH="0" baseline="0" noProof="0" dirty="0">
                <a:ln>
                  <a:noFill/>
                </a:ln>
                <a:solidFill>
                  <a:srgbClr val="001F5F"/>
                </a:solidFill>
                <a:effectLst/>
                <a:uLnTx/>
                <a:uFill>
                  <a:solidFill>
                    <a:srgbClr val="001F5F"/>
                  </a:solidFill>
                </a:uFill>
                <a:latin typeface="Verdana"/>
                <a:cs typeface="Verdana"/>
              </a:rPr>
              <a:t> </a:t>
            </a:r>
            <a:r>
              <a:rPr kumimoji="0" sz="1600" b="1" i="0" u="sng" strike="noStrike" kern="0" cap="none" spc="0" normalizeH="0" baseline="0" noProof="0" dirty="0">
                <a:ln>
                  <a:noFill/>
                </a:ln>
                <a:solidFill>
                  <a:srgbClr val="001F5F"/>
                </a:solidFill>
                <a:effectLst/>
                <a:uLnTx/>
                <a:uFill>
                  <a:solidFill>
                    <a:srgbClr val="001F5F"/>
                  </a:solidFill>
                </a:uFill>
                <a:latin typeface="Verdana"/>
                <a:cs typeface="Verdana"/>
              </a:rPr>
              <a:t>public</a:t>
            </a:r>
            <a:r>
              <a:rPr kumimoji="0" sz="1600" b="1" i="0" u="sng" strike="noStrike" kern="0" cap="none" spc="-10" normalizeH="0" baseline="0" noProof="0" dirty="0">
                <a:ln>
                  <a:noFill/>
                </a:ln>
                <a:solidFill>
                  <a:srgbClr val="001F5F"/>
                </a:solidFill>
                <a:effectLst/>
                <a:uLnTx/>
                <a:uFill>
                  <a:solidFill>
                    <a:srgbClr val="001F5F"/>
                  </a:solidFill>
                </a:uFill>
                <a:latin typeface="Verdana"/>
                <a:cs typeface="Verdana"/>
              </a:rPr>
              <a:t> internet</a:t>
            </a:r>
            <a:r>
              <a:rPr kumimoji="0" sz="1600" b="0" i="0" u="none" strike="noStrike" kern="0" cap="none" spc="-10" normalizeH="0" baseline="0" noProof="0" dirty="0">
                <a:ln>
                  <a:noFill/>
                </a:ln>
                <a:solidFill>
                  <a:srgbClr val="001F5F"/>
                </a:solidFill>
                <a:effectLst/>
                <a:uLnTx/>
                <a:uFillTx/>
                <a:latin typeface="Verdana"/>
                <a:cs typeface="Verdana"/>
              </a:rPr>
              <a:t>:</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299085" marR="0" lvl="0" indent="-286385" defTabSz="914400" eaLnBrk="1" fontAlgn="auto" latinLnBrk="0" hangingPunct="1">
              <a:lnSpc>
                <a:spcPct val="100000"/>
              </a:lnSpc>
              <a:spcBef>
                <a:spcPts val="480"/>
              </a:spcBef>
              <a:spcAft>
                <a:spcPts val="0"/>
              </a:spcAft>
              <a:buClrTx/>
              <a:buSzTx/>
              <a:buFont typeface="Arial MT"/>
              <a:buChar char="•"/>
              <a:tabLst>
                <a:tab pos="299085" algn="l"/>
              </a:tabLst>
              <a:defRPr/>
            </a:pPr>
            <a:r>
              <a:rPr kumimoji="0" sz="1600" b="1" i="0" u="none" strike="noStrike" kern="0" cap="none" spc="0" normalizeH="0" baseline="0" noProof="0" dirty="0">
                <a:ln>
                  <a:noFill/>
                </a:ln>
                <a:solidFill>
                  <a:srgbClr val="943735"/>
                </a:solidFill>
                <a:effectLst/>
                <a:uLnTx/>
                <a:uFillTx/>
                <a:latin typeface="Verdana"/>
                <a:cs typeface="Verdana"/>
              </a:rPr>
              <a:t>MQTT</a:t>
            </a:r>
            <a:r>
              <a:rPr kumimoji="0" sz="1600" b="1" i="0" u="none" strike="noStrike" kern="0" cap="none" spc="-60" normalizeH="0" baseline="0" noProof="0" dirty="0">
                <a:ln>
                  <a:noFill/>
                </a:ln>
                <a:solidFill>
                  <a:srgbClr val="943735"/>
                </a:solidFill>
                <a:effectLst/>
                <a:uLnTx/>
                <a:uFillTx/>
                <a:latin typeface="Verdana"/>
                <a:cs typeface="Verdana"/>
              </a:rPr>
              <a:t> </a:t>
            </a:r>
            <a:r>
              <a:rPr kumimoji="0" sz="1600" b="1" i="0" u="none" strike="noStrike" kern="0" cap="none" spc="0" normalizeH="0" baseline="0" noProof="0" dirty="0">
                <a:ln>
                  <a:noFill/>
                </a:ln>
                <a:solidFill>
                  <a:srgbClr val="943735"/>
                </a:solidFill>
                <a:effectLst/>
                <a:uLnTx/>
                <a:uFillTx/>
                <a:latin typeface="Verdana"/>
                <a:cs typeface="Verdana"/>
              </a:rPr>
              <a:t>broker</a:t>
            </a:r>
            <a:r>
              <a:rPr kumimoji="0" sz="1600" b="0" i="0" u="none" strike="noStrike" kern="0" cap="none" spc="0" normalizeH="0" baseline="0" noProof="0" dirty="0">
                <a:ln>
                  <a:noFill/>
                </a:ln>
                <a:solidFill>
                  <a:srgbClr val="001F5F"/>
                </a:solidFill>
                <a:effectLst/>
                <a:uLnTx/>
                <a:uFillTx/>
                <a:latin typeface="Verdana"/>
                <a:cs typeface="Verdana"/>
              </a:rPr>
              <a:t>:</a:t>
            </a:r>
            <a:r>
              <a:rPr kumimoji="0" sz="1600" b="0" i="0" u="none" strike="noStrike" kern="0" cap="none" spc="-3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to</a:t>
            </a:r>
            <a:r>
              <a:rPr kumimoji="0" sz="1600" b="0" i="0" u="none" strike="noStrike" kern="0" cap="none" spc="-6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publish</a:t>
            </a:r>
            <a:r>
              <a:rPr kumimoji="0" sz="1600" b="0" i="0" u="none" strike="noStrike" kern="0" cap="none" spc="-45" normalizeH="0" baseline="0" noProof="0" dirty="0">
                <a:ln>
                  <a:noFill/>
                </a:ln>
                <a:solidFill>
                  <a:srgbClr val="001F5F"/>
                </a:solidFill>
                <a:effectLst/>
                <a:uLnTx/>
                <a:uFillTx/>
                <a:latin typeface="Verdana"/>
                <a:cs typeface="Verdana"/>
              </a:rPr>
              <a:t> </a:t>
            </a:r>
            <a:r>
              <a:rPr kumimoji="0" sz="1600" b="0" i="0" u="none" strike="noStrike" kern="0" cap="none" spc="-10" normalizeH="0" baseline="0" noProof="0" dirty="0">
                <a:ln>
                  <a:noFill/>
                </a:ln>
                <a:solidFill>
                  <a:srgbClr val="001F5F"/>
                </a:solidFill>
                <a:effectLst/>
                <a:uLnTx/>
                <a:uFillTx/>
                <a:latin typeface="Verdana"/>
                <a:cs typeface="Verdana"/>
              </a:rPr>
              <a:t>WIS2-</a:t>
            </a:r>
            <a:r>
              <a:rPr kumimoji="0" sz="1600" b="0" i="0" u="none" strike="noStrike" kern="0" cap="none" spc="0" normalizeH="0" baseline="0" noProof="0" dirty="0">
                <a:ln>
                  <a:noFill/>
                </a:ln>
                <a:solidFill>
                  <a:srgbClr val="001F5F"/>
                </a:solidFill>
                <a:effectLst/>
                <a:uLnTx/>
                <a:uFillTx/>
                <a:latin typeface="Verdana"/>
                <a:cs typeface="Verdana"/>
              </a:rPr>
              <a:t>notifications</a:t>
            </a:r>
            <a:r>
              <a:rPr kumimoji="0" sz="1600" b="0" i="0" u="none" strike="noStrike" kern="0" cap="none" spc="-3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for</a:t>
            </a:r>
            <a:r>
              <a:rPr kumimoji="0" sz="1600" b="0" i="0" u="none" strike="noStrike" kern="0" cap="none" spc="-5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metadata</a:t>
            </a:r>
            <a:r>
              <a:rPr kumimoji="0" sz="1600" b="0" i="0" u="none" strike="noStrike" kern="0" cap="none" spc="-45"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and</a:t>
            </a:r>
            <a:r>
              <a:rPr kumimoji="0" sz="1600" b="0" i="0" u="none" strike="noStrike" kern="0" cap="none" spc="-60" normalizeH="0" baseline="0" noProof="0" dirty="0">
                <a:ln>
                  <a:noFill/>
                </a:ln>
                <a:solidFill>
                  <a:srgbClr val="001F5F"/>
                </a:solidFill>
                <a:effectLst/>
                <a:uLnTx/>
                <a:uFillTx/>
                <a:latin typeface="Verdana"/>
                <a:cs typeface="Verdana"/>
              </a:rPr>
              <a:t> </a:t>
            </a:r>
            <a:r>
              <a:rPr kumimoji="0" sz="1600" b="0" i="0" u="none" strike="noStrike" kern="0" cap="none" spc="-20" normalizeH="0" baseline="0" noProof="0" dirty="0">
                <a:ln>
                  <a:noFill/>
                </a:ln>
                <a:solidFill>
                  <a:srgbClr val="001F5F"/>
                </a:solidFill>
                <a:effectLst/>
                <a:uLnTx/>
                <a:uFillTx/>
                <a:latin typeface="Verdana"/>
                <a:cs typeface="Verdana"/>
              </a:rPr>
              <a:t>data</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299085" marR="0" lvl="0" indent="-286385" defTabSz="914400" eaLnBrk="1" fontAlgn="auto" latinLnBrk="0" hangingPunct="1">
              <a:lnSpc>
                <a:spcPct val="100000"/>
              </a:lnSpc>
              <a:spcBef>
                <a:spcPts val="484"/>
              </a:spcBef>
              <a:spcAft>
                <a:spcPts val="0"/>
              </a:spcAft>
              <a:buClrTx/>
              <a:buSzTx/>
              <a:buFont typeface="Arial MT"/>
              <a:buChar char="•"/>
              <a:tabLst>
                <a:tab pos="299085" algn="l"/>
              </a:tabLst>
              <a:defRPr/>
            </a:pPr>
            <a:r>
              <a:rPr kumimoji="0" sz="1600" b="1" i="0" u="none" strike="noStrike" kern="0" cap="none" spc="0" normalizeH="0" baseline="0" noProof="0" dirty="0">
                <a:ln>
                  <a:noFill/>
                </a:ln>
                <a:solidFill>
                  <a:srgbClr val="0F42D2"/>
                </a:solidFill>
                <a:effectLst/>
                <a:uLnTx/>
                <a:uFillTx/>
                <a:latin typeface="Verdana"/>
                <a:cs typeface="Verdana"/>
              </a:rPr>
              <a:t>HTTP</a:t>
            </a:r>
            <a:r>
              <a:rPr kumimoji="0" sz="1600" b="1" i="0" u="none" strike="noStrike" kern="0" cap="none" spc="-55" normalizeH="0" baseline="0" noProof="0" dirty="0">
                <a:ln>
                  <a:noFill/>
                </a:ln>
                <a:solidFill>
                  <a:srgbClr val="0F42D2"/>
                </a:solidFill>
                <a:effectLst/>
                <a:uLnTx/>
                <a:uFillTx/>
                <a:latin typeface="Verdana"/>
                <a:cs typeface="Verdana"/>
              </a:rPr>
              <a:t> </a:t>
            </a:r>
            <a:r>
              <a:rPr kumimoji="0" sz="1600" b="1" i="0" u="none" strike="noStrike" kern="0" cap="none" spc="0" normalizeH="0" baseline="0" noProof="0" dirty="0">
                <a:ln>
                  <a:noFill/>
                </a:ln>
                <a:solidFill>
                  <a:srgbClr val="0F42D2"/>
                </a:solidFill>
                <a:effectLst/>
                <a:uLnTx/>
                <a:uFillTx/>
                <a:latin typeface="Verdana"/>
                <a:cs typeface="Verdana"/>
              </a:rPr>
              <a:t>storage</a:t>
            </a:r>
            <a:r>
              <a:rPr kumimoji="0" sz="1600" b="1" i="0" u="none" strike="noStrike" kern="0" cap="none" spc="-15" normalizeH="0" baseline="0" noProof="0" dirty="0">
                <a:ln>
                  <a:noFill/>
                </a:ln>
                <a:solidFill>
                  <a:srgbClr val="0F42D2"/>
                </a:solidFill>
                <a:effectLst/>
                <a:uLnTx/>
                <a:uFillTx/>
                <a:latin typeface="Verdana"/>
                <a:cs typeface="Verdana"/>
              </a:rPr>
              <a:t> </a:t>
            </a:r>
            <a:r>
              <a:rPr kumimoji="0" sz="1600" b="1" i="0" u="none" strike="noStrike" kern="0" cap="none" spc="0" normalizeH="0" baseline="0" noProof="0" dirty="0">
                <a:ln>
                  <a:noFill/>
                </a:ln>
                <a:solidFill>
                  <a:srgbClr val="0F42D2"/>
                </a:solidFill>
                <a:effectLst/>
                <a:uLnTx/>
                <a:uFillTx/>
                <a:latin typeface="Verdana"/>
                <a:cs typeface="Verdana"/>
              </a:rPr>
              <a:t>endpoint</a:t>
            </a:r>
            <a:r>
              <a:rPr kumimoji="0" sz="1600" b="0" i="0" u="none" strike="noStrike" kern="0" cap="none" spc="0" normalizeH="0" baseline="0" noProof="0" dirty="0">
                <a:ln>
                  <a:noFill/>
                </a:ln>
                <a:solidFill>
                  <a:srgbClr val="001F5F"/>
                </a:solidFill>
                <a:effectLst/>
                <a:uLnTx/>
                <a:uFillTx/>
                <a:latin typeface="Verdana"/>
                <a:cs typeface="Verdana"/>
              </a:rPr>
              <a:t>:</a:t>
            </a:r>
            <a:r>
              <a:rPr kumimoji="0" sz="1600" b="0" i="0" u="none" strike="noStrike" kern="0" cap="none" spc="-25"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to</a:t>
            </a:r>
            <a:r>
              <a:rPr kumimoji="0" sz="1600" b="0" i="0" u="none" strike="noStrike" kern="0" cap="none" spc="-5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enable</a:t>
            </a:r>
            <a:r>
              <a:rPr kumimoji="0" sz="1600" b="0" i="0" u="none" strike="noStrike" kern="0" cap="none" spc="-3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the</a:t>
            </a:r>
            <a:r>
              <a:rPr kumimoji="0" sz="1600" b="0" i="0" u="none" strike="noStrike" kern="0" cap="none" spc="-55"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download</a:t>
            </a:r>
            <a:r>
              <a:rPr kumimoji="0" sz="1600" b="0" i="0" u="none" strike="noStrike" kern="0" cap="none" spc="-20"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of</a:t>
            </a:r>
            <a:r>
              <a:rPr kumimoji="0" sz="1600" b="0" i="0" u="none" strike="noStrike" kern="0" cap="none" spc="-45" normalizeH="0" baseline="0" noProof="0" dirty="0">
                <a:ln>
                  <a:noFill/>
                </a:ln>
                <a:solidFill>
                  <a:srgbClr val="001F5F"/>
                </a:solidFill>
                <a:effectLst/>
                <a:uLnTx/>
                <a:uFillTx/>
                <a:latin typeface="Verdana"/>
                <a:cs typeface="Verdana"/>
              </a:rPr>
              <a:t> </a:t>
            </a:r>
            <a:r>
              <a:rPr kumimoji="0" sz="1600" b="0" i="0" u="none" strike="noStrike" kern="0" cap="none" spc="-10" normalizeH="0" baseline="0" noProof="0" dirty="0">
                <a:ln>
                  <a:noFill/>
                </a:ln>
                <a:solidFill>
                  <a:srgbClr val="001F5F"/>
                </a:solidFill>
                <a:effectLst/>
                <a:uLnTx/>
                <a:uFillTx/>
                <a:latin typeface="Verdana"/>
                <a:cs typeface="Verdana"/>
              </a:rPr>
              <a:t>data-</a:t>
            </a:r>
            <a:r>
              <a:rPr kumimoji="0" sz="1600" b="0" i="0" u="none" strike="noStrike" kern="0" cap="none" spc="0" normalizeH="0" baseline="0" noProof="0" dirty="0">
                <a:ln>
                  <a:noFill/>
                </a:ln>
                <a:solidFill>
                  <a:srgbClr val="001F5F"/>
                </a:solidFill>
                <a:effectLst/>
                <a:uLnTx/>
                <a:uFillTx/>
                <a:latin typeface="Verdana"/>
                <a:cs typeface="Verdana"/>
              </a:rPr>
              <a:t>files</a:t>
            </a:r>
            <a:r>
              <a:rPr kumimoji="0" sz="1600" b="0" i="0" u="none" strike="noStrike" kern="0" cap="none" spc="-25"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and</a:t>
            </a:r>
            <a:r>
              <a:rPr kumimoji="0" sz="1600" b="0" i="0" u="none" strike="noStrike" kern="0" cap="none" spc="-55" normalizeH="0" baseline="0" noProof="0" dirty="0">
                <a:ln>
                  <a:noFill/>
                </a:ln>
                <a:solidFill>
                  <a:srgbClr val="001F5F"/>
                </a:solidFill>
                <a:effectLst/>
                <a:uLnTx/>
                <a:uFillTx/>
                <a:latin typeface="Verdana"/>
                <a:cs typeface="Verdana"/>
              </a:rPr>
              <a:t> </a:t>
            </a:r>
            <a:r>
              <a:rPr kumimoji="0" sz="1600" b="0" i="0" u="none" strike="noStrike" kern="0" cap="none" spc="0" normalizeH="0" baseline="0" noProof="0" dirty="0">
                <a:ln>
                  <a:noFill/>
                </a:ln>
                <a:solidFill>
                  <a:srgbClr val="001F5F"/>
                </a:solidFill>
                <a:effectLst/>
                <a:uLnTx/>
                <a:uFillTx/>
                <a:latin typeface="Verdana"/>
                <a:cs typeface="Verdana"/>
              </a:rPr>
              <a:t>metadata</a:t>
            </a:r>
            <a:r>
              <a:rPr kumimoji="0" sz="1600" b="0" i="0" u="none" strike="noStrike" kern="0" cap="none" spc="-15" normalizeH="0" baseline="0" noProof="0" dirty="0">
                <a:ln>
                  <a:noFill/>
                </a:ln>
                <a:solidFill>
                  <a:srgbClr val="001F5F"/>
                </a:solidFill>
                <a:effectLst/>
                <a:uLnTx/>
                <a:uFillTx/>
                <a:latin typeface="Verdana"/>
                <a:cs typeface="Verdana"/>
              </a:rPr>
              <a:t> </a:t>
            </a:r>
            <a:r>
              <a:rPr kumimoji="0" sz="1600" b="0" i="0" u="none" strike="noStrike" kern="0" cap="none" spc="-10" normalizeH="0" baseline="0" noProof="0" dirty="0">
                <a:ln>
                  <a:noFill/>
                </a:ln>
                <a:solidFill>
                  <a:srgbClr val="001F5F"/>
                </a:solidFill>
                <a:effectLst/>
                <a:uLnTx/>
                <a:uFillTx/>
                <a:latin typeface="Verdana"/>
                <a:cs typeface="Verdana"/>
              </a:rPr>
              <a:t>records</a:t>
            </a:r>
            <a:endParaRPr kumimoji="0" sz="1600" b="0" i="0" u="none" strike="noStrike" kern="0" cap="none" spc="0" normalizeH="0" baseline="0" noProof="0">
              <a:ln>
                <a:noFill/>
              </a:ln>
              <a:solidFill>
                <a:sysClr val="windowText" lastClr="000000"/>
              </a:solidFill>
              <a:effectLst/>
              <a:uLnTx/>
              <a:uFillTx/>
              <a:latin typeface="Verdana"/>
              <a:cs typeface="Verdana"/>
            </a:endParaRPr>
          </a:p>
        </p:txBody>
      </p:sp>
      <p:sp>
        <p:nvSpPr>
          <p:cNvPr id="6" name="object 6"/>
          <p:cNvSpPr/>
          <p:nvPr/>
        </p:nvSpPr>
        <p:spPr>
          <a:xfrm>
            <a:off x="338251" y="2109342"/>
            <a:ext cx="1482725" cy="3290570"/>
          </a:xfrm>
          <a:custGeom>
            <a:avLst/>
            <a:gdLst/>
            <a:ahLst/>
            <a:cxnLst/>
            <a:rect l="l" t="t" r="r" b="b"/>
            <a:pathLst>
              <a:path w="1482725" h="3290570">
                <a:moveTo>
                  <a:pt x="1482343" y="0"/>
                </a:moveTo>
                <a:lnTo>
                  <a:pt x="0" y="0"/>
                </a:lnTo>
                <a:lnTo>
                  <a:pt x="0" y="3290570"/>
                </a:lnTo>
                <a:lnTo>
                  <a:pt x="1482343" y="3290570"/>
                </a:lnTo>
                <a:lnTo>
                  <a:pt x="1482343" y="0"/>
                </a:lnTo>
                <a:close/>
              </a:path>
            </a:pathLst>
          </a:custGeom>
          <a:solidFill>
            <a:srgbClr val="F1DCD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570991" y="2138299"/>
            <a:ext cx="116967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National</a:t>
            </a:r>
            <a:r>
              <a:rPr kumimoji="0" sz="1400" b="1" i="1" u="none" strike="noStrike" kern="0" cap="none" spc="-65" normalizeH="0" baseline="0" noProof="0" dirty="0">
                <a:ln>
                  <a:noFill/>
                </a:ln>
                <a:solidFill>
                  <a:srgbClr val="0F243E"/>
                </a:solidFill>
                <a:effectLst/>
                <a:uLnTx/>
                <a:uFillTx/>
                <a:latin typeface="Calibri"/>
                <a:cs typeface="Calibri"/>
              </a:rPr>
              <a:t> </a:t>
            </a:r>
            <a:r>
              <a:rPr kumimoji="0" sz="1400" b="1" i="1" u="none" strike="noStrike" kern="0" cap="none" spc="-10" normalizeH="0" baseline="0" noProof="0" dirty="0">
                <a:ln>
                  <a:noFill/>
                </a:ln>
                <a:solidFill>
                  <a:srgbClr val="0F243E"/>
                </a:solidFill>
                <a:effectLst/>
                <a:uLnTx/>
                <a:uFillTx/>
                <a:latin typeface="Calibri"/>
                <a:cs typeface="Calibri"/>
              </a:rPr>
              <a:t>Sector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2" name="object 2"/>
          <p:cNvSpPr/>
          <p:nvPr/>
        </p:nvSpPr>
        <p:spPr>
          <a:xfrm>
            <a:off x="1871598" y="2109342"/>
            <a:ext cx="3839210" cy="3290570"/>
          </a:xfrm>
          <a:custGeom>
            <a:avLst/>
            <a:gdLst/>
            <a:ahLst/>
            <a:cxnLst/>
            <a:rect l="l" t="t" r="r" b="b"/>
            <a:pathLst>
              <a:path w="3839210" h="3290570">
                <a:moveTo>
                  <a:pt x="3839083" y="0"/>
                </a:moveTo>
                <a:lnTo>
                  <a:pt x="0" y="0"/>
                </a:lnTo>
                <a:lnTo>
                  <a:pt x="0" y="3290570"/>
                </a:lnTo>
                <a:lnTo>
                  <a:pt x="3839083" y="3290570"/>
                </a:lnTo>
                <a:lnTo>
                  <a:pt x="3839083" y="0"/>
                </a:lnTo>
                <a:close/>
              </a:path>
            </a:pathLst>
          </a:custGeom>
          <a:solidFill>
            <a:srgbClr val="E2EBF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txBox="1"/>
          <p:nvPr/>
        </p:nvSpPr>
        <p:spPr>
          <a:xfrm>
            <a:off x="4133215" y="2152014"/>
            <a:ext cx="149860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International</a:t>
            </a:r>
            <a:r>
              <a:rPr kumimoji="0" sz="1400" b="1" i="1" u="none" strike="noStrike" kern="0" cap="none" spc="-75" normalizeH="0" baseline="0" noProof="0" dirty="0">
                <a:ln>
                  <a:noFill/>
                </a:ln>
                <a:solidFill>
                  <a:srgbClr val="0F243E"/>
                </a:solidFill>
                <a:effectLst/>
                <a:uLnTx/>
                <a:uFillTx/>
                <a:latin typeface="Calibri"/>
                <a:cs typeface="Calibri"/>
              </a:rPr>
              <a:t> </a:t>
            </a:r>
            <a:r>
              <a:rPr kumimoji="0" sz="1400" b="1" i="1" u="none" strike="noStrike" kern="0" cap="none" spc="-10" normalizeH="0" baseline="0" noProof="0" dirty="0">
                <a:ln>
                  <a:noFill/>
                </a:ln>
                <a:solidFill>
                  <a:srgbClr val="0F243E"/>
                </a:solidFill>
                <a:effectLst/>
                <a:uLnTx/>
                <a:uFillTx/>
                <a:latin typeface="Calibri"/>
                <a:cs typeface="Calibri"/>
              </a:rPr>
              <a:t>Sector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10" name="object 10"/>
          <p:cNvGrpSpPr/>
          <p:nvPr/>
        </p:nvGrpSpPr>
        <p:grpSpPr>
          <a:xfrm>
            <a:off x="849401" y="3521151"/>
            <a:ext cx="1778000" cy="435609"/>
            <a:chOff x="849401" y="3521151"/>
            <a:chExt cx="1778000" cy="435609"/>
          </a:xfrm>
        </p:grpSpPr>
        <p:sp>
          <p:nvSpPr>
            <p:cNvPr id="11" name="object 11"/>
            <p:cNvSpPr/>
            <p:nvPr/>
          </p:nvSpPr>
          <p:spPr>
            <a:xfrm>
              <a:off x="862101" y="3533851"/>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862101" y="3533851"/>
              <a:ext cx="1752600" cy="410209"/>
            </a:xfrm>
            <a:custGeom>
              <a:avLst/>
              <a:gdLst/>
              <a:ahLst/>
              <a:cxnLst/>
              <a:rect l="l" t="t" r="r" b="b"/>
              <a:pathLst>
                <a:path w="1752600" h="410210">
                  <a:moveTo>
                    <a:pt x="0" y="409752"/>
                  </a:moveTo>
                  <a:lnTo>
                    <a:pt x="1752600" y="409752"/>
                  </a:lnTo>
                  <a:lnTo>
                    <a:pt x="1752600" y="0"/>
                  </a:lnTo>
                  <a:lnTo>
                    <a:pt x="0" y="0"/>
                  </a:lnTo>
                  <a:lnTo>
                    <a:pt x="0" y="409752"/>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3" name="object 13"/>
          <p:cNvSpPr txBox="1"/>
          <p:nvPr/>
        </p:nvSpPr>
        <p:spPr>
          <a:xfrm>
            <a:off x="1462277" y="3574542"/>
            <a:ext cx="1073150"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rgbClr val="0F42D2"/>
                </a:solidFill>
                <a:effectLst/>
                <a:uLnTx/>
                <a:uFillTx/>
                <a:latin typeface="Calibri"/>
                <a:cs typeface="Calibri"/>
              </a:rPr>
              <a:t>WIS2-</a:t>
            </a:r>
            <a:r>
              <a:rPr kumimoji="0" sz="1800" b="1" i="0" u="none" strike="noStrike" kern="0" cap="none" spc="-20" normalizeH="0" baseline="0" noProof="0" dirty="0">
                <a:ln>
                  <a:noFill/>
                </a:ln>
                <a:solidFill>
                  <a:srgbClr val="0F42D2"/>
                </a:solidFill>
                <a:effectLst/>
                <a:uLnTx/>
                <a:uFillTx/>
                <a:latin typeface="Calibri"/>
                <a:cs typeface="Calibri"/>
              </a:rPr>
              <a:t>node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grpSp>
        <p:nvGrpSpPr>
          <p:cNvPr id="14" name="object 14"/>
          <p:cNvGrpSpPr/>
          <p:nvPr/>
        </p:nvGrpSpPr>
        <p:grpSpPr>
          <a:xfrm>
            <a:off x="943102" y="3512908"/>
            <a:ext cx="4605020" cy="453390"/>
            <a:chOff x="943102" y="3512908"/>
            <a:chExt cx="4605020" cy="453390"/>
          </a:xfrm>
        </p:grpSpPr>
        <p:pic>
          <p:nvPicPr>
            <p:cNvPr id="15" name="object 15"/>
            <p:cNvPicPr/>
            <p:nvPr/>
          </p:nvPicPr>
          <p:blipFill>
            <a:blip r:embed="rId2" cstate="print"/>
            <a:stretch>
              <a:fillRect/>
            </a:stretch>
          </p:blipFill>
          <p:spPr>
            <a:xfrm>
              <a:off x="943102" y="3572090"/>
              <a:ext cx="389559" cy="356400"/>
            </a:xfrm>
            <a:prstGeom prst="rect">
              <a:avLst/>
            </a:prstGeom>
          </p:spPr>
        </p:pic>
        <p:sp>
          <p:nvSpPr>
            <p:cNvPr id="16" name="object 16"/>
            <p:cNvSpPr/>
            <p:nvPr/>
          </p:nvSpPr>
          <p:spPr>
            <a:xfrm>
              <a:off x="3566413" y="3512908"/>
              <a:ext cx="1981200" cy="453390"/>
            </a:xfrm>
            <a:custGeom>
              <a:avLst/>
              <a:gdLst/>
              <a:ahLst/>
              <a:cxnLst/>
              <a:rect l="l" t="t" r="r" b="b"/>
              <a:pathLst>
                <a:path w="1981200" h="453389">
                  <a:moveTo>
                    <a:pt x="1981200" y="0"/>
                  </a:moveTo>
                  <a:lnTo>
                    <a:pt x="0" y="0"/>
                  </a:lnTo>
                  <a:lnTo>
                    <a:pt x="0" y="453174"/>
                  </a:lnTo>
                  <a:lnTo>
                    <a:pt x="1981200" y="453174"/>
                  </a:lnTo>
                  <a:lnTo>
                    <a:pt x="1981200"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7" name="object 17"/>
          <p:cNvSpPr txBox="1"/>
          <p:nvPr/>
        </p:nvSpPr>
        <p:spPr>
          <a:xfrm>
            <a:off x="4281296" y="3593338"/>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4" name="object 4"/>
          <p:cNvSpPr/>
          <p:nvPr/>
        </p:nvSpPr>
        <p:spPr>
          <a:xfrm>
            <a:off x="3570604" y="4379874"/>
            <a:ext cx="1977389" cy="452755"/>
          </a:xfrm>
          <a:custGeom>
            <a:avLst/>
            <a:gdLst/>
            <a:ahLst/>
            <a:cxnLst/>
            <a:rect l="l" t="t" r="r" b="b"/>
            <a:pathLst>
              <a:path w="1977389" h="452754">
                <a:moveTo>
                  <a:pt x="1977008" y="0"/>
                </a:moveTo>
                <a:lnTo>
                  <a:pt x="0" y="0"/>
                </a:lnTo>
                <a:lnTo>
                  <a:pt x="0" y="452602"/>
                </a:lnTo>
                <a:lnTo>
                  <a:pt x="1977008" y="452602"/>
                </a:lnTo>
                <a:lnTo>
                  <a:pt x="1977008"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4346575" y="4460240"/>
            <a:ext cx="112204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2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8" name="object 18"/>
          <p:cNvGrpSpPr/>
          <p:nvPr/>
        </p:nvGrpSpPr>
        <p:grpSpPr>
          <a:xfrm>
            <a:off x="1929892" y="2150224"/>
            <a:ext cx="3618229" cy="2614930"/>
            <a:chOff x="1929892" y="2150224"/>
            <a:chExt cx="3618229" cy="2614930"/>
          </a:xfrm>
        </p:grpSpPr>
        <p:sp>
          <p:nvSpPr>
            <p:cNvPr id="19" name="object 19"/>
            <p:cNvSpPr/>
            <p:nvPr/>
          </p:nvSpPr>
          <p:spPr>
            <a:xfrm>
              <a:off x="3678496" y="3615699"/>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7"/>
                  </a:lnTo>
                  <a:lnTo>
                    <a:pt x="249235" y="219785"/>
                  </a:lnTo>
                  <a:lnTo>
                    <a:pt x="242812" y="210065"/>
                  </a:lnTo>
                  <a:lnTo>
                    <a:pt x="236555" y="205643"/>
                  </a:lnTo>
                  <a:lnTo>
                    <a:pt x="207084" y="205643"/>
                  </a:lnTo>
                  <a:lnTo>
                    <a:pt x="178262" y="176528"/>
                  </a:lnTo>
                  <a:close/>
                </a:path>
                <a:path w="277495" h="260350">
                  <a:moveTo>
                    <a:pt x="51509" y="201405"/>
                  </a:moveTo>
                  <a:lnTo>
                    <a:pt x="42352" y="204030"/>
                  </a:lnTo>
                  <a:lnTo>
                    <a:pt x="34335" y="209697"/>
                  </a:lnTo>
                  <a:lnTo>
                    <a:pt x="27912" y="219417"/>
                  </a:lnTo>
                  <a:lnTo>
                    <a:pt x="25771" y="230519"/>
                  </a:lnTo>
                  <a:lnTo>
                    <a:pt x="27912" y="241621"/>
                  </a:lnTo>
                  <a:lnTo>
                    <a:pt x="34335" y="251341"/>
                  </a:lnTo>
                  <a:lnTo>
                    <a:pt x="44050" y="257768"/>
                  </a:lnTo>
                  <a:lnTo>
                    <a:pt x="55146" y="259910"/>
                  </a:lnTo>
                  <a:lnTo>
                    <a:pt x="66242" y="257768"/>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5"/>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4"/>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1" y="141149"/>
                  </a:lnTo>
                  <a:lnTo>
                    <a:pt x="175775" y="140043"/>
                  </a:lnTo>
                  <a:lnTo>
                    <a:pt x="208850" y="126505"/>
                  </a:lnTo>
                  <a:lnTo>
                    <a:pt x="170691" y="126505"/>
                  </a:lnTo>
                  <a:lnTo>
                    <a:pt x="170345" y="126039"/>
                  </a:lnTo>
                  <a:lnTo>
                    <a:pt x="106528"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89" y="123004"/>
                  </a:lnTo>
                  <a:lnTo>
                    <a:pt x="270417" y="120229"/>
                  </a:lnTo>
                  <a:close/>
                </a:path>
                <a:path w="277495" h="260350">
                  <a:moveTo>
                    <a:pt x="29432" y="72521"/>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1"/>
                  </a:lnTo>
                  <a:close/>
                </a:path>
                <a:path w="277495" h="260350">
                  <a:moveTo>
                    <a:pt x="247715" y="72889"/>
                  </a:moveTo>
                  <a:lnTo>
                    <a:pt x="218260" y="102199"/>
                  </a:lnTo>
                  <a:lnTo>
                    <a:pt x="218134" y="106506"/>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3" y="8660"/>
                  </a:lnTo>
                  <a:lnTo>
                    <a:pt x="111432" y="18035"/>
                  </a:lnTo>
                  <a:lnTo>
                    <a:pt x="109107" y="29482"/>
                  </a:lnTo>
                  <a:lnTo>
                    <a:pt x="110799" y="39203"/>
                  </a:lnTo>
                  <a:lnTo>
                    <a:pt x="115461" y="47541"/>
                  </a:lnTo>
                  <a:lnTo>
                    <a:pt x="122470" y="53944"/>
                  </a:lnTo>
                  <a:lnTo>
                    <a:pt x="131207" y="57860"/>
                  </a:lnTo>
                  <a:lnTo>
                    <a:pt x="131207" y="108718"/>
                  </a:lnTo>
                  <a:lnTo>
                    <a:pt x="123570" y="110958"/>
                  </a:lnTo>
                  <a:lnTo>
                    <a:pt x="116796" y="114752"/>
                  </a:lnTo>
                  <a:lnTo>
                    <a:pt x="111058" y="119860"/>
                  </a:lnTo>
                  <a:lnTo>
                    <a:pt x="106528" y="126039"/>
                  </a:lnTo>
                  <a:lnTo>
                    <a:pt x="170345" y="126039"/>
                  </a:lnTo>
                  <a:lnTo>
                    <a:pt x="166037" y="120229"/>
                  </a:lnTo>
                  <a:lnTo>
                    <a:pt x="160213" y="115121"/>
                  </a:lnTo>
                  <a:lnTo>
                    <a:pt x="153422" y="111326"/>
                  </a:lnTo>
                  <a:lnTo>
                    <a:pt x="145940" y="109086"/>
                  </a:lnTo>
                  <a:lnTo>
                    <a:pt x="145940" y="57860"/>
                  </a:lnTo>
                  <a:lnTo>
                    <a:pt x="154677"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object 20" descr="A picture containing text, balloon, transport, aircraft  Description automatically generated"/>
            <p:cNvPicPr/>
            <p:nvPr/>
          </p:nvPicPr>
          <p:blipFill>
            <a:blip r:embed="rId3" cstate="print"/>
            <a:stretch>
              <a:fillRect/>
            </a:stretch>
          </p:blipFill>
          <p:spPr>
            <a:xfrm>
              <a:off x="1929892" y="2150224"/>
              <a:ext cx="708545" cy="708545"/>
            </a:xfrm>
            <a:prstGeom prst="rect">
              <a:avLst/>
            </a:prstGeom>
          </p:spPr>
        </p:pic>
        <p:pic>
          <p:nvPicPr>
            <p:cNvPr id="21" name="object 21"/>
            <p:cNvPicPr/>
            <p:nvPr/>
          </p:nvPicPr>
          <p:blipFill>
            <a:blip r:embed="rId4" cstate="print"/>
            <a:stretch>
              <a:fillRect/>
            </a:stretch>
          </p:blipFill>
          <p:spPr>
            <a:xfrm>
              <a:off x="3704369" y="4448899"/>
              <a:ext cx="225384" cy="316201"/>
            </a:xfrm>
            <a:prstGeom prst="rect">
              <a:avLst/>
            </a:prstGeom>
          </p:spPr>
        </p:pic>
        <p:sp>
          <p:nvSpPr>
            <p:cNvPr id="22" name="object 22"/>
            <p:cNvSpPr/>
            <p:nvPr/>
          </p:nvSpPr>
          <p:spPr>
            <a:xfrm>
              <a:off x="3570605" y="2657436"/>
              <a:ext cx="1977389" cy="453390"/>
            </a:xfrm>
            <a:custGeom>
              <a:avLst/>
              <a:gdLst/>
              <a:ahLst/>
              <a:cxnLst/>
              <a:rect l="l" t="t" r="r" b="b"/>
              <a:pathLst>
                <a:path w="1977389" h="453389">
                  <a:moveTo>
                    <a:pt x="1977008" y="0"/>
                  </a:moveTo>
                  <a:lnTo>
                    <a:pt x="0" y="0"/>
                  </a:lnTo>
                  <a:lnTo>
                    <a:pt x="0" y="453174"/>
                  </a:lnTo>
                  <a:lnTo>
                    <a:pt x="1977008" y="453174"/>
                  </a:lnTo>
                  <a:lnTo>
                    <a:pt x="1977008"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3" name="object 23"/>
          <p:cNvSpPr txBox="1"/>
          <p:nvPr/>
        </p:nvSpPr>
        <p:spPr>
          <a:xfrm>
            <a:off x="4203319" y="2646426"/>
            <a:ext cx="1266825" cy="452755"/>
          </a:xfrm>
          <a:prstGeom prst="rect">
            <a:avLst/>
          </a:prstGeom>
        </p:spPr>
        <p:txBody>
          <a:bodyPr vert="horz" wrap="square" lIns="0" tIns="13335" rIns="0" bIns="0" rtlCol="0">
            <a:spAutoFit/>
          </a:bodyPr>
          <a:lstStyle/>
          <a:p>
            <a:pPr marL="0" marR="5715" lvl="0" indent="0" algn="r"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latin typeface="Calibri"/>
                <a:cs typeface="Calibri"/>
              </a:rPr>
              <a:t>Global</a:t>
            </a:r>
            <a:r>
              <a:rPr kumimoji="0" sz="1400" b="1" i="0" u="none" strike="noStrike" kern="0" cap="none" spc="-25" normalizeH="0" baseline="0" noProof="0" dirty="0">
                <a:ln>
                  <a:noFill/>
                </a:ln>
                <a:solidFill>
                  <a:sysClr val="windowText" lastClr="000000"/>
                </a:solidFill>
                <a:effectLst/>
                <a:uLnTx/>
                <a:uFillTx/>
                <a:latin typeface="Calibri"/>
                <a:cs typeface="Calibri"/>
              </a:rPr>
              <a:t> </a:t>
            </a:r>
            <a:r>
              <a:rPr kumimoji="0" sz="1400" b="1" i="0" u="none" strike="noStrike" kern="0" cap="none" spc="-10" normalizeH="0" baseline="0" noProof="0" dirty="0">
                <a:ln>
                  <a:noFill/>
                </a:ln>
                <a:solidFill>
                  <a:sysClr val="windowText" lastClr="000000"/>
                </a:solidFill>
                <a:effectLst/>
                <a:uLnTx/>
                <a:uFillTx/>
                <a:latin typeface="Calibri"/>
                <a:cs typeface="Calibri"/>
              </a:rPr>
              <a:t>Discovery</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Calibri"/>
                <a:cs typeface="Calibri"/>
              </a:rPr>
              <a:t>Catalogue</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24" name="object 24"/>
          <p:cNvGrpSpPr/>
          <p:nvPr/>
        </p:nvGrpSpPr>
        <p:grpSpPr>
          <a:xfrm>
            <a:off x="295656" y="2742164"/>
            <a:ext cx="4377055" cy="1932305"/>
            <a:chOff x="295656" y="2742164"/>
            <a:chExt cx="4377055" cy="1932305"/>
          </a:xfrm>
        </p:grpSpPr>
        <p:sp>
          <p:nvSpPr>
            <p:cNvPr id="25" name="object 25"/>
            <p:cNvSpPr/>
            <p:nvPr/>
          </p:nvSpPr>
          <p:spPr>
            <a:xfrm>
              <a:off x="3657376" y="2742164"/>
              <a:ext cx="348615" cy="311150"/>
            </a:xfrm>
            <a:custGeom>
              <a:avLst/>
              <a:gdLst/>
              <a:ahLst/>
              <a:cxnLst/>
              <a:rect l="l" t="t" r="r" b="b"/>
              <a:pathLst>
                <a:path w="348614" h="311150">
                  <a:moveTo>
                    <a:pt x="206968"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7" y="310950"/>
                  </a:lnTo>
                  <a:lnTo>
                    <a:pt x="155252" y="310950"/>
                  </a:lnTo>
                  <a:lnTo>
                    <a:pt x="175407" y="302802"/>
                  </a:lnTo>
                  <a:lnTo>
                    <a:pt x="154252" y="302802"/>
                  </a:lnTo>
                  <a:lnTo>
                    <a:pt x="29599" y="253728"/>
                  </a:lnTo>
                  <a:lnTo>
                    <a:pt x="19724" y="213682"/>
                  </a:lnTo>
                  <a:lnTo>
                    <a:pt x="20623" y="207078"/>
                  </a:lnTo>
                  <a:lnTo>
                    <a:pt x="22507" y="200726"/>
                  </a:lnTo>
                  <a:lnTo>
                    <a:pt x="22936" y="199376"/>
                  </a:lnTo>
                  <a:lnTo>
                    <a:pt x="22613" y="197902"/>
                  </a:lnTo>
                  <a:lnTo>
                    <a:pt x="7941" y="156817"/>
                  </a:lnTo>
                  <a:lnTo>
                    <a:pt x="9738" y="142849"/>
                  </a:lnTo>
                  <a:lnTo>
                    <a:pt x="9852" y="141964"/>
                  </a:lnTo>
                  <a:lnTo>
                    <a:pt x="13976" y="132575"/>
                  </a:lnTo>
                  <a:lnTo>
                    <a:pt x="14096" y="132302"/>
                  </a:lnTo>
                  <a:lnTo>
                    <a:pt x="18435" y="127007"/>
                  </a:lnTo>
                  <a:lnTo>
                    <a:pt x="20630" y="125273"/>
                  </a:lnTo>
                  <a:lnTo>
                    <a:pt x="22219" y="124354"/>
                  </a:lnTo>
                  <a:lnTo>
                    <a:pt x="22966" y="122465"/>
                  </a:lnTo>
                  <a:lnTo>
                    <a:pt x="22444" y="120706"/>
                  </a:lnTo>
                  <a:lnTo>
                    <a:pt x="20649" y="114384"/>
                  </a:lnTo>
                  <a:lnTo>
                    <a:pt x="19901" y="108792"/>
                  </a:lnTo>
                  <a:lnTo>
                    <a:pt x="19961" y="99979"/>
                  </a:lnTo>
                  <a:lnTo>
                    <a:pt x="206409" y="8267"/>
                  </a:lnTo>
                  <a:lnTo>
                    <a:pt x="229308" y="8267"/>
                  </a:lnTo>
                  <a:lnTo>
                    <a:pt x="207824" y="330"/>
                  </a:lnTo>
                  <a:lnTo>
                    <a:pt x="206968" y="0"/>
                  </a:lnTo>
                  <a:close/>
                </a:path>
                <a:path w="348614" h="311150">
                  <a:moveTo>
                    <a:pt x="341504" y="225292"/>
                  </a:moveTo>
                  <a:lnTo>
                    <a:pt x="318063" y="225292"/>
                  </a:lnTo>
                  <a:lnTo>
                    <a:pt x="332704" y="230583"/>
                  </a:lnTo>
                  <a:lnTo>
                    <a:pt x="154252" y="302802"/>
                  </a:lnTo>
                  <a:lnTo>
                    <a:pt x="175407" y="302802"/>
                  </a:lnTo>
                  <a:lnTo>
                    <a:pt x="347478" y="233239"/>
                  </a:lnTo>
                  <a:lnTo>
                    <a:pt x="348470" y="230927"/>
                  </a:lnTo>
                  <a:lnTo>
                    <a:pt x="347214" y="227839"/>
                  </a:lnTo>
                  <a:lnTo>
                    <a:pt x="346387" y="227019"/>
                  </a:lnTo>
                  <a:lnTo>
                    <a:pt x="341504" y="225292"/>
                  </a:lnTo>
                  <a:close/>
                </a:path>
                <a:path w="348614" h="311150">
                  <a:moveTo>
                    <a:pt x="35879" y="196658"/>
                  </a:moveTo>
                  <a:lnTo>
                    <a:pt x="33579" y="197660"/>
                  </a:lnTo>
                  <a:lnTo>
                    <a:pt x="32594" y="200163"/>
                  </a:lnTo>
                  <a:lnTo>
                    <a:pt x="32501" y="242465"/>
                  </a:lnTo>
                  <a:lnTo>
                    <a:pt x="33496" y="243930"/>
                  </a:lnTo>
                  <a:lnTo>
                    <a:pt x="153753" y="291304"/>
                  </a:lnTo>
                  <a:lnTo>
                    <a:pt x="154807" y="291304"/>
                  </a:lnTo>
                  <a:lnTo>
                    <a:pt x="175441" y="282961"/>
                  </a:lnTo>
                  <a:lnTo>
                    <a:pt x="154252" y="282961"/>
                  </a:lnTo>
                  <a:lnTo>
                    <a:pt x="40726" y="238237"/>
                  </a:lnTo>
                  <a:lnTo>
                    <a:pt x="40427" y="238237"/>
                  </a:lnTo>
                  <a:lnTo>
                    <a:pt x="40427" y="207078"/>
                  </a:lnTo>
                  <a:lnTo>
                    <a:pt x="62336" y="207078"/>
                  </a:lnTo>
                  <a:lnTo>
                    <a:pt x="35879" y="196658"/>
                  </a:lnTo>
                  <a:close/>
                </a:path>
                <a:path w="348614" h="311150">
                  <a:moveTo>
                    <a:pt x="323847" y="186477"/>
                  </a:moveTo>
                  <a:lnTo>
                    <a:pt x="315915" y="186477"/>
                  </a:lnTo>
                  <a:lnTo>
                    <a:pt x="315915" y="217597"/>
                  </a:lnTo>
                  <a:lnTo>
                    <a:pt x="154252" y="282961"/>
                  </a:lnTo>
                  <a:lnTo>
                    <a:pt x="175441" y="282961"/>
                  </a:lnTo>
                  <a:lnTo>
                    <a:pt x="318063" y="225292"/>
                  </a:lnTo>
                  <a:lnTo>
                    <a:pt x="341504" y="225292"/>
                  </a:lnTo>
                  <a:lnTo>
                    <a:pt x="323847" y="219026"/>
                  </a:lnTo>
                  <a:lnTo>
                    <a:pt x="323847" y="186477"/>
                  </a:lnTo>
                  <a:close/>
                </a:path>
                <a:path w="348614" h="311150">
                  <a:moveTo>
                    <a:pt x="62336" y="207078"/>
                  </a:moveTo>
                  <a:lnTo>
                    <a:pt x="40704" y="207078"/>
                  </a:lnTo>
                  <a:lnTo>
                    <a:pt x="153753" y="251622"/>
                  </a:lnTo>
                  <a:lnTo>
                    <a:pt x="154807" y="251622"/>
                  </a:lnTo>
                  <a:lnTo>
                    <a:pt x="175441" y="243278"/>
                  </a:lnTo>
                  <a:lnTo>
                    <a:pt x="154252" y="243278"/>
                  </a:lnTo>
                  <a:lnTo>
                    <a:pt x="62336" y="207078"/>
                  </a:lnTo>
                  <a:close/>
                </a:path>
                <a:path w="348614"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4" h="311150">
                  <a:moveTo>
                    <a:pt x="24090" y="132575"/>
                  </a:moveTo>
                  <a:lnTo>
                    <a:pt x="23882" y="132575"/>
                  </a:lnTo>
                  <a:lnTo>
                    <a:pt x="21681" y="133534"/>
                  </a:lnTo>
                  <a:lnTo>
                    <a:pt x="20696" y="136037"/>
                  </a:lnTo>
                  <a:lnTo>
                    <a:pt x="20603" y="178973"/>
                  </a:lnTo>
                  <a:lnTo>
                    <a:pt x="21598" y="180438"/>
                  </a:lnTo>
                  <a:lnTo>
                    <a:pt x="153578" y="232422"/>
                  </a:lnTo>
                  <a:lnTo>
                    <a:pt x="154622" y="232422"/>
                  </a:lnTo>
                  <a:lnTo>
                    <a:pt x="175520" y="224092"/>
                  </a:lnTo>
                  <a:lnTo>
                    <a:pt x="154084" y="224092"/>
                  </a:lnTo>
                  <a:lnTo>
                    <a:pt x="28535" y="174638"/>
                  </a:lnTo>
                  <a:lnTo>
                    <a:pt x="28535" y="142849"/>
                  </a:lnTo>
                  <a:lnTo>
                    <a:pt x="50220" y="142849"/>
                  </a:lnTo>
                  <a:lnTo>
                    <a:pt x="24090" y="132575"/>
                  </a:lnTo>
                  <a:close/>
                </a:path>
                <a:path w="348614"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4" h="311150">
                  <a:moveTo>
                    <a:pt x="50220" y="142849"/>
                  </a:moveTo>
                  <a:lnTo>
                    <a:pt x="28535" y="142849"/>
                  </a:lnTo>
                  <a:lnTo>
                    <a:pt x="153753" y="192098"/>
                  </a:lnTo>
                  <a:lnTo>
                    <a:pt x="154807" y="192098"/>
                  </a:lnTo>
                  <a:lnTo>
                    <a:pt x="175445" y="183755"/>
                  </a:lnTo>
                  <a:lnTo>
                    <a:pt x="154252" y="183755"/>
                  </a:lnTo>
                  <a:lnTo>
                    <a:pt x="50220" y="142849"/>
                  </a:lnTo>
                  <a:close/>
                </a:path>
                <a:path w="348614"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70" y="111881"/>
                  </a:lnTo>
                  <a:lnTo>
                    <a:pt x="347214" y="108792"/>
                  </a:lnTo>
                  <a:lnTo>
                    <a:pt x="346387" y="107972"/>
                  </a:lnTo>
                  <a:lnTo>
                    <a:pt x="341519" y="106246"/>
                  </a:lnTo>
                  <a:close/>
                </a:path>
                <a:path w="348614" h="311150">
                  <a:moveTo>
                    <a:pt x="35879" y="77611"/>
                  </a:moveTo>
                  <a:lnTo>
                    <a:pt x="33579" y="78613"/>
                  </a:lnTo>
                  <a:lnTo>
                    <a:pt x="32594" y="81117"/>
                  </a:lnTo>
                  <a:lnTo>
                    <a:pt x="32501" y="123418"/>
                  </a:lnTo>
                  <a:lnTo>
                    <a:pt x="33496" y="124883"/>
                  </a:lnTo>
                  <a:lnTo>
                    <a:pt x="153753" y="172257"/>
                  </a:lnTo>
                  <a:lnTo>
                    <a:pt x="154807" y="172257"/>
                  </a:lnTo>
                  <a:lnTo>
                    <a:pt x="175441" y="163914"/>
                  </a:lnTo>
                  <a:lnTo>
                    <a:pt x="154252" y="163914"/>
                  </a:lnTo>
                  <a:lnTo>
                    <a:pt x="40427" y="119073"/>
                  </a:lnTo>
                  <a:lnTo>
                    <a:pt x="40427" y="87922"/>
                  </a:lnTo>
                  <a:lnTo>
                    <a:pt x="62059" y="87922"/>
                  </a:lnTo>
                  <a:lnTo>
                    <a:pt x="35879" y="77611"/>
                  </a:lnTo>
                  <a:close/>
                </a:path>
                <a:path w="348614"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4" h="311150">
                  <a:moveTo>
                    <a:pt x="62059" y="87922"/>
                  </a:moveTo>
                  <a:lnTo>
                    <a:pt x="40427" y="87922"/>
                  </a:lnTo>
                  <a:lnTo>
                    <a:pt x="153753" y="132575"/>
                  </a:lnTo>
                  <a:lnTo>
                    <a:pt x="154807" y="132575"/>
                  </a:lnTo>
                  <a:lnTo>
                    <a:pt x="175138" y="124354"/>
                  </a:lnTo>
                  <a:lnTo>
                    <a:pt x="154563" y="124354"/>
                  </a:lnTo>
                  <a:lnTo>
                    <a:pt x="62059" y="87922"/>
                  </a:lnTo>
                  <a:close/>
                </a:path>
                <a:path w="348614"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9"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6" name="object 26"/>
            <p:cNvPicPr/>
            <p:nvPr/>
          </p:nvPicPr>
          <p:blipFill>
            <a:blip r:embed="rId5" cstate="print"/>
            <a:stretch>
              <a:fillRect/>
            </a:stretch>
          </p:blipFill>
          <p:spPr>
            <a:xfrm>
              <a:off x="295656" y="3639337"/>
              <a:ext cx="681228" cy="234670"/>
            </a:xfrm>
            <a:prstGeom prst="rect">
              <a:avLst/>
            </a:prstGeom>
          </p:spPr>
        </p:pic>
        <p:sp>
          <p:nvSpPr>
            <p:cNvPr id="27" name="object 27"/>
            <p:cNvSpPr/>
            <p:nvPr/>
          </p:nvSpPr>
          <p:spPr>
            <a:xfrm>
              <a:off x="337858" y="3702939"/>
              <a:ext cx="524510" cy="76200"/>
            </a:xfrm>
            <a:custGeom>
              <a:avLst/>
              <a:gdLst/>
              <a:ahLst/>
              <a:cxnLst/>
              <a:rect l="l" t="t" r="r" b="b"/>
              <a:pathLst>
                <a:path w="524510" h="76200">
                  <a:moveTo>
                    <a:pt x="500938" y="25018"/>
                  </a:moveTo>
                  <a:lnTo>
                    <a:pt x="460387" y="25018"/>
                  </a:lnTo>
                  <a:lnTo>
                    <a:pt x="461162" y="50418"/>
                  </a:lnTo>
                  <a:lnTo>
                    <a:pt x="448466" y="50804"/>
                  </a:lnTo>
                  <a:lnTo>
                    <a:pt x="449237" y="76200"/>
                  </a:lnTo>
                  <a:lnTo>
                    <a:pt x="524243" y="35813"/>
                  </a:lnTo>
                  <a:lnTo>
                    <a:pt x="500938" y="25018"/>
                  </a:lnTo>
                  <a:close/>
                </a:path>
                <a:path w="524510" h="76200">
                  <a:moveTo>
                    <a:pt x="447696" y="25404"/>
                  </a:moveTo>
                  <a:lnTo>
                    <a:pt x="0" y="38988"/>
                  </a:lnTo>
                  <a:lnTo>
                    <a:pt x="774" y="64388"/>
                  </a:lnTo>
                  <a:lnTo>
                    <a:pt x="448466" y="50804"/>
                  </a:lnTo>
                  <a:lnTo>
                    <a:pt x="447696" y="25404"/>
                  </a:lnTo>
                  <a:close/>
                </a:path>
                <a:path w="524510" h="76200">
                  <a:moveTo>
                    <a:pt x="460387" y="25018"/>
                  </a:moveTo>
                  <a:lnTo>
                    <a:pt x="447696" y="25404"/>
                  </a:lnTo>
                  <a:lnTo>
                    <a:pt x="448455" y="50418"/>
                  </a:lnTo>
                  <a:lnTo>
                    <a:pt x="448466" y="50804"/>
                  </a:lnTo>
                  <a:lnTo>
                    <a:pt x="461162" y="50418"/>
                  </a:lnTo>
                  <a:lnTo>
                    <a:pt x="460399" y="25404"/>
                  </a:lnTo>
                  <a:lnTo>
                    <a:pt x="460387" y="25018"/>
                  </a:lnTo>
                  <a:close/>
                </a:path>
                <a:path w="524510" h="76200">
                  <a:moveTo>
                    <a:pt x="446925" y="0"/>
                  </a:moveTo>
                  <a:lnTo>
                    <a:pt x="447684" y="25018"/>
                  </a:lnTo>
                  <a:lnTo>
                    <a:pt x="447696" y="25404"/>
                  </a:lnTo>
                  <a:lnTo>
                    <a:pt x="460387" y="25018"/>
                  </a:lnTo>
                  <a:lnTo>
                    <a:pt x="500938" y="25018"/>
                  </a:lnTo>
                  <a:lnTo>
                    <a:pt x="446925" y="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8" name="object 28"/>
            <p:cNvPicPr/>
            <p:nvPr/>
          </p:nvPicPr>
          <p:blipFill>
            <a:blip r:embed="rId6" cstate="print"/>
            <a:stretch>
              <a:fillRect/>
            </a:stretch>
          </p:blipFill>
          <p:spPr>
            <a:xfrm>
              <a:off x="2494788" y="3639337"/>
              <a:ext cx="1109472" cy="234670"/>
            </a:xfrm>
            <a:prstGeom prst="rect">
              <a:avLst/>
            </a:prstGeom>
          </p:spPr>
        </p:pic>
        <p:sp>
          <p:nvSpPr>
            <p:cNvPr id="29" name="object 29"/>
            <p:cNvSpPr/>
            <p:nvPr/>
          </p:nvSpPr>
          <p:spPr>
            <a:xfrm>
              <a:off x="2614676" y="3700653"/>
              <a:ext cx="951865" cy="76200"/>
            </a:xfrm>
            <a:custGeom>
              <a:avLst/>
              <a:gdLst/>
              <a:ahLst/>
              <a:cxnLst/>
              <a:rect l="l" t="t" r="r" b="b"/>
              <a:pathLst>
                <a:path w="951864" h="76200">
                  <a:moveTo>
                    <a:pt x="76326" y="0"/>
                  </a:moveTo>
                  <a:lnTo>
                    <a:pt x="0" y="38100"/>
                  </a:lnTo>
                  <a:lnTo>
                    <a:pt x="76200" y="76200"/>
                  </a:lnTo>
                  <a:lnTo>
                    <a:pt x="76242" y="50810"/>
                  </a:lnTo>
                  <a:lnTo>
                    <a:pt x="63500" y="50810"/>
                  </a:lnTo>
                  <a:lnTo>
                    <a:pt x="63500" y="25410"/>
                  </a:lnTo>
                  <a:lnTo>
                    <a:pt x="76284" y="25410"/>
                  </a:lnTo>
                  <a:lnTo>
                    <a:pt x="76326" y="0"/>
                  </a:lnTo>
                  <a:close/>
                </a:path>
                <a:path w="951864" h="76200">
                  <a:moveTo>
                    <a:pt x="76284" y="25410"/>
                  </a:moveTo>
                  <a:lnTo>
                    <a:pt x="76242" y="50810"/>
                  </a:lnTo>
                  <a:lnTo>
                    <a:pt x="951738" y="51562"/>
                  </a:lnTo>
                  <a:lnTo>
                    <a:pt x="951738" y="26162"/>
                  </a:lnTo>
                  <a:lnTo>
                    <a:pt x="76284" y="25410"/>
                  </a:lnTo>
                  <a:close/>
                </a:path>
                <a:path w="951864" h="76200">
                  <a:moveTo>
                    <a:pt x="76284" y="25410"/>
                  </a:moveTo>
                  <a:lnTo>
                    <a:pt x="63500" y="25410"/>
                  </a:lnTo>
                  <a:lnTo>
                    <a:pt x="63500" y="50810"/>
                  </a:lnTo>
                  <a:lnTo>
                    <a:pt x="76242" y="50810"/>
                  </a:lnTo>
                  <a:lnTo>
                    <a:pt x="76284"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0" name="object 30"/>
            <p:cNvPicPr/>
            <p:nvPr/>
          </p:nvPicPr>
          <p:blipFill>
            <a:blip r:embed="rId7" cstate="print"/>
            <a:stretch>
              <a:fillRect/>
            </a:stretch>
          </p:blipFill>
          <p:spPr>
            <a:xfrm>
              <a:off x="4437888" y="3866388"/>
              <a:ext cx="234670" cy="571500"/>
            </a:xfrm>
            <a:prstGeom prst="rect">
              <a:avLst/>
            </a:prstGeom>
          </p:spPr>
        </p:pic>
        <p:sp>
          <p:nvSpPr>
            <p:cNvPr id="31" name="object 31"/>
            <p:cNvSpPr/>
            <p:nvPr/>
          </p:nvSpPr>
          <p:spPr>
            <a:xfrm>
              <a:off x="4519295" y="3966083"/>
              <a:ext cx="76835" cy="414020"/>
            </a:xfrm>
            <a:custGeom>
              <a:avLst/>
              <a:gdLst/>
              <a:ahLst/>
              <a:cxnLst/>
              <a:rect l="l" t="t" r="r" b="b"/>
              <a:pathLst>
                <a:path w="76835" h="414020">
                  <a:moveTo>
                    <a:pt x="50800" y="63500"/>
                  </a:moveTo>
                  <a:lnTo>
                    <a:pt x="25400" y="63627"/>
                  </a:lnTo>
                  <a:lnTo>
                    <a:pt x="27177" y="413893"/>
                  </a:lnTo>
                  <a:lnTo>
                    <a:pt x="52578" y="413893"/>
                  </a:lnTo>
                  <a:lnTo>
                    <a:pt x="50865" y="76454"/>
                  </a:lnTo>
                  <a:lnTo>
                    <a:pt x="50800" y="63500"/>
                  </a:lnTo>
                  <a:close/>
                </a:path>
                <a:path w="76835" h="414020">
                  <a:moveTo>
                    <a:pt x="37718" y="0"/>
                  </a:moveTo>
                  <a:lnTo>
                    <a:pt x="62" y="76326"/>
                  </a:lnTo>
                  <a:lnTo>
                    <a:pt x="0" y="76454"/>
                  </a:lnTo>
                  <a:lnTo>
                    <a:pt x="25464" y="76326"/>
                  </a:lnTo>
                  <a:lnTo>
                    <a:pt x="25400" y="63627"/>
                  </a:lnTo>
                  <a:lnTo>
                    <a:pt x="69840" y="63500"/>
                  </a:lnTo>
                  <a:lnTo>
                    <a:pt x="37718" y="0"/>
                  </a:lnTo>
                  <a:close/>
                </a:path>
                <a:path w="76835" h="414020">
                  <a:moveTo>
                    <a:pt x="69840" y="63500"/>
                  </a:moveTo>
                  <a:lnTo>
                    <a:pt x="50800" y="63500"/>
                  </a:lnTo>
                  <a:lnTo>
                    <a:pt x="50865" y="76326"/>
                  </a:lnTo>
                  <a:lnTo>
                    <a:pt x="76328" y="76326"/>
                  </a:lnTo>
                  <a:lnTo>
                    <a:pt x="69904" y="63627"/>
                  </a:lnTo>
                  <a:lnTo>
                    <a:pt x="69840" y="6350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2" name="object 32"/>
            <p:cNvPicPr/>
            <p:nvPr/>
          </p:nvPicPr>
          <p:blipFill>
            <a:blip r:embed="rId8" cstate="print"/>
            <a:stretch>
              <a:fillRect/>
            </a:stretch>
          </p:blipFill>
          <p:spPr>
            <a:xfrm>
              <a:off x="4437888" y="3087611"/>
              <a:ext cx="234670" cy="560844"/>
            </a:xfrm>
            <a:prstGeom prst="rect">
              <a:avLst/>
            </a:prstGeom>
          </p:spPr>
        </p:pic>
        <p:sp>
          <p:nvSpPr>
            <p:cNvPr id="33" name="object 33"/>
            <p:cNvSpPr/>
            <p:nvPr/>
          </p:nvSpPr>
          <p:spPr>
            <a:xfrm>
              <a:off x="4519295" y="3110738"/>
              <a:ext cx="76200" cy="402590"/>
            </a:xfrm>
            <a:custGeom>
              <a:avLst/>
              <a:gdLst/>
              <a:ahLst/>
              <a:cxnLst/>
              <a:rect l="l" t="t" r="r" b="b"/>
              <a:pathLst>
                <a:path w="76200" h="402589">
                  <a:moveTo>
                    <a:pt x="0" y="325882"/>
                  </a:moveTo>
                  <a:lnTo>
                    <a:pt x="37719" y="402209"/>
                  </a:lnTo>
                  <a:lnTo>
                    <a:pt x="69829" y="338836"/>
                  </a:lnTo>
                  <a:lnTo>
                    <a:pt x="25399" y="338836"/>
                  </a:lnTo>
                  <a:lnTo>
                    <a:pt x="25465" y="326263"/>
                  </a:lnTo>
                  <a:lnTo>
                    <a:pt x="76200" y="326263"/>
                  </a:lnTo>
                  <a:lnTo>
                    <a:pt x="0" y="325882"/>
                  </a:lnTo>
                  <a:close/>
                </a:path>
                <a:path w="76200" h="402589">
                  <a:moveTo>
                    <a:pt x="52578" y="0"/>
                  </a:moveTo>
                  <a:lnTo>
                    <a:pt x="27177" y="0"/>
                  </a:lnTo>
                  <a:lnTo>
                    <a:pt x="25467" y="325882"/>
                  </a:lnTo>
                  <a:lnTo>
                    <a:pt x="25399" y="338836"/>
                  </a:lnTo>
                  <a:lnTo>
                    <a:pt x="50800" y="338836"/>
                  </a:lnTo>
                  <a:lnTo>
                    <a:pt x="52578" y="0"/>
                  </a:lnTo>
                  <a:close/>
                </a:path>
                <a:path w="76200" h="402589">
                  <a:moveTo>
                    <a:pt x="76200" y="326263"/>
                  </a:moveTo>
                  <a:lnTo>
                    <a:pt x="50865" y="326263"/>
                  </a:lnTo>
                  <a:lnTo>
                    <a:pt x="50800" y="338836"/>
                  </a:lnTo>
                  <a:lnTo>
                    <a:pt x="69829" y="338836"/>
                  </a:lnTo>
                  <a:lnTo>
                    <a:pt x="76200" y="326263"/>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4" name="object 34"/>
            <p:cNvPicPr/>
            <p:nvPr/>
          </p:nvPicPr>
          <p:blipFill>
            <a:blip r:embed="rId9" cstate="print"/>
            <a:stretch>
              <a:fillRect/>
            </a:stretch>
          </p:blipFill>
          <p:spPr>
            <a:xfrm>
              <a:off x="2494788" y="2851416"/>
              <a:ext cx="1123175" cy="1022591"/>
            </a:xfrm>
            <a:prstGeom prst="rect">
              <a:avLst/>
            </a:prstGeom>
          </p:spPr>
        </p:pic>
        <p:sp>
          <p:nvSpPr>
            <p:cNvPr id="35" name="object 35"/>
            <p:cNvSpPr/>
            <p:nvPr/>
          </p:nvSpPr>
          <p:spPr>
            <a:xfrm>
              <a:off x="2614676" y="2874645"/>
              <a:ext cx="964565" cy="864235"/>
            </a:xfrm>
            <a:custGeom>
              <a:avLst/>
              <a:gdLst/>
              <a:ahLst/>
              <a:cxnLst/>
              <a:rect l="l" t="t" r="r" b="b"/>
              <a:pathLst>
                <a:path w="964564" h="864235">
                  <a:moveTo>
                    <a:pt x="31496" y="784859"/>
                  </a:moveTo>
                  <a:lnTo>
                    <a:pt x="0" y="864107"/>
                  </a:lnTo>
                  <a:lnTo>
                    <a:pt x="82168" y="841628"/>
                  </a:lnTo>
                  <a:lnTo>
                    <a:pt x="72873" y="831214"/>
                  </a:lnTo>
                  <a:lnTo>
                    <a:pt x="55880" y="831214"/>
                  </a:lnTo>
                  <a:lnTo>
                    <a:pt x="38862" y="812291"/>
                  </a:lnTo>
                  <a:lnTo>
                    <a:pt x="48384" y="803779"/>
                  </a:lnTo>
                  <a:lnTo>
                    <a:pt x="31496" y="784859"/>
                  </a:lnTo>
                  <a:close/>
                </a:path>
                <a:path w="964564" h="864235">
                  <a:moveTo>
                    <a:pt x="48384" y="803779"/>
                  </a:moveTo>
                  <a:lnTo>
                    <a:pt x="38862" y="812291"/>
                  </a:lnTo>
                  <a:lnTo>
                    <a:pt x="55880" y="831214"/>
                  </a:lnTo>
                  <a:lnTo>
                    <a:pt x="65331" y="822765"/>
                  </a:lnTo>
                  <a:lnTo>
                    <a:pt x="48384" y="803779"/>
                  </a:lnTo>
                  <a:close/>
                </a:path>
                <a:path w="964564" h="864235">
                  <a:moveTo>
                    <a:pt x="65331" y="822765"/>
                  </a:moveTo>
                  <a:lnTo>
                    <a:pt x="55880" y="831214"/>
                  </a:lnTo>
                  <a:lnTo>
                    <a:pt x="72873" y="831214"/>
                  </a:lnTo>
                  <a:lnTo>
                    <a:pt x="65331" y="822765"/>
                  </a:lnTo>
                  <a:close/>
                </a:path>
                <a:path w="964564" h="864235">
                  <a:moveTo>
                    <a:pt x="947547" y="0"/>
                  </a:moveTo>
                  <a:lnTo>
                    <a:pt x="48384" y="803779"/>
                  </a:lnTo>
                  <a:lnTo>
                    <a:pt x="65331" y="822765"/>
                  </a:lnTo>
                  <a:lnTo>
                    <a:pt x="964438" y="18922"/>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6" name="object 36"/>
            <p:cNvPicPr/>
            <p:nvPr/>
          </p:nvPicPr>
          <p:blipFill>
            <a:blip r:embed="rId10" cstate="print"/>
            <a:stretch>
              <a:fillRect/>
            </a:stretch>
          </p:blipFill>
          <p:spPr>
            <a:xfrm>
              <a:off x="2494788" y="3639299"/>
              <a:ext cx="1123175" cy="1034808"/>
            </a:xfrm>
            <a:prstGeom prst="rect">
              <a:avLst/>
            </a:prstGeom>
          </p:spPr>
        </p:pic>
        <p:sp>
          <p:nvSpPr>
            <p:cNvPr id="37" name="object 37"/>
            <p:cNvSpPr/>
            <p:nvPr/>
          </p:nvSpPr>
          <p:spPr>
            <a:xfrm>
              <a:off x="2614676" y="3738753"/>
              <a:ext cx="964565" cy="876935"/>
            </a:xfrm>
            <a:custGeom>
              <a:avLst/>
              <a:gdLst/>
              <a:ahLst/>
              <a:cxnLst/>
              <a:rect l="l" t="t" r="r" b="b"/>
              <a:pathLst>
                <a:path w="964564" h="876935">
                  <a:moveTo>
                    <a:pt x="65054" y="41703"/>
                  </a:moveTo>
                  <a:lnTo>
                    <a:pt x="47893" y="60610"/>
                  </a:lnTo>
                  <a:lnTo>
                    <a:pt x="947420" y="876808"/>
                  </a:lnTo>
                  <a:lnTo>
                    <a:pt x="964564" y="858012"/>
                  </a:lnTo>
                  <a:lnTo>
                    <a:pt x="65054" y="41703"/>
                  </a:lnTo>
                  <a:close/>
                </a:path>
                <a:path w="964564" h="876935">
                  <a:moveTo>
                    <a:pt x="0" y="0"/>
                  </a:moveTo>
                  <a:lnTo>
                    <a:pt x="30861" y="79375"/>
                  </a:lnTo>
                  <a:lnTo>
                    <a:pt x="47893" y="60610"/>
                  </a:lnTo>
                  <a:lnTo>
                    <a:pt x="38481" y="52070"/>
                  </a:lnTo>
                  <a:lnTo>
                    <a:pt x="55625" y="33147"/>
                  </a:lnTo>
                  <a:lnTo>
                    <a:pt x="72820" y="33147"/>
                  </a:lnTo>
                  <a:lnTo>
                    <a:pt x="82042" y="22987"/>
                  </a:lnTo>
                  <a:lnTo>
                    <a:pt x="0" y="0"/>
                  </a:lnTo>
                  <a:close/>
                </a:path>
                <a:path w="964564" h="876935">
                  <a:moveTo>
                    <a:pt x="55625" y="33147"/>
                  </a:moveTo>
                  <a:lnTo>
                    <a:pt x="38481" y="52070"/>
                  </a:lnTo>
                  <a:lnTo>
                    <a:pt x="47893" y="60610"/>
                  </a:lnTo>
                  <a:lnTo>
                    <a:pt x="65054" y="41703"/>
                  </a:lnTo>
                  <a:lnTo>
                    <a:pt x="55625" y="33147"/>
                  </a:lnTo>
                  <a:close/>
                </a:path>
                <a:path w="964564" h="876935">
                  <a:moveTo>
                    <a:pt x="72820" y="33147"/>
                  </a:moveTo>
                  <a:lnTo>
                    <a:pt x="55625" y="33147"/>
                  </a:lnTo>
                  <a:lnTo>
                    <a:pt x="65054" y="41703"/>
                  </a:lnTo>
                  <a:lnTo>
                    <a:pt x="72820" y="33147"/>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8" name="object 38"/>
          <p:cNvSpPr txBox="1"/>
          <p:nvPr/>
        </p:nvSpPr>
        <p:spPr>
          <a:xfrm>
            <a:off x="3049904" y="3558285"/>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39" name="object 39"/>
          <p:cNvGrpSpPr/>
          <p:nvPr/>
        </p:nvGrpSpPr>
        <p:grpSpPr>
          <a:xfrm>
            <a:off x="2705074" y="2991586"/>
            <a:ext cx="8622665" cy="3718560"/>
            <a:chOff x="2705074" y="2991586"/>
            <a:chExt cx="8622665" cy="3718560"/>
          </a:xfrm>
        </p:grpSpPr>
        <p:pic>
          <p:nvPicPr>
            <p:cNvPr id="40" name="object 40"/>
            <p:cNvPicPr/>
            <p:nvPr/>
          </p:nvPicPr>
          <p:blipFill>
            <a:blip r:embed="rId11" cstate="print"/>
            <a:stretch>
              <a:fillRect/>
            </a:stretch>
          </p:blipFill>
          <p:spPr>
            <a:xfrm>
              <a:off x="2880614" y="3133089"/>
              <a:ext cx="234696" cy="254000"/>
            </a:xfrm>
            <a:prstGeom prst="rect">
              <a:avLst/>
            </a:prstGeom>
          </p:spPr>
        </p:pic>
        <p:sp>
          <p:nvSpPr>
            <p:cNvPr id="41" name="object 41"/>
            <p:cNvSpPr/>
            <p:nvPr/>
          </p:nvSpPr>
          <p:spPr>
            <a:xfrm>
              <a:off x="3069844" y="4032503"/>
              <a:ext cx="259715" cy="229870"/>
            </a:xfrm>
            <a:custGeom>
              <a:avLst/>
              <a:gdLst/>
              <a:ahLst/>
              <a:cxnLst/>
              <a:rect l="l" t="t" r="r" b="b"/>
              <a:pathLst>
                <a:path w="259714" h="229870">
                  <a:moveTo>
                    <a:pt x="229234" y="157480"/>
                  </a:moveTo>
                  <a:lnTo>
                    <a:pt x="223139" y="157480"/>
                  </a:lnTo>
                  <a:lnTo>
                    <a:pt x="221742" y="160020"/>
                  </a:lnTo>
                  <a:lnTo>
                    <a:pt x="166878" y="218440"/>
                  </a:lnTo>
                  <a:lnTo>
                    <a:pt x="166750" y="218440"/>
                  </a:lnTo>
                  <a:lnTo>
                    <a:pt x="166750" y="219710"/>
                  </a:lnTo>
                  <a:lnTo>
                    <a:pt x="167131" y="220980"/>
                  </a:lnTo>
                  <a:lnTo>
                    <a:pt x="167386" y="220980"/>
                  </a:lnTo>
                  <a:lnTo>
                    <a:pt x="168020" y="222250"/>
                  </a:lnTo>
                  <a:lnTo>
                    <a:pt x="170433" y="224790"/>
                  </a:lnTo>
                  <a:lnTo>
                    <a:pt x="171704" y="226060"/>
                  </a:lnTo>
                  <a:lnTo>
                    <a:pt x="173100" y="227330"/>
                  </a:lnTo>
                  <a:lnTo>
                    <a:pt x="174117" y="228600"/>
                  </a:lnTo>
                  <a:lnTo>
                    <a:pt x="175132" y="228600"/>
                  </a:lnTo>
                  <a:lnTo>
                    <a:pt x="176022" y="229870"/>
                  </a:lnTo>
                  <a:lnTo>
                    <a:pt x="180339" y="229870"/>
                  </a:lnTo>
                  <a:lnTo>
                    <a:pt x="199644" y="209550"/>
                  </a:lnTo>
                  <a:lnTo>
                    <a:pt x="223011" y="209550"/>
                  </a:lnTo>
                  <a:lnTo>
                    <a:pt x="219202" y="208280"/>
                  </a:lnTo>
                  <a:lnTo>
                    <a:pt x="217169" y="207010"/>
                  </a:lnTo>
                  <a:lnTo>
                    <a:pt x="209169" y="199390"/>
                  </a:lnTo>
                  <a:lnTo>
                    <a:pt x="229743" y="177800"/>
                  </a:lnTo>
                  <a:lnTo>
                    <a:pt x="249935" y="177800"/>
                  </a:lnTo>
                  <a:lnTo>
                    <a:pt x="248666" y="176530"/>
                  </a:lnTo>
                  <a:lnTo>
                    <a:pt x="247269" y="175260"/>
                  </a:lnTo>
                  <a:lnTo>
                    <a:pt x="245744" y="172720"/>
                  </a:lnTo>
                  <a:lnTo>
                    <a:pt x="230505" y="158750"/>
                  </a:lnTo>
                  <a:lnTo>
                    <a:pt x="229234" y="157480"/>
                  </a:lnTo>
                  <a:close/>
                </a:path>
                <a:path w="259714" h="229870">
                  <a:moveTo>
                    <a:pt x="249935" y="177800"/>
                  </a:moveTo>
                  <a:lnTo>
                    <a:pt x="229743" y="177800"/>
                  </a:lnTo>
                  <a:lnTo>
                    <a:pt x="236728" y="184150"/>
                  </a:lnTo>
                  <a:lnTo>
                    <a:pt x="240156" y="187960"/>
                  </a:lnTo>
                  <a:lnTo>
                    <a:pt x="240919" y="189230"/>
                  </a:lnTo>
                  <a:lnTo>
                    <a:pt x="241427" y="191770"/>
                  </a:lnTo>
                  <a:lnTo>
                    <a:pt x="241934" y="193040"/>
                  </a:lnTo>
                  <a:lnTo>
                    <a:pt x="241934" y="195580"/>
                  </a:lnTo>
                  <a:lnTo>
                    <a:pt x="241427" y="196850"/>
                  </a:lnTo>
                  <a:lnTo>
                    <a:pt x="240792" y="199390"/>
                  </a:lnTo>
                  <a:lnTo>
                    <a:pt x="239394" y="201930"/>
                  </a:lnTo>
                  <a:lnTo>
                    <a:pt x="237363" y="204470"/>
                  </a:lnTo>
                  <a:lnTo>
                    <a:pt x="234060" y="207010"/>
                  </a:lnTo>
                  <a:lnTo>
                    <a:pt x="230505" y="209550"/>
                  </a:lnTo>
                  <a:lnTo>
                    <a:pt x="199644" y="209550"/>
                  </a:lnTo>
                  <a:lnTo>
                    <a:pt x="205105" y="214630"/>
                  </a:lnTo>
                  <a:lnTo>
                    <a:pt x="209295" y="218440"/>
                  </a:lnTo>
                  <a:lnTo>
                    <a:pt x="213486" y="220980"/>
                  </a:lnTo>
                  <a:lnTo>
                    <a:pt x="217551" y="223520"/>
                  </a:lnTo>
                  <a:lnTo>
                    <a:pt x="225679" y="226060"/>
                  </a:lnTo>
                  <a:lnTo>
                    <a:pt x="237490" y="226060"/>
                  </a:lnTo>
                  <a:lnTo>
                    <a:pt x="241172" y="223520"/>
                  </a:lnTo>
                  <a:lnTo>
                    <a:pt x="244982" y="222250"/>
                  </a:lnTo>
                  <a:lnTo>
                    <a:pt x="248539" y="219710"/>
                  </a:lnTo>
                  <a:lnTo>
                    <a:pt x="251968" y="215900"/>
                  </a:lnTo>
                  <a:lnTo>
                    <a:pt x="254381" y="213360"/>
                  </a:lnTo>
                  <a:lnTo>
                    <a:pt x="256285" y="210820"/>
                  </a:lnTo>
                  <a:lnTo>
                    <a:pt x="257556" y="208280"/>
                  </a:lnTo>
                  <a:lnTo>
                    <a:pt x="258826" y="204470"/>
                  </a:lnTo>
                  <a:lnTo>
                    <a:pt x="259460" y="201930"/>
                  </a:lnTo>
                  <a:lnTo>
                    <a:pt x="259460" y="199390"/>
                  </a:lnTo>
                  <a:lnTo>
                    <a:pt x="259588" y="196850"/>
                  </a:lnTo>
                  <a:lnTo>
                    <a:pt x="251206" y="179070"/>
                  </a:lnTo>
                  <a:lnTo>
                    <a:pt x="249935" y="177800"/>
                  </a:lnTo>
                  <a:close/>
                </a:path>
                <a:path w="259714" h="229870">
                  <a:moveTo>
                    <a:pt x="170561" y="102870"/>
                  </a:moveTo>
                  <a:lnTo>
                    <a:pt x="166750" y="102870"/>
                  </a:lnTo>
                  <a:lnTo>
                    <a:pt x="165226" y="104140"/>
                  </a:lnTo>
                  <a:lnTo>
                    <a:pt x="164464" y="105410"/>
                  </a:lnTo>
                  <a:lnTo>
                    <a:pt x="163449" y="106680"/>
                  </a:lnTo>
                  <a:lnTo>
                    <a:pt x="161798" y="107950"/>
                  </a:lnTo>
                  <a:lnTo>
                    <a:pt x="160781" y="109220"/>
                  </a:lnTo>
                  <a:lnTo>
                    <a:pt x="160400" y="110490"/>
                  </a:lnTo>
                  <a:lnTo>
                    <a:pt x="160147" y="110490"/>
                  </a:lnTo>
                  <a:lnTo>
                    <a:pt x="159893" y="111760"/>
                  </a:lnTo>
                  <a:lnTo>
                    <a:pt x="159893" y="113030"/>
                  </a:lnTo>
                  <a:lnTo>
                    <a:pt x="160400" y="113030"/>
                  </a:lnTo>
                  <a:lnTo>
                    <a:pt x="176656" y="128270"/>
                  </a:lnTo>
                  <a:lnTo>
                    <a:pt x="127762" y="180340"/>
                  </a:lnTo>
                  <a:lnTo>
                    <a:pt x="127381" y="180340"/>
                  </a:lnTo>
                  <a:lnTo>
                    <a:pt x="127381" y="182880"/>
                  </a:lnTo>
                  <a:lnTo>
                    <a:pt x="127635" y="182880"/>
                  </a:lnTo>
                  <a:lnTo>
                    <a:pt x="128016" y="184150"/>
                  </a:lnTo>
                  <a:lnTo>
                    <a:pt x="128524" y="185420"/>
                  </a:lnTo>
                  <a:lnTo>
                    <a:pt x="130048" y="186690"/>
                  </a:lnTo>
                  <a:lnTo>
                    <a:pt x="132333" y="189230"/>
                  </a:lnTo>
                  <a:lnTo>
                    <a:pt x="133604" y="190500"/>
                  </a:lnTo>
                  <a:lnTo>
                    <a:pt x="134747" y="190500"/>
                  </a:lnTo>
                  <a:lnTo>
                    <a:pt x="135636" y="191770"/>
                  </a:lnTo>
                  <a:lnTo>
                    <a:pt x="136651" y="191770"/>
                  </a:lnTo>
                  <a:lnTo>
                    <a:pt x="137413" y="193040"/>
                  </a:lnTo>
                  <a:lnTo>
                    <a:pt x="140969" y="193040"/>
                  </a:lnTo>
                  <a:lnTo>
                    <a:pt x="189738" y="140970"/>
                  </a:lnTo>
                  <a:lnTo>
                    <a:pt x="210902" y="140970"/>
                  </a:lnTo>
                  <a:lnTo>
                    <a:pt x="170561" y="102870"/>
                  </a:lnTo>
                  <a:close/>
                </a:path>
                <a:path w="259714" h="229870">
                  <a:moveTo>
                    <a:pt x="210902" y="140970"/>
                  </a:moveTo>
                  <a:lnTo>
                    <a:pt x="189738" y="140970"/>
                  </a:lnTo>
                  <a:lnTo>
                    <a:pt x="205994" y="156210"/>
                  </a:lnTo>
                  <a:lnTo>
                    <a:pt x="209169" y="156210"/>
                  </a:lnTo>
                  <a:lnTo>
                    <a:pt x="209804" y="154940"/>
                  </a:lnTo>
                  <a:lnTo>
                    <a:pt x="210439" y="154940"/>
                  </a:lnTo>
                  <a:lnTo>
                    <a:pt x="211201" y="153670"/>
                  </a:lnTo>
                  <a:lnTo>
                    <a:pt x="211963" y="153670"/>
                  </a:lnTo>
                  <a:lnTo>
                    <a:pt x="212979" y="152400"/>
                  </a:lnTo>
                  <a:lnTo>
                    <a:pt x="214630" y="151130"/>
                  </a:lnTo>
                  <a:lnTo>
                    <a:pt x="215138" y="149860"/>
                  </a:lnTo>
                  <a:lnTo>
                    <a:pt x="216407" y="147320"/>
                  </a:lnTo>
                  <a:lnTo>
                    <a:pt x="216534" y="146050"/>
                  </a:lnTo>
                  <a:lnTo>
                    <a:pt x="216281" y="146050"/>
                  </a:lnTo>
                  <a:lnTo>
                    <a:pt x="210902" y="140970"/>
                  </a:lnTo>
                  <a:close/>
                </a:path>
                <a:path w="259714" h="229870">
                  <a:moveTo>
                    <a:pt x="89535" y="144780"/>
                  </a:moveTo>
                  <a:lnTo>
                    <a:pt x="86360" y="144780"/>
                  </a:lnTo>
                  <a:lnTo>
                    <a:pt x="87630" y="146050"/>
                  </a:lnTo>
                  <a:lnTo>
                    <a:pt x="89154" y="146050"/>
                  </a:lnTo>
                  <a:lnTo>
                    <a:pt x="89535" y="144780"/>
                  </a:lnTo>
                  <a:close/>
                </a:path>
                <a:path w="259714" h="229870">
                  <a:moveTo>
                    <a:pt x="119380" y="54610"/>
                  </a:moveTo>
                  <a:lnTo>
                    <a:pt x="115569" y="54610"/>
                  </a:lnTo>
                  <a:lnTo>
                    <a:pt x="114935" y="55880"/>
                  </a:lnTo>
                  <a:lnTo>
                    <a:pt x="114173" y="55880"/>
                  </a:lnTo>
                  <a:lnTo>
                    <a:pt x="111506" y="59690"/>
                  </a:lnTo>
                  <a:lnTo>
                    <a:pt x="110743" y="59690"/>
                  </a:lnTo>
                  <a:lnTo>
                    <a:pt x="110236" y="60960"/>
                  </a:lnTo>
                  <a:lnTo>
                    <a:pt x="109600" y="60960"/>
                  </a:lnTo>
                  <a:lnTo>
                    <a:pt x="109219" y="62230"/>
                  </a:lnTo>
                  <a:lnTo>
                    <a:pt x="108966" y="62230"/>
                  </a:lnTo>
                  <a:lnTo>
                    <a:pt x="108838" y="63500"/>
                  </a:lnTo>
                  <a:lnTo>
                    <a:pt x="108838" y="64770"/>
                  </a:lnTo>
                  <a:lnTo>
                    <a:pt x="109347" y="64770"/>
                  </a:lnTo>
                  <a:lnTo>
                    <a:pt x="125475" y="80010"/>
                  </a:lnTo>
                  <a:lnTo>
                    <a:pt x="76326" y="133350"/>
                  </a:lnTo>
                  <a:lnTo>
                    <a:pt x="76200" y="134620"/>
                  </a:lnTo>
                  <a:lnTo>
                    <a:pt x="76962" y="135890"/>
                  </a:lnTo>
                  <a:lnTo>
                    <a:pt x="77469" y="137160"/>
                  </a:lnTo>
                  <a:lnTo>
                    <a:pt x="82550" y="142240"/>
                  </a:lnTo>
                  <a:lnTo>
                    <a:pt x="83566" y="143510"/>
                  </a:lnTo>
                  <a:lnTo>
                    <a:pt x="84581" y="143510"/>
                  </a:lnTo>
                  <a:lnTo>
                    <a:pt x="85470" y="144780"/>
                  </a:lnTo>
                  <a:lnTo>
                    <a:pt x="89788" y="144780"/>
                  </a:lnTo>
                  <a:lnTo>
                    <a:pt x="138683" y="92710"/>
                  </a:lnTo>
                  <a:lnTo>
                    <a:pt x="159833" y="92710"/>
                  </a:lnTo>
                  <a:lnTo>
                    <a:pt x="119380" y="54610"/>
                  </a:lnTo>
                  <a:close/>
                </a:path>
                <a:path w="259714" h="229870">
                  <a:moveTo>
                    <a:pt x="60706" y="46990"/>
                  </a:moveTo>
                  <a:lnTo>
                    <a:pt x="38100" y="46990"/>
                  </a:lnTo>
                  <a:lnTo>
                    <a:pt x="62230" y="69850"/>
                  </a:lnTo>
                  <a:lnTo>
                    <a:pt x="37464" y="96520"/>
                  </a:lnTo>
                  <a:lnTo>
                    <a:pt x="37337" y="97790"/>
                  </a:lnTo>
                  <a:lnTo>
                    <a:pt x="37718" y="99060"/>
                  </a:lnTo>
                  <a:lnTo>
                    <a:pt x="37973" y="99060"/>
                  </a:lnTo>
                  <a:lnTo>
                    <a:pt x="40131" y="102870"/>
                  </a:lnTo>
                  <a:lnTo>
                    <a:pt x="42418" y="104140"/>
                  </a:lnTo>
                  <a:lnTo>
                    <a:pt x="43687" y="105410"/>
                  </a:lnTo>
                  <a:lnTo>
                    <a:pt x="44704" y="106680"/>
                  </a:lnTo>
                  <a:lnTo>
                    <a:pt x="45719" y="106680"/>
                  </a:lnTo>
                  <a:lnTo>
                    <a:pt x="46608" y="107950"/>
                  </a:lnTo>
                  <a:lnTo>
                    <a:pt x="47370" y="107950"/>
                  </a:lnTo>
                  <a:lnTo>
                    <a:pt x="48006" y="109220"/>
                  </a:lnTo>
                  <a:lnTo>
                    <a:pt x="50926" y="109220"/>
                  </a:lnTo>
                  <a:lnTo>
                    <a:pt x="97891" y="58420"/>
                  </a:lnTo>
                  <a:lnTo>
                    <a:pt x="72770" y="58420"/>
                  </a:lnTo>
                  <a:lnTo>
                    <a:pt x="60706" y="46990"/>
                  </a:lnTo>
                  <a:close/>
                </a:path>
                <a:path w="259714" h="229870">
                  <a:moveTo>
                    <a:pt x="157480" y="107950"/>
                  </a:moveTo>
                  <a:lnTo>
                    <a:pt x="155194" y="107950"/>
                  </a:lnTo>
                  <a:lnTo>
                    <a:pt x="155448" y="109220"/>
                  </a:lnTo>
                  <a:lnTo>
                    <a:pt x="156844" y="109220"/>
                  </a:lnTo>
                  <a:lnTo>
                    <a:pt x="157480" y="107950"/>
                  </a:lnTo>
                  <a:close/>
                </a:path>
                <a:path w="259714" h="229870">
                  <a:moveTo>
                    <a:pt x="159833" y="92710"/>
                  </a:moveTo>
                  <a:lnTo>
                    <a:pt x="138683" y="92710"/>
                  </a:lnTo>
                  <a:lnTo>
                    <a:pt x="154812" y="107950"/>
                  </a:lnTo>
                  <a:lnTo>
                    <a:pt x="157987" y="107950"/>
                  </a:lnTo>
                  <a:lnTo>
                    <a:pt x="160019" y="106680"/>
                  </a:lnTo>
                  <a:lnTo>
                    <a:pt x="161798" y="104140"/>
                  </a:lnTo>
                  <a:lnTo>
                    <a:pt x="162687" y="104140"/>
                  </a:lnTo>
                  <a:lnTo>
                    <a:pt x="164083" y="101600"/>
                  </a:lnTo>
                  <a:lnTo>
                    <a:pt x="164592" y="101600"/>
                  </a:lnTo>
                  <a:lnTo>
                    <a:pt x="165226" y="100330"/>
                  </a:lnTo>
                  <a:lnTo>
                    <a:pt x="165481" y="99060"/>
                  </a:lnTo>
                  <a:lnTo>
                    <a:pt x="165354" y="97790"/>
                  </a:lnTo>
                  <a:lnTo>
                    <a:pt x="165226" y="97790"/>
                  </a:lnTo>
                  <a:lnTo>
                    <a:pt x="159833" y="92710"/>
                  </a:lnTo>
                  <a:close/>
                </a:path>
                <a:path w="259714" h="229870">
                  <a:moveTo>
                    <a:pt x="169418" y="101600"/>
                  </a:moveTo>
                  <a:lnTo>
                    <a:pt x="169037" y="101600"/>
                  </a:lnTo>
                  <a:lnTo>
                    <a:pt x="168529" y="102870"/>
                  </a:lnTo>
                  <a:lnTo>
                    <a:pt x="169799" y="102870"/>
                  </a:lnTo>
                  <a:lnTo>
                    <a:pt x="169418" y="101600"/>
                  </a:lnTo>
                  <a:close/>
                </a:path>
                <a:path w="259714" h="229870">
                  <a:moveTo>
                    <a:pt x="61213" y="0"/>
                  </a:moveTo>
                  <a:lnTo>
                    <a:pt x="57785" y="0"/>
                  </a:lnTo>
                  <a:lnTo>
                    <a:pt x="507" y="60960"/>
                  </a:lnTo>
                  <a:lnTo>
                    <a:pt x="126" y="60960"/>
                  </a:lnTo>
                  <a:lnTo>
                    <a:pt x="0" y="62230"/>
                  </a:lnTo>
                  <a:lnTo>
                    <a:pt x="381" y="64770"/>
                  </a:lnTo>
                  <a:lnTo>
                    <a:pt x="762" y="64770"/>
                  </a:lnTo>
                  <a:lnTo>
                    <a:pt x="1269" y="66040"/>
                  </a:lnTo>
                  <a:lnTo>
                    <a:pt x="2793" y="67310"/>
                  </a:lnTo>
                  <a:lnTo>
                    <a:pt x="3810" y="68580"/>
                  </a:lnTo>
                  <a:lnTo>
                    <a:pt x="6350" y="71120"/>
                  </a:lnTo>
                  <a:lnTo>
                    <a:pt x="7493" y="71120"/>
                  </a:lnTo>
                  <a:lnTo>
                    <a:pt x="8381" y="72390"/>
                  </a:lnTo>
                  <a:lnTo>
                    <a:pt x="9398" y="72390"/>
                  </a:lnTo>
                  <a:lnTo>
                    <a:pt x="10160" y="73660"/>
                  </a:lnTo>
                  <a:lnTo>
                    <a:pt x="13588" y="73660"/>
                  </a:lnTo>
                  <a:lnTo>
                    <a:pt x="38100" y="46990"/>
                  </a:lnTo>
                  <a:lnTo>
                    <a:pt x="60706" y="46990"/>
                  </a:lnTo>
                  <a:lnTo>
                    <a:pt x="48641" y="35560"/>
                  </a:lnTo>
                  <a:lnTo>
                    <a:pt x="70866" y="12700"/>
                  </a:lnTo>
                  <a:lnTo>
                    <a:pt x="71374" y="11430"/>
                  </a:lnTo>
                  <a:lnTo>
                    <a:pt x="71247" y="10160"/>
                  </a:lnTo>
                  <a:lnTo>
                    <a:pt x="70993" y="10160"/>
                  </a:lnTo>
                  <a:lnTo>
                    <a:pt x="70612" y="8890"/>
                  </a:lnTo>
                  <a:lnTo>
                    <a:pt x="70104" y="8890"/>
                  </a:lnTo>
                  <a:lnTo>
                    <a:pt x="68580" y="6350"/>
                  </a:lnTo>
                  <a:lnTo>
                    <a:pt x="66293" y="3810"/>
                  </a:lnTo>
                  <a:lnTo>
                    <a:pt x="63881" y="2540"/>
                  </a:lnTo>
                  <a:lnTo>
                    <a:pt x="62992" y="1270"/>
                  </a:lnTo>
                  <a:lnTo>
                    <a:pt x="61975" y="1270"/>
                  </a:lnTo>
                  <a:lnTo>
                    <a:pt x="61213" y="0"/>
                  </a:lnTo>
                  <a:close/>
                </a:path>
                <a:path w="259714" h="229870">
                  <a:moveTo>
                    <a:pt x="97789" y="34290"/>
                  </a:moveTo>
                  <a:lnTo>
                    <a:pt x="95757" y="34290"/>
                  </a:lnTo>
                  <a:lnTo>
                    <a:pt x="94995" y="35560"/>
                  </a:lnTo>
                  <a:lnTo>
                    <a:pt x="72770" y="58420"/>
                  </a:lnTo>
                  <a:lnTo>
                    <a:pt x="97891" y="58420"/>
                  </a:lnTo>
                  <a:lnTo>
                    <a:pt x="108457" y="46990"/>
                  </a:lnTo>
                  <a:lnTo>
                    <a:pt x="108585" y="46990"/>
                  </a:lnTo>
                  <a:lnTo>
                    <a:pt x="108585" y="45720"/>
                  </a:lnTo>
                  <a:lnTo>
                    <a:pt x="107823" y="44450"/>
                  </a:lnTo>
                  <a:lnTo>
                    <a:pt x="107314" y="43180"/>
                  </a:lnTo>
                  <a:lnTo>
                    <a:pt x="104901" y="40640"/>
                  </a:lnTo>
                  <a:lnTo>
                    <a:pt x="103631" y="39370"/>
                  </a:lnTo>
                  <a:lnTo>
                    <a:pt x="102235" y="38100"/>
                  </a:lnTo>
                  <a:lnTo>
                    <a:pt x="101218" y="36830"/>
                  </a:lnTo>
                  <a:lnTo>
                    <a:pt x="100203" y="36830"/>
                  </a:lnTo>
                  <a:lnTo>
                    <a:pt x="99313" y="35560"/>
                  </a:lnTo>
                  <a:lnTo>
                    <a:pt x="98425" y="35560"/>
                  </a:lnTo>
                  <a:lnTo>
                    <a:pt x="97789" y="34290"/>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2" name="object 42"/>
            <p:cNvPicPr/>
            <p:nvPr/>
          </p:nvPicPr>
          <p:blipFill>
            <a:blip r:embed="rId12" cstate="print"/>
            <a:stretch>
              <a:fillRect/>
            </a:stretch>
          </p:blipFill>
          <p:spPr>
            <a:xfrm>
              <a:off x="4779264" y="3948658"/>
              <a:ext cx="234670" cy="559333"/>
            </a:xfrm>
            <a:prstGeom prst="rect">
              <a:avLst/>
            </a:prstGeom>
          </p:spPr>
        </p:pic>
        <p:sp>
          <p:nvSpPr>
            <p:cNvPr id="43" name="object 43"/>
            <p:cNvSpPr/>
            <p:nvPr/>
          </p:nvSpPr>
          <p:spPr>
            <a:xfrm>
              <a:off x="4861557" y="3971289"/>
              <a:ext cx="76200" cy="402590"/>
            </a:xfrm>
            <a:custGeom>
              <a:avLst/>
              <a:gdLst/>
              <a:ahLst/>
              <a:cxnLst/>
              <a:rect l="l" t="t" r="r" b="b"/>
              <a:pathLst>
                <a:path w="76200" h="402589">
                  <a:moveTo>
                    <a:pt x="25214" y="326135"/>
                  </a:moveTo>
                  <a:lnTo>
                    <a:pt x="0" y="326135"/>
                  </a:lnTo>
                  <a:lnTo>
                    <a:pt x="37467" y="402209"/>
                  </a:lnTo>
                  <a:lnTo>
                    <a:pt x="69683" y="338836"/>
                  </a:lnTo>
                  <a:lnTo>
                    <a:pt x="25147" y="338836"/>
                  </a:lnTo>
                  <a:lnTo>
                    <a:pt x="25214" y="326135"/>
                  </a:lnTo>
                  <a:close/>
                </a:path>
                <a:path w="76200" h="402589">
                  <a:moveTo>
                    <a:pt x="52326" y="0"/>
                  </a:moveTo>
                  <a:lnTo>
                    <a:pt x="26925" y="0"/>
                  </a:lnTo>
                  <a:lnTo>
                    <a:pt x="25214" y="326135"/>
                  </a:lnTo>
                  <a:lnTo>
                    <a:pt x="25147" y="338836"/>
                  </a:lnTo>
                  <a:lnTo>
                    <a:pt x="50548" y="338836"/>
                  </a:lnTo>
                  <a:lnTo>
                    <a:pt x="52326" y="0"/>
                  </a:lnTo>
                  <a:close/>
                </a:path>
                <a:path w="76200" h="402589">
                  <a:moveTo>
                    <a:pt x="50614" y="326135"/>
                  </a:moveTo>
                  <a:lnTo>
                    <a:pt x="50548" y="338836"/>
                  </a:lnTo>
                  <a:lnTo>
                    <a:pt x="69683" y="338836"/>
                  </a:lnTo>
                  <a:lnTo>
                    <a:pt x="76075" y="326263"/>
                  </a:lnTo>
                  <a:lnTo>
                    <a:pt x="50614" y="326135"/>
                  </a:lnTo>
                  <a:close/>
                </a:path>
              </a:pathLst>
            </a:custGeom>
            <a:solidFill>
              <a:srgbClr val="375F9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4" name="object 44"/>
            <p:cNvPicPr/>
            <p:nvPr/>
          </p:nvPicPr>
          <p:blipFill>
            <a:blip r:embed="rId13" cstate="print"/>
            <a:stretch>
              <a:fillRect/>
            </a:stretch>
          </p:blipFill>
          <p:spPr>
            <a:xfrm>
              <a:off x="4764023" y="2991586"/>
              <a:ext cx="234670" cy="586765"/>
            </a:xfrm>
            <a:prstGeom prst="rect">
              <a:avLst/>
            </a:prstGeom>
          </p:spPr>
        </p:pic>
        <p:sp>
          <p:nvSpPr>
            <p:cNvPr id="45" name="object 45"/>
            <p:cNvSpPr/>
            <p:nvPr/>
          </p:nvSpPr>
          <p:spPr>
            <a:xfrm>
              <a:off x="4845176" y="3091433"/>
              <a:ext cx="76200" cy="428625"/>
            </a:xfrm>
            <a:custGeom>
              <a:avLst/>
              <a:gdLst/>
              <a:ahLst/>
              <a:cxnLst/>
              <a:rect l="l" t="t" r="r" b="b"/>
              <a:pathLst>
                <a:path w="76200" h="428625">
                  <a:moveTo>
                    <a:pt x="50800" y="63500"/>
                  </a:moveTo>
                  <a:lnTo>
                    <a:pt x="25400" y="63500"/>
                  </a:lnTo>
                  <a:lnTo>
                    <a:pt x="25400" y="428370"/>
                  </a:lnTo>
                  <a:lnTo>
                    <a:pt x="50800" y="428370"/>
                  </a:lnTo>
                  <a:lnTo>
                    <a:pt x="50800" y="63500"/>
                  </a:lnTo>
                  <a:close/>
                </a:path>
                <a:path w="76200" h="428625">
                  <a:moveTo>
                    <a:pt x="38100" y="0"/>
                  </a:moveTo>
                  <a:lnTo>
                    <a:pt x="0" y="76200"/>
                  </a:lnTo>
                  <a:lnTo>
                    <a:pt x="25400" y="76200"/>
                  </a:lnTo>
                  <a:lnTo>
                    <a:pt x="25400" y="63500"/>
                  </a:lnTo>
                  <a:lnTo>
                    <a:pt x="69850" y="63500"/>
                  </a:lnTo>
                  <a:lnTo>
                    <a:pt x="38100" y="0"/>
                  </a:lnTo>
                  <a:close/>
                </a:path>
                <a:path w="76200" h="428625">
                  <a:moveTo>
                    <a:pt x="69850" y="63500"/>
                  </a:moveTo>
                  <a:lnTo>
                    <a:pt x="50800" y="63500"/>
                  </a:lnTo>
                  <a:lnTo>
                    <a:pt x="50800" y="76200"/>
                  </a:lnTo>
                  <a:lnTo>
                    <a:pt x="76200" y="76200"/>
                  </a:lnTo>
                  <a:lnTo>
                    <a:pt x="69850" y="6350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6" name="object 46"/>
            <p:cNvPicPr/>
            <p:nvPr/>
          </p:nvPicPr>
          <p:blipFill>
            <a:blip r:embed="rId14" cstate="print"/>
            <a:stretch>
              <a:fillRect/>
            </a:stretch>
          </p:blipFill>
          <p:spPr>
            <a:xfrm>
              <a:off x="2705074" y="6347171"/>
              <a:ext cx="8622080" cy="362551"/>
            </a:xfrm>
            <a:prstGeom prst="rect">
              <a:avLst/>
            </a:prstGeom>
          </p:spPr>
        </p:pic>
      </p:grpSp>
      <p:sp>
        <p:nvSpPr>
          <p:cNvPr id="47" name="object 47"/>
          <p:cNvSpPr txBox="1"/>
          <p:nvPr/>
        </p:nvSpPr>
        <p:spPr>
          <a:xfrm>
            <a:off x="5844666" y="2625242"/>
            <a:ext cx="6228715" cy="523240"/>
          </a:xfrm>
          <a:prstGeom prst="rect">
            <a:avLst/>
          </a:prstGeom>
          <a:solidFill>
            <a:srgbClr val="D6E3BC"/>
          </a:solidFill>
        </p:spPr>
        <p:txBody>
          <a:bodyPr vert="horz" wrap="square" lIns="0" tIns="34290" rIns="0" bIns="0" rtlCol="0">
            <a:spAutoFit/>
          </a:bodyPr>
          <a:lstStyle/>
          <a:p>
            <a:pPr marL="92075" marR="370205" lvl="0" indent="0" defTabSz="914400" eaLnBrk="1" fontAlgn="auto" latinLnBrk="0" hangingPunct="1">
              <a:lnSpc>
                <a:spcPct val="100000"/>
              </a:lnSpc>
              <a:spcBef>
                <a:spcPts val="270"/>
              </a:spcBef>
              <a:spcAft>
                <a:spcPts val="0"/>
              </a:spcAft>
              <a:buClrTx/>
              <a:buSzTx/>
              <a:buFontTx/>
              <a:buNone/>
              <a:tabLst/>
              <a:defRPr/>
            </a:pPr>
            <a:r>
              <a:rPr kumimoji="0" sz="1400" b="0" i="0" u="none" strike="noStrike" kern="0" cap="none" spc="0" normalizeH="0" baseline="0" noProof="0" dirty="0">
                <a:ln>
                  <a:noFill/>
                </a:ln>
                <a:solidFill>
                  <a:sysClr val="windowText" lastClr="000000"/>
                </a:solidFill>
                <a:effectLst/>
                <a:uLnTx/>
                <a:uFillTx/>
                <a:latin typeface="Calibri"/>
                <a:cs typeface="Calibri"/>
              </a:rPr>
              <a:t>Global</a:t>
            </a:r>
            <a:r>
              <a:rPr kumimoji="0" sz="1400" b="0" i="0" u="none" strike="noStrike" kern="0" cap="none" spc="-4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Discovery</a:t>
            </a:r>
            <a:r>
              <a:rPr kumimoji="0" sz="1400" b="0" i="0" u="none" strike="noStrike" kern="0" cap="none" spc="-45"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Catalogues</a:t>
            </a:r>
            <a:r>
              <a:rPr kumimoji="0" sz="1400" b="0" i="0" u="none" strike="noStrike" kern="0" cap="none" spc="-2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download</a:t>
            </a:r>
            <a:r>
              <a:rPr kumimoji="0" sz="1400" b="0" i="0" u="none" strike="noStrike" kern="0" cap="none" spc="-5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all</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valid</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WCMP2</a:t>
            </a:r>
            <a:r>
              <a:rPr kumimoji="0" sz="1400" b="0" i="0" u="none" strike="noStrike" kern="0" cap="none" spc="-2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records</a:t>
            </a:r>
            <a:r>
              <a:rPr kumimoji="0" sz="1400" b="0" i="0" u="none" strike="noStrike" kern="0" cap="none" spc="-5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from</a:t>
            </a:r>
            <a:r>
              <a:rPr kumimoji="0" sz="1400" b="0" i="0" u="none" strike="noStrike" kern="0" cap="none" spc="-6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the</a:t>
            </a:r>
            <a:r>
              <a:rPr kumimoji="0" sz="1400" b="0" i="0" u="none" strike="noStrike" kern="0" cap="none" spc="-20"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HTTP-</a:t>
            </a:r>
            <a:r>
              <a:rPr kumimoji="0" sz="1400" b="0" i="0" u="none" strike="noStrike" kern="0" cap="none" spc="0" normalizeH="0" baseline="0" noProof="0" dirty="0">
                <a:ln>
                  <a:noFill/>
                </a:ln>
                <a:solidFill>
                  <a:sysClr val="windowText" lastClr="000000"/>
                </a:solidFill>
                <a:effectLst/>
                <a:uLnTx/>
                <a:uFillTx/>
                <a:latin typeface="Calibri"/>
                <a:cs typeface="Calibri"/>
              </a:rPr>
              <a:t>endpoint for</a:t>
            </a:r>
            <a:r>
              <a:rPr kumimoji="0" sz="1400" b="0" i="0" u="none" strike="noStrike" kern="0" cap="none" spc="-25"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notifications</a:t>
            </a:r>
            <a:r>
              <a:rPr kumimoji="0" sz="1400" b="0" i="0" u="none" strike="noStrike" kern="0" cap="none" spc="-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on</a:t>
            </a:r>
            <a:r>
              <a:rPr kumimoji="0" sz="1400" b="0" i="0" u="none" strike="noStrike" kern="0" cap="none" spc="-20"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topic=</a:t>
            </a:r>
            <a:r>
              <a:rPr kumimoji="0" sz="1400" b="0" i="1" u="none" strike="noStrike" kern="0" cap="none" spc="-10" normalizeH="0" baseline="0" noProof="0" dirty="0">
                <a:ln>
                  <a:noFill/>
                </a:ln>
                <a:solidFill>
                  <a:sysClr val="windowText" lastClr="000000"/>
                </a:solidFill>
                <a:effectLst/>
                <a:uLnTx/>
                <a:uFillTx/>
                <a:latin typeface="Calibri"/>
                <a:cs typeface="Calibri"/>
              </a:rPr>
              <a:t>origin/a/wis2/+/metadata</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48" name="object 48"/>
          <p:cNvSpPr txBox="1"/>
          <p:nvPr/>
        </p:nvSpPr>
        <p:spPr>
          <a:xfrm>
            <a:off x="5836411" y="3454044"/>
            <a:ext cx="6228715" cy="523240"/>
          </a:xfrm>
          <a:prstGeom prst="rect">
            <a:avLst/>
          </a:prstGeom>
          <a:solidFill>
            <a:srgbClr val="E6B8B8"/>
          </a:solidFill>
        </p:spPr>
        <p:txBody>
          <a:bodyPr vert="horz" wrap="square" lIns="0" tIns="34925" rIns="0" bIns="0" rtlCol="0">
            <a:spAutoFit/>
          </a:bodyPr>
          <a:lstStyle/>
          <a:p>
            <a:pPr marL="92075" marR="276225" lvl="0" indent="0" defTabSz="914400" eaLnBrk="1" fontAlgn="auto" latinLnBrk="0" hangingPunct="1">
              <a:lnSpc>
                <a:spcPct val="100000"/>
              </a:lnSpc>
              <a:spcBef>
                <a:spcPts val="275"/>
              </a:spcBef>
              <a:spcAft>
                <a:spcPts val="0"/>
              </a:spcAft>
              <a:buClrTx/>
              <a:buSzTx/>
              <a:buFontTx/>
              <a:buNone/>
              <a:tabLst/>
              <a:defRPr/>
            </a:pPr>
            <a:r>
              <a:rPr kumimoji="0" sz="1400" b="0" i="0" u="none" strike="noStrike" kern="0" cap="none" spc="0" normalizeH="0" baseline="0" noProof="0" dirty="0">
                <a:ln>
                  <a:noFill/>
                </a:ln>
                <a:solidFill>
                  <a:sysClr val="windowText" lastClr="000000"/>
                </a:solidFill>
                <a:effectLst/>
                <a:uLnTx/>
                <a:uFillTx/>
                <a:latin typeface="Calibri"/>
                <a:cs typeface="Calibri"/>
              </a:rPr>
              <a:t>Global</a:t>
            </a:r>
            <a:r>
              <a:rPr kumimoji="0" sz="1400" b="0" i="0" u="none" strike="noStrike" kern="0" cap="none" spc="-1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Brokers</a:t>
            </a:r>
            <a:r>
              <a:rPr kumimoji="0" sz="1400" b="0" i="0" u="none" strike="noStrike" kern="0" cap="none" spc="-1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subscribe to</a:t>
            </a:r>
            <a:r>
              <a:rPr kumimoji="0" sz="1400" b="0" i="0" u="none" strike="noStrike" kern="0" cap="none" spc="-5"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topic=</a:t>
            </a:r>
            <a:r>
              <a:rPr kumimoji="0" sz="1400" b="0" i="1" u="none" strike="noStrike" kern="0" cap="none" spc="-10" normalizeH="0" baseline="0" noProof="0" dirty="0">
                <a:ln>
                  <a:noFill/>
                </a:ln>
                <a:solidFill>
                  <a:sysClr val="windowText" lastClr="000000"/>
                </a:solidFill>
                <a:effectLst/>
                <a:uLnTx/>
                <a:uFillTx/>
                <a:latin typeface="Calibri"/>
                <a:cs typeface="Calibri"/>
              </a:rPr>
              <a:t>origin/a/wis2/&lt;centre-</a:t>
            </a:r>
            <a:r>
              <a:rPr kumimoji="0" sz="1400" b="0" i="1" u="none" strike="noStrike" kern="0" cap="none" spc="0" normalizeH="0" baseline="0" noProof="0" dirty="0">
                <a:ln>
                  <a:noFill/>
                </a:ln>
                <a:solidFill>
                  <a:sysClr val="windowText" lastClr="000000"/>
                </a:solidFill>
                <a:effectLst/>
                <a:uLnTx/>
                <a:uFillTx/>
                <a:latin typeface="Calibri"/>
                <a:cs typeface="Calibri"/>
              </a:rPr>
              <a:t>id&gt;/#</a:t>
            </a:r>
            <a:r>
              <a:rPr kumimoji="0" sz="1400" b="0" i="1" u="none" strike="noStrike" kern="0" cap="none" spc="-1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on</a:t>
            </a:r>
            <a:r>
              <a:rPr kumimoji="0" sz="1400" b="0" i="0" u="none" strike="noStrike" kern="0" cap="none" spc="-1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the WIS2</a:t>
            </a:r>
            <a:r>
              <a:rPr kumimoji="0" sz="1400" b="0" i="0" u="none" strike="noStrike" kern="0" cap="none" spc="-10" normalizeH="0" baseline="0" noProof="0" dirty="0">
                <a:ln>
                  <a:noFill/>
                </a:ln>
                <a:solidFill>
                  <a:sysClr val="windowText" lastClr="000000"/>
                </a:solidFill>
                <a:effectLst/>
                <a:uLnTx/>
                <a:uFillTx/>
                <a:latin typeface="Calibri"/>
                <a:cs typeface="Calibri"/>
              </a:rPr>
              <a:t> </a:t>
            </a:r>
            <a:r>
              <a:rPr kumimoji="0" sz="1400" b="0" i="0" u="none" strike="noStrike" kern="0" cap="none" spc="-20" normalizeH="0" baseline="0" noProof="0" dirty="0">
                <a:ln>
                  <a:noFill/>
                </a:ln>
                <a:solidFill>
                  <a:sysClr val="windowText" lastClr="000000"/>
                </a:solidFill>
                <a:effectLst/>
                <a:uLnTx/>
                <a:uFillTx/>
                <a:latin typeface="Calibri"/>
                <a:cs typeface="Calibri"/>
              </a:rPr>
              <a:t>Node </a:t>
            </a:r>
            <a:r>
              <a:rPr kumimoji="0" sz="1400" b="0" i="0" u="none" strike="noStrike" kern="0" cap="none" spc="0" normalizeH="0" baseline="0" noProof="0" dirty="0">
                <a:ln>
                  <a:noFill/>
                </a:ln>
                <a:solidFill>
                  <a:sysClr val="windowText" lastClr="000000"/>
                </a:solidFill>
                <a:effectLst/>
                <a:uLnTx/>
                <a:uFillTx/>
                <a:latin typeface="Calibri"/>
                <a:cs typeface="Calibri"/>
              </a:rPr>
              <a:t>MQTT</a:t>
            </a:r>
            <a:r>
              <a:rPr kumimoji="0" sz="1400" b="0" i="0" u="none" strike="noStrike" kern="0" cap="none" spc="-4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broker,</a:t>
            </a:r>
            <a:r>
              <a:rPr kumimoji="0" sz="1400" b="0" i="0" u="none" strike="noStrike" kern="0" cap="none" spc="-4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and</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republishes</a:t>
            </a:r>
            <a:r>
              <a:rPr kumimoji="0" sz="1400" b="0" i="0" u="none" strike="noStrike" kern="0" cap="none" spc="-2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all</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valid</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WIS2-</a:t>
            </a:r>
            <a:r>
              <a:rPr kumimoji="0" sz="1400" b="0" i="0" u="none" strike="noStrike" kern="0" cap="none" spc="-10" normalizeH="0" baseline="0" noProof="0" dirty="0">
                <a:ln>
                  <a:noFill/>
                </a:ln>
                <a:solidFill>
                  <a:sysClr val="windowText" lastClr="000000"/>
                </a:solidFill>
                <a:effectLst/>
                <a:uLnTx/>
                <a:uFillTx/>
                <a:latin typeface="Calibri"/>
                <a:cs typeface="Calibri"/>
              </a:rPr>
              <a:t>notifications</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49" name="object 49"/>
          <p:cNvSpPr txBox="1"/>
          <p:nvPr/>
        </p:nvSpPr>
        <p:spPr>
          <a:xfrm>
            <a:off x="5821679" y="4283100"/>
            <a:ext cx="6228715" cy="523240"/>
          </a:xfrm>
          <a:prstGeom prst="rect">
            <a:avLst/>
          </a:prstGeom>
          <a:solidFill>
            <a:srgbClr val="8EB4E2"/>
          </a:solidFill>
        </p:spPr>
        <p:txBody>
          <a:bodyPr vert="horz" wrap="square" lIns="0" tIns="34925" rIns="0" bIns="0" rtlCol="0">
            <a:spAutoFit/>
          </a:bodyPr>
          <a:lstStyle/>
          <a:p>
            <a:pPr marL="92075" marR="555625" lvl="0" indent="0" defTabSz="914400" eaLnBrk="1" fontAlgn="auto" latinLnBrk="0" hangingPunct="1">
              <a:lnSpc>
                <a:spcPct val="100000"/>
              </a:lnSpc>
              <a:spcBef>
                <a:spcPts val="275"/>
              </a:spcBef>
              <a:spcAft>
                <a:spcPts val="0"/>
              </a:spcAft>
              <a:buClrTx/>
              <a:buSzTx/>
              <a:buFontTx/>
              <a:buNone/>
              <a:tabLst/>
              <a:defRPr/>
            </a:pPr>
            <a:r>
              <a:rPr kumimoji="0" sz="1400" b="0" i="0" u="none" strike="noStrike" kern="0" cap="none" spc="0" normalizeH="0" baseline="0" noProof="0" dirty="0">
                <a:ln>
                  <a:noFill/>
                </a:ln>
                <a:solidFill>
                  <a:sysClr val="windowText" lastClr="000000"/>
                </a:solidFill>
                <a:effectLst/>
                <a:uLnTx/>
                <a:uFillTx/>
                <a:latin typeface="Calibri"/>
                <a:cs typeface="Calibri"/>
              </a:rPr>
              <a:t>Global</a:t>
            </a:r>
            <a:r>
              <a:rPr kumimoji="0" sz="1400" b="0" i="0" u="none" strike="noStrike" kern="0" cap="none" spc="-3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Caches</a:t>
            </a:r>
            <a:r>
              <a:rPr kumimoji="0" sz="1400" b="0" i="0" u="none" strike="noStrike" kern="0" cap="none" spc="-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download</a:t>
            </a:r>
            <a:r>
              <a:rPr kumimoji="0" sz="1400" b="0" i="0" u="none" strike="noStrike" kern="0" cap="none" spc="-3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data</a:t>
            </a:r>
            <a:r>
              <a:rPr kumimoji="0" sz="1400" b="0" i="0" u="none" strike="noStrike" kern="0" cap="none" spc="-2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from</a:t>
            </a:r>
            <a:r>
              <a:rPr kumimoji="0" sz="1400" b="0" i="0" u="none" strike="noStrike" kern="0" cap="none" spc="-45"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the</a:t>
            </a:r>
            <a:r>
              <a:rPr kumimoji="0" sz="1400" b="0" i="0" u="none" strike="noStrike" kern="0" cap="none" spc="-20"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HTTP-</a:t>
            </a:r>
            <a:r>
              <a:rPr kumimoji="0" sz="1400" b="0" i="0" u="none" strike="noStrike" kern="0" cap="none" spc="0" normalizeH="0" baseline="0" noProof="0" dirty="0">
                <a:ln>
                  <a:noFill/>
                </a:ln>
                <a:solidFill>
                  <a:sysClr val="windowText" lastClr="000000"/>
                </a:solidFill>
                <a:effectLst/>
                <a:uLnTx/>
                <a:uFillTx/>
                <a:latin typeface="Calibri"/>
                <a:cs typeface="Calibri"/>
              </a:rPr>
              <a:t>endpoint for</a:t>
            </a:r>
            <a:r>
              <a:rPr kumimoji="0" sz="1400" b="0" i="0" u="none" strike="noStrike" kern="0" cap="none" spc="-50" normalizeH="0" baseline="0" noProof="0" dirty="0">
                <a:ln>
                  <a:noFill/>
                </a:ln>
                <a:solidFill>
                  <a:sysClr val="windowText" lastClr="000000"/>
                </a:solidFill>
                <a:effectLst/>
                <a:uLnTx/>
                <a:uFillTx/>
                <a:latin typeface="Calibri"/>
                <a:cs typeface="Calibri"/>
              </a:rPr>
              <a:t> </a:t>
            </a:r>
            <a:r>
              <a:rPr kumimoji="0" sz="1400" b="0" i="0" u="none" strike="noStrike" kern="0" cap="none" spc="0" normalizeH="0" baseline="0" noProof="0" dirty="0">
                <a:ln>
                  <a:noFill/>
                </a:ln>
                <a:solidFill>
                  <a:sysClr val="windowText" lastClr="000000"/>
                </a:solidFill>
                <a:effectLst/>
                <a:uLnTx/>
                <a:uFillTx/>
                <a:latin typeface="Calibri"/>
                <a:cs typeface="Calibri"/>
              </a:rPr>
              <a:t>all</a:t>
            </a:r>
            <a:r>
              <a:rPr kumimoji="0" sz="1400" b="0" i="0" u="none" strike="noStrike" kern="0" cap="none" spc="-15" normalizeH="0" baseline="0" noProof="0" dirty="0">
                <a:ln>
                  <a:noFill/>
                </a:ln>
                <a:solidFill>
                  <a:sysClr val="windowText" lastClr="000000"/>
                </a:solidFill>
                <a:effectLst/>
                <a:uLnTx/>
                <a:uFillTx/>
                <a:latin typeface="Calibri"/>
                <a:cs typeface="Calibri"/>
              </a:rPr>
              <a:t> </a:t>
            </a:r>
            <a:r>
              <a:rPr kumimoji="0" sz="1400" b="0" i="0" u="none" strike="noStrike" kern="0" cap="none" spc="-10" normalizeH="0" baseline="0" noProof="0" dirty="0">
                <a:ln>
                  <a:noFill/>
                </a:ln>
                <a:solidFill>
                  <a:sysClr val="windowText" lastClr="000000"/>
                </a:solidFill>
                <a:effectLst/>
                <a:uLnTx/>
                <a:uFillTx/>
                <a:latin typeface="Calibri"/>
                <a:cs typeface="Calibri"/>
              </a:rPr>
              <a:t>notifications</a:t>
            </a:r>
            <a:r>
              <a:rPr kumimoji="0" sz="1400" b="0" i="0" u="none" strike="noStrike" kern="0" cap="none" spc="-25" normalizeH="0" baseline="0" noProof="0" dirty="0">
                <a:ln>
                  <a:noFill/>
                </a:ln>
                <a:solidFill>
                  <a:sysClr val="windowText" lastClr="000000"/>
                </a:solidFill>
                <a:effectLst/>
                <a:uLnTx/>
                <a:uFillTx/>
                <a:latin typeface="Calibri"/>
                <a:cs typeface="Calibri"/>
              </a:rPr>
              <a:t> on </a:t>
            </a:r>
            <a:r>
              <a:rPr kumimoji="0" sz="1400" b="0" i="0" u="none" strike="noStrike" kern="0" cap="none" spc="-10" normalizeH="0" baseline="0" noProof="0" dirty="0">
                <a:ln>
                  <a:noFill/>
                </a:ln>
                <a:solidFill>
                  <a:sysClr val="windowText" lastClr="000000"/>
                </a:solidFill>
                <a:effectLst/>
                <a:uLnTx/>
                <a:uFillTx/>
                <a:latin typeface="Calibri"/>
                <a:cs typeface="Calibri"/>
              </a:rPr>
              <a:t>topic=</a:t>
            </a:r>
            <a:r>
              <a:rPr kumimoji="0" sz="1400" b="0" i="1" u="none" strike="noStrike" kern="0" cap="none" spc="-10" normalizeH="0" baseline="0" noProof="0" dirty="0">
                <a:ln>
                  <a:noFill/>
                </a:ln>
                <a:solidFill>
                  <a:sysClr val="windowText" lastClr="000000"/>
                </a:solidFill>
                <a:effectLst/>
                <a:uLnTx/>
                <a:uFillTx/>
                <a:latin typeface="Calibri"/>
                <a:cs typeface="Calibri"/>
              </a:rPr>
              <a:t>origin/a/wis2/+/data/core/#</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50" name="object 50"/>
          <p:cNvSpPr txBox="1"/>
          <p:nvPr/>
        </p:nvSpPr>
        <p:spPr>
          <a:xfrm>
            <a:off x="2745613" y="5612942"/>
            <a:ext cx="8168640" cy="1034415"/>
          </a:xfrm>
          <a:prstGeom prst="rect">
            <a:avLst/>
          </a:prstGeom>
          <a:solidFill>
            <a:srgbClr val="F1F1F1"/>
          </a:solidFill>
          <a:ln w="9525">
            <a:solidFill>
              <a:srgbClr val="252525"/>
            </a:solidFill>
          </a:ln>
        </p:spPr>
        <p:txBody>
          <a:bodyPr vert="horz" wrap="square" lIns="0" tIns="13335" rIns="0" bIns="0" rtlCol="0">
            <a:spAutoFit/>
          </a:bodyPr>
          <a:lstStyle/>
          <a:p>
            <a:pPr marL="91440" marR="0" lvl="0" indent="0" defTabSz="914400" eaLnBrk="1" fontAlgn="auto" latinLnBrk="0" hangingPunct="1">
              <a:lnSpc>
                <a:spcPct val="100000"/>
              </a:lnSpc>
              <a:spcBef>
                <a:spcPts val="105"/>
              </a:spcBef>
              <a:spcAft>
                <a:spcPts val="0"/>
              </a:spcAft>
              <a:buClrTx/>
              <a:buSzTx/>
              <a:buFontTx/>
              <a:buNone/>
              <a:tabLst/>
              <a:defRPr/>
            </a:pPr>
            <a:r>
              <a:rPr kumimoji="0" sz="1800" b="0" i="0" u="none" strike="noStrike" kern="0" cap="none" spc="0" normalizeH="0" baseline="0" noProof="0" dirty="0">
                <a:ln>
                  <a:noFill/>
                </a:ln>
                <a:solidFill>
                  <a:srgbClr val="001F5F"/>
                </a:solidFill>
                <a:effectLst/>
                <a:uLnTx/>
                <a:uFillTx/>
                <a:latin typeface="Arial MT"/>
                <a:cs typeface="Arial MT"/>
              </a:rPr>
              <a:t>MQTT</a:t>
            </a:r>
            <a:r>
              <a:rPr kumimoji="0" sz="1800" b="0" i="0" u="none" strike="noStrike" kern="0" cap="none" spc="-4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topic</a:t>
            </a:r>
            <a:r>
              <a:rPr kumimoji="0" sz="1800" b="0" i="0" u="none" strike="noStrike" kern="0" cap="none" spc="-3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defined</a:t>
            </a:r>
            <a:r>
              <a:rPr kumimoji="0" sz="1800" b="0" i="0" u="none" strike="noStrike" kern="0" cap="none" spc="-2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by</a:t>
            </a:r>
            <a:r>
              <a:rPr kumimoji="0" sz="1800" b="0" i="0" u="none" strike="noStrike" kern="0" cap="none" spc="-3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the</a:t>
            </a:r>
            <a:r>
              <a:rPr kumimoji="0" sz="1800" b="0" i="0" u="none" strike="noStrike" kern="0" cap="none" spc="-25" normalizeH="0" baseline="0" noProof="0" dirty="0">
                <a:ln>
                  <a:noFill/>
                </a:ln>
                <a:solidFill>
                  <a:srgbClr val="001F5F"/>
                </a:solidFill>
                <a:effectLst/>
                <a:uLnTx/>
                <a:uFillTx/>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WIS2</a:t>
            </a:r>
            <a:r>
              <a:rPr kumimoji="0" sz="1800" b="0" i="0" u="sng" strike="noStrike" kern="0" cap="none" spc="-35" normalizeH="0" baseline="0" noProof="0" dirty="0">
                <a:ln>
                  <a:noFill/>
                </a:ln>
                <a:solidFill>
                  <a:srgbClr val="001F5F"/>
                </a:solidFill>
                <a:effectLst/>
                <a:uLnTx/>
                <a:uFill>
                  <a:solidFill>
                    <a:srgbClr val="001F5F"/>
                  </a:solidFill>
                </a:uFill>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Topic</a:t>
            </a:r>
            <a:r>
              <a:rPr kumimoji="0" sz="1800" b="0" i="0" u="sng" strike="noStrike" kern="0" cap="none" spc="-40" normalizeH="0" baseline="0" noProof="0" dirty="0">
                <a:ln>
                  <a:noFill/>
                </a:ln>
                <a:solidFill>
                  <a:srgbClr val="001F5F"/>
                </a:solidFill>
                <a:effectLst/>
                <a:uLnTx/>
                <a:uFill>
                  <a:solidFill>
                    <a:srgbClr val="001F5F"/>
                  </a:solidFill>
                </a:uFill>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Hierarchy</a:t>
            </a:r>
            <a:r>
              <a:rPr kumimoji="0" sz="1800" b="0" i="0" u="none" strike="noStrike" kern="0" cap="none" spc="-15" normalizeH="0" baseline="0" noProof="0" dirty="0">
                <a:ln>
                  <a:noFill/>
                </a:ln>
                <a:solidFill>
                  <a:srgbClr val="001F5F"/>
                </a:solidFill>
                <a:effectLst/>
                <a:uLnTx/>
                <a:uFillTx/>
                <a:latin typeface="Arial MT"/>
                <a:cs typeface="Arial MT"/>
              </a:rPr>
              <a:t> </a:t>
            </a:r>
            <a:r>
              <a:rPr kumimoji="0" sz="1800" b="0" i="0" u="none" strike="noStrike" kern="0" cap="none" spc="-10" normalizeH="0" baseline="0" noProof="0" dirty="0">
                <a:ln>
                  <a:noFill/>
                </a:ln>
                <a:solidFill>
                  <a:srgbClr val="001F5F"/>
                </a:solidFill>
                <a:effectLst/>
                <a:uLnTx/>
                <a:uFillTx/>
                <a:latin typeface="Arial MT"/>
                <a:cs typeface="Arial MT"/>
              </a:rPr>
              <a:t>standard</a:t>
            </a:r>
            <a:endParaRPr kumimoji="0" sz="1800" b="0" i="0" u="none" strike="noStrike" kern="0" cap="none" spc="0" normalizeH="0" baseline="0" noProof="0">
              <a:ln>
                <a:noFill/>
              </a:ln>
              <a:solidFill>
                <a:sysClr val="windowText" lastClr="000000"/>
              </a:solidFill>
              <a:effectLst/>
              <a:uLnTx/>
              <a:uFillTx/>
              <a:latin typeface="Arial MT"/>
              <a:cs typeface="Arial MT"/>
            </a:endParaRPr>
          </a:p>
          <a:p>
            <a:pPr marL="91440" marR="0" lvl="0" indent="0" defTabSz="914400" eaLnBrk="1" fontAlgn="auto" latinLnBrk="0" hangingPunct="1">
              <a:lnSpc>
                <a:spcPct val="100000"/>
              </a:lnSpc>
              <a:spcBef>
                <a:spcPts val="540"/>
              </a:spcBef>
              <a:spcAft>
                <a:spcPts val="0"/>
              </a:spcAft>
              <a:buClrTx/>
              <a:buSzTx/>
              <a:buFontTx/>
              <a:buNone/>
              <a:tabLst/>
              <a:defRPr/>
            </a:pPr>
            <a:r>
              <a:rPr kumimoji="0" sz="1800" b="0" i="0" u="none" strike="noStrike" kern="0" cap="none" spc="0" normalizeH="0" baseline="0" noProof="0" dirty="0">
                <a:ln>
                  <a:noFill/>
                </a:ln>
                <a:solidFill>
                  <a:srgbClr val="001F5F"/>
                </a:solidFill>
                <a:effectLst/>
                <a:uLnTx/>
                <a:uFillTx/>
                <a:latin typeface="Arial MT"/>
                <a:cs typeface="Arial MT"/>
              </a:rPr>
              <a:t>MQTT</a:t>
            </a:r>
            <a:r>
              <a:rPr kumimoji="0" sz="1800" b="0" i="0" u="none" strike="noStrike" kern="0" cap="none" spc="-5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message</a:t>
            </a:r>
            <a:r>
              <a:rPr kumimoji="0" sz="1800" b="0" i="0" u="none" strike="noStrike" kern="0" cap="none" spc="-3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payload</a:t>
            </a:r>
            <a:r>
              <a:rPr kumimoji="0" sz="1800" b="0" i="0" u="none" strike="noStrike" kern="0" cap="none" spc="-1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defined</a:t>
            </a:r>
            <a:r>
              <a:rPr kumimoji="0" sz="1800" b="0" i="0" u="none" strike="noStrike" kern="0" cap="none" spc="-15"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by</a:t>
            </a:r>
            <a:r>
              <a:rPr kumimoji="0" sz="1800" b="0" i="0" u="none" strike="noStrike" kern="0" cap="none" spc="-35"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the</a:t>
            </a:r>
            <a:r>
              <a:rPr kumimoji="0" sz="1800" b="0" i="0" u="none" strike="noStrike" kern="0" cap="none" spc="-35" normalizeH="0" baseline="0" noProof="0" dirty="0">
                <a:ln>
                  <a:noFill/>
                </a:ln>
                <a:solidFill>
                  <a:srgbClr val="001F5F"/>
                </a:solidFill>
                <a:effectLst/>
                <a:uLnTx/>
                <a:uFillTx/>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WIS2</a:t>
            </a:r>
            <a:r>
              <a:rPr kumimoji="0" sz="1800" b="0" i="0" u="sng" strike="noStrike" kern="0" cap="none" spc="-50" normalizeH="0" baseline="0" noProof="0" dirty="0">
                <a:ln>
                  <a:noFill/>
                </a:ln>
                <a:solidFill>
                  <a:srgbClr val="001F5F"/>
                </a:solidFill>
                <a:effectLst/>
                <a:uLnTx/>
                <a:uFill>
                  <a:solidFill>
                    <a:srgbClr val="001F5F"/>
                  </a:solidFill>
                </a:uFill>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Notification</a:t>
            </a:r>
            <a:r>
              <a:rPr kumimoji="0" sz="1800" b="0" i="0" u="sng" strike="noStrike" kern="0" cap="none" spc="-25" normalizeH="0" baseline="0" noProof="0" dirty="0">
                <a:ln>
                  <a:noFill/>
                </a:ln>
                <a:solidFill>
                  <a:srgbClr val="001F5F"/>
                </a:solidFill>
                <a:effectLst/>
                <a:uLnTx/>
                <a:uFill>
                  <a:solidFill>
                    <a:srgbClr val="001F5F"/>
                  </a:solidFill>
                </a:uFill>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Message</a:t>
            </a:r>
            <a:r>
              <a:rPr kumimoji="0" sz="1800" b="0" i="0" u="sng" strike="noStrike" kern="0" cap="none" spc="-30" normalizeH="0" baseline="0" noProof="0" dirty="0">
                <a:ln>
                  <a:noFill/>
                </a:ln>
                <a:solidFill>
                  <a:srgbClr val="001F5F"/>
                </a:solidFill>
                <a:effectLst/>
                <a:uLnTx/>
                <a:uFill>
                  <a:solidFill>
                    <a:srgbClr val="001F5F"/>
                  </a:solidFill>
                </a:uFill>
                <a:latin typeface="Arial MT"/>
                <a:cs typeface="Arial MT"/>
              </a:rPr>
              <a:t> </a:t>
            </a:r>
            <a:r>
              <a:rPr kumimoji="0" sz="1800" b="0" i="0" u="none" strike="noStrike" kern="0" cap="none" spc="-10" normalizeH="0" baseline="0" noProof="0" dirty="0">
                <a:ln>
                  <a:noFill/>
                </a:ln>
                <a:solidFill>
                  <a:srgbClr val="001F5F"/>
                </a:solidFill>
                <a:effectLst/>
                <a:uLnTx/>
                <a:uFillTx/>
                <a:latin typeface="Arial MT"/>
                <a:cs typeface="Arial MT"/>
              </a:rPr>
              <a:t>standard</a:t>
            </a:r>
            <a:endParaRPr kumimoji="0" sz="1800" b="0" i="0" u="none" strike="noStrike" kern="0" cap="none" spc="0" normalizeH="0" baseline="0" noProof="0">
              <a:ln>
                <a:noFill/>
              </a:ln>
              <a:solidFill>
                <a:sysClr val="windowText" lastClr="000000"/>
              </a:solidFill>
              <a:effectLst/>
              <a:uLnTx/>
              <a:uFillTx/>
              <a:latin typeface="Arial MT"/>
              <a:cs typeface="Arial MT"/>
            </a:endParaRPr>
          </a:p>
          <a:p>
            <a:pPr marL="91440" marR="0" lvl="0" indent="0" defTabSz="914400" eaLnBrk="1" fontAlgn="auto" latinLnBrk="0" hangingPunct="1">
              <a:lnSpc>
                <a:spcPct val="100000"/>
              </a:lnSpc>
              <a:spcBef>
                <a:spcPts val="540"/>
              </a:spcBef>
              <a:spcAft>
                <a:spcPts val="0"/>
              </a:spcAft>
              <a:buClrTx/>
              <a:buSzTx/>
              <a:buFontTx/>
              <a:buNone/>
              <a:tabLst/>
              <a:defRPr/>
            </a:pPr>
            <a:r>
              <a:rPr kumimoji="0" sz="1800" b="0" i="0" u="none" strike="noStrike" kern="0" cap="none" spc="0" normalizeH="0" baseline="0" noProof="0" dirty="0">
                <a:ln>
                  <a:noFill/>
                </a:ln>
                <a:solidFill>
                  <a:srgbClr val="001F5F"/>
                </a:solidFill>
                <a:effectLst/>
                <a:uLnTx/>
                <a:uFillTx/>
                <a:latin typeface="Arial MT"/>
                <a:cs typeface="Arial MT"/>
              </a:rPr>
              <a:t>Discovery</a:t>
            </a:r>
            <a:r>
              <a:rPr kumimoji="0" sz="1800" b="0" i="0" u="none" strike="noStrike" kern="0" cap="none" spc="-40"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Metadata</a:t>
            </a:r>
            <a:r>
              <a:rPr kumimoji="0" sz="1800" b="0" i="0" u="none" strike="noStrike" kern="0" cap="none" spc="-25"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records</a:t>
            </a:r>
            <a:r>
              <a:rPr kumimoji="0" sz="1800" b="0" i="0" u="none" strike="noStrike" kern="0" cap="none" spc="-35"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defined</a:t>
            </a:r>
            <a:r>
              <a:rPr kumimoji="0" sz="1800" b="0" i="0" u="none" strike="noStrike" kern="0" cap="none" spc="-15" normalizeH="0" baseline="0" noProof="0" dirty="0">
                <a:ln>
                  <a:noFill/>
                </a:ln>
                <a:solidFill>
                  <a:srgbClr val="001F5F"/>
                </a:solidFill>
                <a:effectLst/>
                <a:uLnTx/>
                <a:uFillTx/>
                <a:latin typeface="Arial MT"/>
                <a:cs typeface="Arial MT"/>
              </a:rPr>
              <a:t> </a:t>
            </a:r>
            <a:r>
              <a:rPr kumimoji="0" sz="1800" b="0" i="0" u="none" strike="noStrike" kern="0" cap="none" spc="0" normalizeH="0" baseline="0" noProof="0" dirty="0">
                <a:ln>
                  <a:noFill/>
                </a:ln>
                <a:solidFill>
                  <a:srgbClr val="001F5F"/>
                </a:solidFill>
                <a:effectLst/>
                <a:uLnTx/>
                <a:uFillTx/>
                <a:latin typeface="Arial MT"/>
                <a:cs typeface="Arial MT"/>
              </a:rPr>
              <a:t>by</a:t>
            </a:r>
            <a:r>
              <a:rPr kumimoji="0" sz="1800" b="0" i="0" u="none" strike="noStrike" kern="0" cap="none" spc="-25" normalizeH="0" baseline="0" noProof="0" dirty="0">
                <a:ln>
                  <a:noFill/>
                </a:ln>
                <a:solidFill>
                  <a:srgbClr val="001F5F"/>
                </a:solidFill>
                <a:effectLst/>
                <a:uLnTx/>
                <a:uFillTx/>
                <a:latin typeface="Arial MT"/>
                <a:cs typeface="Arial MT"/>
              </a:rPr>
              <a:t> </a:t>
            </a:r>
            <a:r>
              <a:rPr kumimoji="0" sz="1800" b="0" i="0" u="sng" strike="noStrike" kern="0" cap="none" spc="0" normalizeH="0" baseline="0" noProof="0" dirty="0">
                <a:ln>
                  <a:noFill/>
                </a:ln>
                <a:solidFill>
                  <a:srgbClr val="001F5F"/>
                </a:solidFill>
                <a:effectLst/>
                <a:uLnTx/>
                <a:uFill>
                  <a:solidFill>
                    <a:srgbClr val="001F5F"/>
                  </a:solidFill>
                </a:uFill>
                <a:latin typeface="Arial MT"/>
                <a:cs typeface="Arial MT"/>
              </a:rPr>
              <a:t>WCMP2</a:t>
            </a:r>
            <a:r>
              <a:rPr kumimoji="0" sz="1800" b="0" i="0" u="none" strike="noStrike" kern="0" cap="none" spc="-40" normalizeH="0" baseline="0" noProof="0" dirty="0">
                <a:ln>
                  <a:noFill/>
                </a:ln>
                <a:solidFill>
                  <a:srgbClr val="001F5F"/>
                </a:solidFill>
                <a:effectLst/>
                <a:uLnTx/>
                <a:uFillTx/>
                <a:latin typeface="Arial MT"/>
                <a:cs typeface="Arial MT"/>
              </a:rPr>
              <a:t> </a:t>
            </a:r>
            <a:r>
              <a:rPr kumimoji="0" sz="1800" b="0" i="0" u="none" strike="noStrike" kern="0" cap="none" spc="-10" normalizeH="0" baseline="0" noProof="0" dirty="0">
                <a:ln>
                  <a:noFill/>
                </a:ln>
                <a:solidFill>
                  <a:srgbClr val="001F5F"/>
                </a:solidFill>
                <a:effectLst/>
                <a:uLnTx/>
                <a:uFillTx/>
                <a:latin typeface="Arial MT"/>
                <a:cs typeface="Arial MT"/>
              </a:rPr>
              <a:t>standard</a:t>
            </a:r>
            <a:endParaRPr kumimoji="0" sz="18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429636" y="159461"/>
            <a:ext cx="7334250" cy="514350"/>
          </a:xfrm>
          <a:prstGeom prst="rect">
            <a:avLst/>
          </a:prstGeom>
        </p:spPr>
        <p:txBody>
          <a:bodyPr vert="horz" wrap="square" lIns="0" tIns="13335" rIns="0" bIns="0" rtlCol="0">
            <a:spAutoFit/>
          </a:bodyPr>
          <a:lstStyle/>
          <a:p>
            <a:pPr marL="12700">
              <a:lnSpc>
                <a:spcPct val="100000"/>
              </a:lnSpc>
              <a:spcBef>
                <a:spcPts val="105"/>
              </a:spcBef>
            </a:pPr>
            <a:r>
              <a:rPr sz="3200" dirty="0"/>
              <a:t>WIS2:</a:t>
            </a:r>
            <a:r>
              <a:rPr sz="3200" spc="-40" dirty="0"/>
              <a:t> </a:t>
            </a:r>
            <a:r>
              <a:rPr sz="3200" dirty="0"/>
              <a:t>Supporting</a:t>
            </a:r>
            <a:r>
              <a:rPr sz="3200" spc="-80" dirty="0"/>
              <a:t> </a:t>
            </a:r>
            <a:r>
              <a:rPr sz="3200" dirty="0"/>
              <a:t>core</a:t>
            </a:r>
            <a:r>
              <a:rPr sz="3200" spc="-25" dirty="0"/>
              <a:t> </a:t>
            </a:r>
            <a:r>
              <a:rPr sz="3200" dirty="0"/>
              <a:t>data</a:t>
            </a:r>
            <a:r>
              <a:rPr sz="3200" spc="-55" dirty="0"/>
              <a:t> </a:t>
            </a:r>
            <a:r>
              <a:rPr sz="3200" spc="-10" dirty="0"/>
              <a:t>exchange</a:t>
            </a:r>
            <a:endParaRPr sz="3200"/>
          </a:p>
        </p:txBody>
      </p:sp>
      <p:sp>
        <p:nvSpPr>
          <p:cNvPr id="3" name="object 3"/>
          <p:cNvSpPr txBox="1"/>
          <p:nvPr/>
        </p:nvSpPr>
        <p:spPr>
          <a:xfrm>
            <a:off x="150088" y="892898"/>
            <a:ext cx="6159500" cy="831215"/>
          </a:xfrm>
          <a:prstGeom prst="rect">
            <a:avLst/>
          </a:prstGeom>
          <a:solidFill>
            <a:srgbClr val="EDEBE0"/>
          </a:solidFill>
        </p:spPr>
        <p:txBody>
          <a:bodyPr vert="horz" wrap="square" lIns="0" tIns="38100" rIns="0" bIns="0" rtlCol="0">
            <a:spAutoFit/>
          </a:bodyPr>
          <a:lstStyle/>
          <a:p>
            <a:pPr marL="144780" marR="137160" lvl="0" indent="165735" defTabSz="914400" eaLnBrk="1" fontAlgn="auto" latinLnBrk="0" hangingPunct="1">
              <a:lnSpc>
                <a:spcPct val="100000"/>
              </a:lnSpc>
              <a:spcBef>
                <a:spcPts val="300"/>
              </a:spcBef>
              <a:spcAft>
                <a:spcPts val="0"/>
              </a:spcAft>
              <a:buClrTx/>
              <a:buSzTx/>
              <a:buFontTx/>
              <a:buNone/>
              <a:tabLst/>
              <a:defRPr/>
            </a:pPr>
            <a:r>
              <a:rPr kumimoji="0" sz="2400" b="1" i="1" u="none" strike="noStrike" kern="0" cap="none" spc="0" normalizeH="0" baseline="0" noProof="0" dirty="0">
                <a:ln>
                  <a:noFill/>
                </a:ln>
                <a:solidFill>
                  <a:srgbClr val="17375E"/>
                </a:solidFill>
                <a:effectLst/>
                <a:uLnTx/>
                <a:uFillTx/>
                <a:latin typeface="Arial"/>
                <a:cs typeface="Arial"/>
              </a:rPr>
              <a:t>WMO</a:t>
            </a:r>
            <a:r>
              <a:rPr kumimoji="0" sz="2400" b="1" i="1" u="none" strike="noStrike" kern="0" cap="none" spc="-25" normalizeH="0" baseline="0" noProof="0" dirty="0">
                <a:ln>
                  <a:noFill/>
                </a:ln>
                <a:solidFill>
                  <a:srgbClr val="17375E"/>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core</a:t>
            </a:r>
            <a:r>
              <a:rPr kumimoji="0" sz="2400" b="1" i="1" u="none" strike="noStrike" kern="0" cap="none" spc="-40"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data</a:t>
            </a:r>
            <a:r>
              <a:rPr kumimoji="0" sz="2400" b="1" i="1" u="none" strike="noStrike" kern="0" cap="none" spc="-5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17375E"/>
                </a:solidFill>
                <a:effectLst/>
                <a:uLnTx/>
                <a:uFillTx/>
                <a:latin typeface="Arial"/>
                <a:cs typeface="Arial"/>
              </a:rPr>
              <a:t>(free</a:t>
            </a:r>
            <a:r>
              <a:rPr kumimoji="0" sz="2400" b="1" i="1" u="none" strike="noStrike" kern="0" cap="none" spc="-40" normalizeH="0" baseline="0" noProof="0" dirty="0">
                <a:ln>
                  <a:noFill/>
                </a:ln>
                <a:solidFill>
                  <a:srgbClr val="17375E"/>
                </a:solidFill>
                <a:effectLst/>
                <a:uLnTx/>
                <a:uFillTx/>
                <a:latin typeface="Arial"/>
                <a:cs typeface="Arial"/>
              </a:rPr>
              <a:t> </a:t>
            </a:r>
            <a:r>
              <a:rPr kumimoji="0" sz="2400" b="1" i="1" u="none" strike="noStrike" kern="0" cap="none" spc="0" normalizeH="0" baseline="0" noProof="0" dirty="0">
                <a:ln>
                  <a:noFill/>
                </a:ln>
                <a:solidFill>
                  <a:srgbClr val="17375E"/>
                </a:solidFill>
                <a:effectLst/>
                <a:uLnTx/>
                <a:uFillTx/>
                <a:latin typeface="Arial"/>
                <a:cs typeface="Arial"/>
              </a:rPr>
              <a:t>and</a:t>
            </a:r>
            <a:r>
              <a:rPr kumimoji="0" sz="2400" b="1" i="1" u="none" strike="noStrike" kern="0" cap="none" spc="-60" normalizeH="0" baseline="0" noProof="0" dirty="0">
                <a:ln>
                  <a:noFill/>
                </a:ln>
                <a:solidFill>
                  <a:srgbClr val="17375E"/>
                </a:solidFill>
                <a:effectLst/>
                <a:uLnTx/>
                <a:uFillTx/>
                <a:latin typeface="Arial"/>
                <a:cs typeface="Arial"/>
              </a:rPr>
              <a:t> </a:t>
            </a:r>
            <a:r>
              <a:rPr kumimoji="0" sz="2400" b="1" i="1" u="none" strike="noStrike" kern="0" cap="none" spc="-10" normalizeH="0" baseline="0" noProof="0" dirty="0">
                <a:ln>
                  <a:noFill/>
                </a:ln>
                <a:solidFill>
                  <a:srgbClr val="17375E"/>
                </a:solidFill>
                <a:effectLst/>
                <a:uLnTx/>
                <a:uFillTx/>
                <a:latin typeface="Arial"/>
                <a:cs typeface="Arial"/>
              </a:rPr>
              <a:t>unrestricted) </a:t>
            </a:r>
            <a:r>
              <a:rPr kumimoji="0" sz="2400" b="1" i="1" u="none" strike="noStrike" kern="0" cap="none" spc="0" normalizeH="0" baseline="0" noProof="0" dirty="0">
                <a:ln>
                  <a:noFill/>
                </a:ln>
                <a:solidFill>
                  <a:srgbClr val="17375E"/>
                </a:solidFill>
                <a:effectLst/>
                <a:uLnTx/>
                <a:uFillTx/>
                <a:latin typeface="Arial"/>
                <a:cs typeface="Arial"/>
              </a:rPr>
              <a:t>can</a:t>
            </a:r>
            <a:r>
              <a:rPr kumimoji="0" sz="2400" b="1" i="1" u="none" strike="noStrike" kern="0" cap="none" spc="-20" normalizeH="0" baseline="0" noProof="0" dirty="0">
                <a:ln>
                  <a:noFill/>
                </a:ln>
                <a:solidFill>
                  <a:srgbClr val="17375E"/>
                </a:solidFill>
                <a:effectLst/>
                <a:uLnTx/>
                <a:uFillTx/>
                <a:latin typeface="Arial"/>
                <a:cs typeface="Arial"/>
              </a:rPr>
              <a:t> </a:t>
            </a:r>
            <a:r>
              <a:rPr kumimoji="0" sz="2400" b="1" i="1" u="none" strike="noStrike" kern="0" cap="none" spc="0" normalizeH="0" baseline="0" noProof="0" dirty="0">
                <a:ln>
                  <a:noFill/>
                </a:ln>
                <a:solidFill>
                  <a:srgbClr val="17375E"/>
                </a:solidFill>
                <a:effectLst/>
                <a:uLnTx/>
                <a:uFillTx/>
                <a:latin typeface="Arial"/>
                <a:cs typeface="Arial"/>
              </a:rPr>
              <a:t>be</a:t>
            </a:r>
            <a:r>
              <a:rPr kumimoji="0" sz="2400" b="1" i="1" u="none" strike="noStrike" kern="0" cap="none" spc="-15" normalizeH="0" baseline="0" noProof="0" dirty="0">
                <a:ln>
                  <a:noFill/>
                </a:ln>
                <a:solidFill>
                  <a:srgbClr val="17375E"/>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downloaded</a:t>
            </a:r>
            <a:r>
              <a:rPr kumimoji="0" sz="2400" b="1" i="1" u="none" strike="noStrike" kern="0" cap="none" spc="-5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from</a:t>
            </a:r>
            <a:r>
              <a:rPr kumimoji="0" sz="2400" b="1" i="1" u="none" strike="noStrike" kern="0" cap="none" spc="-1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a</a:t>
            </a:r>
            <a:r>
              <a:rPr kumimoji="0" sz="2400" b="1" i="1" u="none" strike="noStrike" kern="0" cap="none" spc="-2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Global</a:t>
            </a:r>
            <a:r>
              <a:rPr kumimoji="0" sz="2400" b="1" i="1" u="none" strike="noStrike" kern="0" cap="none" spc="-50" normalizeH="0" baseline="0" noProof="0" dirty="0">
                <a:ln>
                  <a:noFill/>
                </a:ln>
                <a:solidFill>
                  <a:srgbClr val="C00000"/>
                </a:solidFill>
                <a:effectLst/>
                <a:uLnTx/>
                <a:uFillTx/>
                <a:latin typeface="Arial"/>
                <a:cs typeface="Arial"/>
              </a:rPr>
              <a:t> </a:t>
            </a:r>
            <a:r>
              <a:rPr kumimoji="0" sz="2400" b="1" i="1" u="none" strike="noStrike" kern="0" cap="none" spc="-10" normalizeH="0" baseline="0" noProof="0" dirty="0">
                <a:ln>
                  <a:noFill/>
                </a:ln>
                <a:solidFill>
                  <a:srgbClr val="C00000"/>
                </a:solidFill>
                <a:effectLst/>
                <a:uLnTx/>
                <a:uFillTx/>
                <a:latin typeface="Arial"/>
                <a:cs typeface="Arial"/>
              </a:rPr>
              <a:t>Cache</a:t>
            </a:r>
            <a:endParaRPr kumimoji="0" sz="2400" b="0" i="0" u="none" strike="noStrike" kern="0" cap="none" spc="0" normalizeH="0" baseline="0" noProof="0">
              <a:ln>
                <a:noFill/>
              </a:ln>
              <a:solidFill>
                <a:sysClr val="windowText" lastClr="000000"/>
              </a:solidFill>
              <a:effectLst/>
              <a:uLnTx/>
              <a:uFillTx/>
              <a:latin typeface="Arial"/>
              <a:cs typeface="Arial"/>
            </a:endParaRPr>
          </a:p>
        </p:txBody>
      </p:sp>
      <p:sp>
        <p:nvSpPr>
          <p:cNvPr id="4" name="object 4"/>
          <p:cNvSpPr/>
          <p:nvPr/>
        </p:nvSpPr>
        <p:spPr>
          <a:xfrm>
            <a:off x="4514850" y="2078354"/>
            <a:ext cx="3839210" cy="3290570"/>
          </a:xfrm>
          <a:custGeom>
            <a:avLst/>
            <a:gdLst/>
            <a:ahLst/>
            <a:cxnLst/>
            <a:rect l="l" t="t" r="r" b="b"/>
            <a:pathLst>
              <a:path w="3839209" h="3290570">
                <a:moveTo>
                  <a:pt x="3839082" y="0"/>
                </a:moveTo>
                <a:lnTo>
                  <a:pt x="0" y="0"/>
                </a:lnTo>
                <a:lnTo>
                  <a:pt x="0" y="3290570"/>
                </a:lnTo>
                <a:lnTo>
                  <a:pt x="3839082" y="3290570"/>
                </a:lnTo>
                <a:lnTo>
                  <a:pt x="3839082" y="0"/>
                </a:lnTo>
                <a:close/>
              </a:path>
            </a:pathLst>
          </a:custGeom>
          <a:solidFill>
            <a:srgbClr val="DCE6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7691373" y="2121154"/>
            <a:ext cx="58547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WIS</a:t>
            </a:r>
            <a:r>
              <a:rPr kumimoji="0" sz="1400" b="1" i="1" u="none" strike="noStrike" kern="0" cap="none" spc="-25" normalizeH="0" baseline="0" noProof="0" dirty="0">
                <a:ln>
                  <a:noFill/>
                </a:ln>
                <a:solidFill>
                  <a:srgbClr val="0F243E"/>
                </a:solidFill>
                <a:effectLst/>
                <a:uLnTx/>
                <a:uFillTx/>
                <a:latin typeface="Calibri"/>
                <a:cs typeface="Calibri"/>
              </a:rPr>
              <a:t> 2.0</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p:nvPr/>
        </p:nvSpPr>
        <p:spPr>
          <a:xfrm>
            <a:off x="6209538" y="3481920"/>
            <a:ext cx="1981200" cy="453390"/>
          </a:xfrm>
          <a:custGeom>
            <a:avLst/>
            <a:gdLst/>
            <a:ahLst/>
            <a:cxnLst/>
            <a:rect l="l" t="t" r="r" b="b"/>
            <a:pathLst>
              <a:path w="1981200" h="453389">
                <a:moveTo>
                  <a:pt x="1981200" y="0"/>
                </a:moveTo>
                <a:lnTo>
                  <a:pt x="0" y="0"/>
                </a:lnTo>
                <a:lnTo>
                  <a:pt x="0" y="453174"/>
                </a:lnTo>
                <a:lnTo>
                  <a:pt x="1981200" y="453174"/>
                </a:lnTo>
                <a:lnTo>
                  <a:pt x="1981200"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6924802" y="3562603"/>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6" name="object 6"/>
          <p:cNvSpPr/>
          <p:nvPr/>
        </p:nvSpPr>
        <p:spPr>
          <a:xfrm>
            <a:off x="6213855" y="4348886"/>
            <a:ext cx="1977389" cy="452755"/>
          </a:xfrm>
          <a:custGeom>
            <a:avLst/>
            <a:gdLst/>
            <a:ahLst/>
            <a:cxnLst/>
            <a:rect l="l" t="t" r="r" b="b"/>
            <a:pathLst>
              <a:path w="1977390" h="452754">
                <a:moveTo>
                  <a:pt x="1977008" y="0"/>
                </a:moveTo>
                <a:lnTo>
                  <a:pt x="0" y="0"/>
                </a:lnTo>
                <a:lnTo>
                  <a:pt x="0" y="452602"/>
                </a:lnTo>
                <a:lnTo>
                  <a:pt x="1977008" y="452602"/>
                </a:lnTo>
                <a:lnTo>
                  <a:pt x="1977008"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6989826" y="4429505"/>
            <a:ext cx="112458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0" name="object 10"/>
          <p:cNvGrpSpPr/>
          <p:nvPr/>
        </p:nvGrpSpPr>
        <p:grpSpPr>
          <a:xfrm>
            <a:off x="4573142" y="2119122"/>
            <a:ext cx="3618229" cy="2615565"/>
            <a:chOff x="4573142" y="2119122"/>
            <a:chExt cx="3618229" cy="2615565"/>
          </a:xfrm>
        </p:grpSpPr>
        <p:sp>
          <p:nvSpPr>
            <p:cNvPr id="11" name="object 11"/>
            <p:cNvSpPr/>
            <p:nvPr/>
          </p:nvSpPr>
          <p:spPr>
            <a:xfrm>
              <a:off x="6321619" y="3584712"/>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4"/>
                  </a:moveTo>
                  <a:lnTo>
                    <a:pt x="42352" y="204030"/>
                  </a:lnTo>
                  <a:lnTo>
                    <a:pt x="34335" y="209697"/>
                  </a:lnTo>
                  <a:lnTo>
                    <a:pt x="27913" y="219417"/>
                  </a:lnTo>
                  <a:lnTo>
                    <a:pt x="25772" y="230519"/>
                  </a:lnTo>
                  <a:lnTo>
                    <a:pt x="27913" y="241621"/>
                  </a:lnTo>
                  <a:lnTo>
                    <a:pt x="34335" y="251341"/>
                  </a:lnTo>
                  <a:lnTo>
                    <a:pt x="44050" y="257767"/>
                  </a:lnTo>
                  <a:lnTo>
                    <a:pt x="55146" y="259910"/>
                  </a:lnTo>
                  <a:lnTo>
                    <a:pt x="66242" y="257767"/>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4"/>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2" y="141149"/>
                  </a:lnTo>
                  <a:lnTo>
                    <a:pt x="175775" y="140043"/>
                  </a:lnTo>
                  <a:lnTo>
                    <a:pt x="208850" y="126505"/>
                  </a:lnTo>
                  <a:lnTo>
                    <a:pt x="170691" y="126505"/>
                  </a:lnTo>
                  <a:lnTo>
                    <a:pt x="170345" y="126039"/>
                  </a:lnTo>
                  <a:lnTo>
                    <a:pt x="106529"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90"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2" y="8660"/>
                  </a:lnTo>
                  <a:lnTo>
                    <a:pt x="111432" y="18035"/>
                  </a:lnTo>
                  <a:lnTo>
                    <a:pt x="109107" y="29482"/>
                  </a:lnTo>
                  <a:lnTo>
                    <a:pt x="110799" y="39203"/>
                  </a:lnTo>
                  <a:lnTo>
                    <a:pt x="115460" y="47541"/>
                  </a:lnTo>
                  <a:lnTo>
                    <a:pt x="122470" y="53944"/>
                  </a:lnTo>
                  <a:lnTo>
                    <a:pt x="131207" y="57860"/>
                  </a:lnTo>
                  <a:lnTo>
                    <a:pt x="131207" y="108718"/>
                  </a:lnTo>
                  <a:lnTo>
                    <a:pt x="123570" y="110958"/>
                  </a:lnTo>
                  <a:lnTo>
                    <a:pt x="116796" y="114752"/>
                  </a:lnTo>
                  <a:lnTo>
                    <a:pt x="111058" y="119860"/>
                  </a:lnTo>
                  <a:lnTo>
                    <a:pt x="106529" y="126039"/>
                  </a:lnTo>
                  <a:lnTo>
                    <a:pt x="170345" y="126039"/>
                  </a:lnTo>
                  <a:lnTo>
                    <a:pt x="166037" y="120229"/>
                  </a:lnTo>
                  <a:lnTo>
                    <a:pt x="160213" y="115121"/>
                  </a:lnTo>
                  <a:lnTo>
                    <a:pt x="153422" y="111326"/>
                  </a:lnTo>
                  <a:lnTo>
                    <a:pt x="145940" y="109086"/>
                  </a:lnTo>
                  <a:lnTo>
                    <a:pt x="145940" y="57860"/>
                  </a:lnTo>
                  <a:lnTo>
                    <a:pt x="154676"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descr="A picture containing text, balloon, transport, aircraft  Description automatically generated"/>
            <p:cNvPicPr/>
            <p:nvPr/>
          </p:nvPicPr>
          <p:blipFill>
            <a:blip r:embed="rId2" cstate="print"/>
            <a:stretch>
              <a:fillRect/>
            </a:stretch>
          </p:blipFill>
          <p:spPr>
            <a:xfrm>
              <a:off x="4573142" y="2119122"/>
              <a:ext cx="708545" cy="708532"/>
            </a:xfrm>
            <a:prstGeom prst="rect">
              <a:avLst/>
            </a:prstGeom>
          </p:spPr>
        </p:pic>
        <p:pic>
          <p:nvPicPr>
            <p:cNvPr id="13" name="object 13"/>
            <p:cNvPicPr/>
            <p:nvPr/>
          </p:nvPicPr>
          <p:blipFill>
            <a:blip r:embed="rId3" cstate="print"/>
            <a:stretch>
              <a:fillRect/>
            </a:stretch>
          </p:blipFill>
          <p:spPr>
            <a:xfrm>
              <a:off x="6347492" y="4417911"/>
              <a:ext cx="225384" cy="316201"/>
            </a:xfrm>
            <a:prstGeom prst="rect">
              <a:avLst/>
            </a:prstGeom>
          </p:spPr>
        </p:pic>
        <p:sp>
          <p:nvSpPr>
            <p:cNvPr id="14" name="object 14"/>
            <p:cNvSpPr/>
            <p:nvPr/>
          </p:nvSpPr>
          <p:spPr>
            <a:xfrm>
              <a:off x="6213855" y="2626448"/>
              <a:ext cx="1977389" cy="453390"/>
            </a:xfrm>
            <a:custGeom>
              <a:avLst/>
              <a:gdLst/>
              <a:ahLst/>
              <a:cxnLst/>
              <a:rect l="l" t="t" r="r" b="b"/>
              <a:pathLst>
                <a:path w="1977390" h="453389">
                  <a:moveTo>
                    <a:pt x="1977008" y="0"/>
                  </a:moveTo>
                  <a:lnTo>
                    <a:pt x="0" y="0"/>
                  </a:lnTo>
                  <a:lnTo>
                    <a:pt x="0" y="453174"/>
                  </a:lnTo>
                  <a:lnTo>
                    <a:pt x="1977008" y="453174"/>
                  </a:lnTo>
                  <a:lnTo>
                    <a:pt x="1977008"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5" name="object 15"/>
          <p:cNvSpPr txBox="1"/>
          <p:nvPr/>
        </p:nvSpPr>
        <p:spPr>
          <a:xfrm>
            <a:off x="6672833" y="2584830"/>
            <a:ext cx="1440180"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43" name="object 43"/>
          <p:cNvSpPr txBox="1"/>
          <p:nvPr/>
        </p:nvSpPr>
        <p:spPr>
          <a:xfrm>
            <a:off x="1450975" y="2800553"/>
            <a:ext cx="3027680" cy="548640"/>
          </a:xfrm>
          <a:prstGeom prst="rect">
            <a:avLst/>
          </a:prstGeom>
        </p:spPr>
        <p:txBody>
          <a:bodyPr vert="horz" wrap="square" lIns="0" tIns="12700" rIns="0" bIns="0" rtlCol="0">
            <a:spAutoFit/>
          </a:bodyPr>
          <a:lstStyle/>
          <a:p>
            <a:pPr marL="71628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rgbClr val="0F42D2"/>
                </a:solidFill>
                <a:effectLst/>
                <a:uLnTx/>
                <a:uFillTx/>
                <a:latin typeface="Calibri"/>
                <a:cs typeface="Calibri"/>
              </a:rPr>
              <a:t>WIS2-</a:t>
            </a:r>
            <a:r>
              <a:rPr kumimoji="0" sz="1800" b="1" i="0" u="none" strike="noStrike" kern="0" cap="none" spc="0" normalizeH="0" baseline="0" noProof="0" dirty="0">
                <a:ln>
                  <a:noFill/>
                </a:ln>
                <a:solidFill>
                  <a:srgbClr val="0F42D2"/>
                </a:solidFill>
                <a:effectLst/>
                <a:uLnTx/>
                <a:uFillTx/>
                <a:latin typeface="Calibri"/>
                <a:cs typeface="Calibri"/>
              </a:rPr>
              <a:t>Node</a:t>
            </a:r>
            <a:r>
              <a:rPr kumimoji="0" sz="1800" b="1" i="0" u="none" strike="noStrike" kern="0" cap="none" spc="-50" normalizeH="0" baseline="0" noProof="0" dirty="0">
                <a:ln>
                  <a:noFill/>
                </a:ln>
                <a:solidFill>
                  <a:srgbClr val="0F42D2"/>
                </a:solidFill>
                <a:effectLst/>
                <a:uLnTx/>
                <a:uFillTx/>
                <a:latin typeface="Calibri"/>
                <a:cs typeface="Calibri"/>
              </a:rPr>
              <a:t> </a:t>
            </a:r>
            <a:r>
              <a:rPr kumimoji="0" sz="1800" b="0" i="0" u="none" strike="noStrike" kern="0" cap="none" spc="0" normalizeH="0" baseline="0" noProof="0" dirty="0">
                <a:ln>
                  <a:noFill/>
                </a:ln>
                <a:solidFill>
                  <a:srgbClr val="0F42D2"/>
                </a:solidFill>
                <a:effectLst/>
                <a:uLnTx/>
                <a:uFillTx/>
                <a:latin typeface="Calibri"/>
                <a:cs typeface="Calibri"/>
              </a:rPr>
              <a:t>publishes</a:t>
            </a:r>
            <a:r>
              <a:rPr kumimoji="0" sz="1800" b="0" i="0" u="none" strike="noStrike" kern="0" cap="none" spc="-5" normalizeH="0" baseline="0" noProof="0" dirty="0">
                <a:ln>
                  <a:noFill/>
                </a:ln>
                <a:solidFill>
                  <a:srgbClr val="0F42D2"/>
                </a:solidFill>
                <a:effectLst/>
                <a:uLnTx/>
                <a:uFillTx/>
                <a:latin typeface="Calibri"/>
                <a:cs typeface="Calibri"/>
              </a:rPr>
              <a:t> </a:t>
            </a:r>
            <a:r>
              <a:rPr kumimoji="0" sz="1800" b="0" i="0" u="none" strike="noStrike" kern="0" cap="none" spc="-25" normalizeH="0" baseline="0" noProof="0" dirty="0">
                <a:ln>
                  <a:noFill/>
                </a:ln>
                <a:solidFill>
                  <a:srgbClr val="0F42D2"/>
                </a:solidFill>
                <a:effectLst/>
                <a:uLnTx/>
                <a:uFillTx/>
                <a:latin typeface="Calibri"/>
                <a:cs typeface="Calibri"/>
              </a:rPr>
              <a:t>on</a:t>
            </a:r>
            <a:endParaRPr kumimoji="0" sz="18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1600" b="0" i="0" u="none" strike="noStrike" kern="0" cap="none" spc="-10" normalizeH="0" baseline="0" noProof="0" dirty="0">
                <a:ln>
                  <a:noFill/>
                </a:ln>
                <a:solidFill>
                  <a:srgbClr val="0F42D2"/>
                </a:solidFill>
                <a:effectLst/>
                <a:uLnTx/>
                <a:uFillTx/>
                <a:latin typeface="Consolas"/>
                <a:cs typeface="Consolas"/>
              </a:rPr>
              <a:t>origin/a/wis2/…/data/core/…</a:t>
            </a:r>
            <a:endParaRPr kumimoji="0" sz="1600" b="0" i="0" u="none" strike="noStrike" kern="0" cap="none" spc="0" normalizeH="0" baseline="0" noProof="0">
              <a:ln>
                <a:noFill/>
              </a:ln>
              <a:solidFill>
                <a:sysClr val="windowText" lastClr="000000"/>
              </a:solidFill>
              <a:effectLst/>
              <a:uLnTx/>
              <a:uFillTx/>
              <a:latin typeface="Consolas"/>
              <a:cs typeface="Consolas"/>
            </a:endParaRPr>
          </a:p>
        </p:txBody>
      </p:sp>
      <p:grpSp>
        <p:nvGrpSpPr>
          <p:cNvPr id="16" name="object 16"/>
          <p:cNvGrpSpPr/>
          <p:nvPr/>
        </p:nvGrpSpPr>
        <p:grpSpPr>
          <a:xfrm>
            <a:off x="5138928" y="2711175"/>
            <a:ext cx="2176780" cy="1931035"/>
            <a:chOff x="5138928" y="2711175"/>
            <a:chExt cx="2176780" cy="1931035"/>
          </a:xfrm>
        </p:grpSpPr>
        <p:sp>
          <p:nvSpPr>
            <p:cNvPr id="17" name="object 17"/>
            <p:cNvSpPr/>
            <p:nvPr/>
          </p:nvSpPr>
          <p:spPr>
            <a:xfrm>
              <a:off x="6300500" y="2711175"/>
              <a:ext cx="348615" cy="311150"/>
            </a:xfrm>
            <a:custGeom>
              <a:avLst/>
              <a:gdLst/>
              <a:ahLst/>
              <a:cxnLst/>
              <a:rect l="l" t="t" r="r" b="b"/>
              <a:pathLst>
                <a:path w="348615" h="311150">
                  <a:moveTo>
                    <a:pt x="206967"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8" y="310950"/>
                  </a:lnTo>
                  <a:lnTo>
                    <a:pt x="155252" y="310950"/>
                  </a:lnTo>
                  <a:lnTo>
                    <a:pt x="175407" y="302802"/>
                  </a:lnTo>
                  <a:lnTo>
                    <a:pt x="154253" y="302802"/>
                  </a:lnTo>
                  <a:lnTo>
                    <a:pt x="29600" y="253728"/>
                  </a:lnTo>
                  <a:lnTo>
                    <a:pt x="19724" y="213682"/>
                  </a:lnTo>
                  <a:lnTo>
                    <a:pt x="20623" y="207078"/>
                  </a:lnTo>
                  <a:lnTo>
                    <a:pt x="22507" y="200726"/>
                  </a:lnTo>
                  <a:lnTo>
                    <a:pt x="22937" y="199376"/>
                  </a:lnTo>
                  <a:lnTo>
                    <a:pt x="22613" y="197902"/>
                  </a:lnTo>
                  <a:lnTo>
                    <a:pt x="7941" y="156817"/>
                  </a:lnTo>
                  <a:lnTo>
                    <a:pt x="9738" y="142849"/>
                  </a:lnTo>
                  <a:lnTo>
                    <a:pt x="22219" y="124354"/>
                  </a:lnTo>
                  <a:lnTo>
                    <a:pt x="22966" y="122465"/>
                  </a:lnTo>
                  <a:lnTo>
                    <a:pt x="22444" y="120706"/>
                  </a:lnTo>
                  <a:lnTo>
                    <a:pt x="20649" y="114384"/>
                  </a:lnTo>
                  <a:lnTo>
                    <a:pt x="19901" y="108792"/>
                  </a:lnTo>
                  <a:lnTo>
                    <a:pt x="19961" y="99979"/>
                  </a:lnTo>
                  <a:lnTo>
                    <a:pt x="21006" y="87922"/>
                  </a:lnTo>
                  <a:lnTo>
                    <a:pt x="21022" y="87739"/>
                  </a:lnTo>
                  <a:lnTo>
                    <a:pt x="23676" y="78613"/>
                  </a:lnTo>
                  <a:lnTo>
                    <a:pt x="23727" y="78438"/>
                  </a:lnTo>
                  <a:lnTo>
                    <a:pt x="26743" y="72792"/>
                  </a:lnTo>
                  <a:lnTo>
                    <a:pt x="28849" y="70230"/>
                  </a:lnTo>
                  <a:lnTo>
                    <a:pt x="206409" y="8267"/>
                  </a:lnTo>
                  <a:lnTo>
                    <a:pt x="229308" y="8267"/>
                  </a:lnTo>
                  <a:lnTo>
                    <a:pt x="207823" y="330"/>
                  </a:lnTo>
                  <a:lnTo>
                    <a:pt x="206967" y="0"/>
                  </a:lnTo>
                  <a:close/>
                </a:path>
                <a:path w="348615" h="311150">
                  <a:moveTo>
                    <a:pt x="341504" y="225292"/>
                  </a:moveTo>
                  <a:lnTo>
                    <a:pt x="318063" y="225292"/>
                  </a:lnTo>
                  <a:lnTo>
                    <a:pt x="332705" y="230583"/>
                  </a:lnTo>
                  <a:lnTo>
                    <a:pt x="154253" y="302802"/>
                  </a:lnTo>
                  <a:lnTo>
                    <a:pt x="175407" y="302802"/>
                  </a:lnTo>
                  <a:lnTo>
                    <a:pt x="347478" y="233239"/>
                  </a:lnTo>
                  <a:lnTo>
                    <a:pt x="348470" y="230927"/>
                  </a:lnTo>
                  <a:lnTo>
                    <a:pt x="347214" y="227839"/>
                  </a:lnTo>
                  <a:lnTo>
                    <a:pt x="346387" y="227019"/>
                  </a:lnTo>
                  <a:lnTo>
                    <a:pt x="341504" y="225292"/>
                  </a:lnTo>
                  <a:close/>
                </a:path>
                <a:path w="348615" h="311150">
                  <a:moveTo>
                    <a:pt x="35879" y="196658"/>
                  </a:moveTo>
                  <a:lnTo>
                    <a:pt x="33579" y="197660"/>
                  </a:lnTo>
                  <a:lnTo>
                    <a:pt x="32594" y="200163"/>
                  </a:lnTo>
                  <a:lnTo>
                    <a:pt x="32501" y="242465"/>
                  </a:lnTo>
                  <a:lnTo>
                    <a:pt x="33496" y="243930"/>
                  </a:lnTo>
                  <a:lnTo>
                    <a:pt x="153753" y="291304"/>
                  </a:lnTo>
                  <a:lnTo>
                    <a:pt x="154808" y="291304"/>
                  </a:lnTo>
                  <a:lnTo>
                    <a:pt x="175442" y="282961"/>
                  </a:lnTo>
                  <a:lnTo>
                    <a:pt x="154252" y="282961"/>
                  </a:lnTo>
                  <a:lnTo>
                    <a:pt x="40726" y="238237"/>
                  </a:lnTo>
                  <a:lnTo>
                    <a:pt x="40427" y="238237"/>
                  </a:lnTo>
                  <a:lnTo>
                    <a:pt x="40427" y="207078"/>
                  </a:lnTo>
                  <a:lnTo>
                    <a:pt x="62336" y="207078"/>
                  </a:lnTo>
                  <a:lnTo>
                    <a:pt x="35879" y="196658"/>
                  </a:lnTo>
                  <a:close/>
                </a:path>
                <a:path w="348615" h="311150">
                  <a:moveTo>
                    <a:pt x="323847" y="186477"/>
                  </a:moveTo>
                  <a:lnTo>
                    <a:pt x="315915" y="186477"/>
                  </a:lnTo>
                  <a:lnTo>
                    <a:pt x="315915" y="217597"/>
                  </a:lnTo>
                  <a:lnTo>
                    <a:pt x="154252" y="282961"/>
                  </a:lnTo>
                  <a:lnTo>
                    <a:pt x="175442" y="282961"/>
                  </a:lnTo>
                  <a:lnTo>
                    <a:pt x="318063" y="225292"/>
                  </a:lnTo>
                  <a:lnTo>
                    <a:pt x="341504" y="225292"/>
                  </a:lnTo>
                  <a:lnTo>
                    <a:pt x="323847" y="219026"/>
                  </a:lnTo>
                  <a:lnTo>
                    <a:pt x="323847" y="186477"/>
                  </a:lnTo>
                  <a:close/>
                </a:path>
                <a:path w="348615" h="311150">
                  <a:moveTo>
                    <a:pt x="62336" y="207078"/>
                  </a:moveTo>
                  <a:lnTo>
                    <a:pt x="40704" y="207078"/>
                  </a:lnTo>
                  <a:lnTo>
                    <a:pt x="153753" y="251622"/>
                  </a:lnTo>
                  <a:lnTo>
                    <a:pt x="154808" y="251622"/>
                  </a:lnTo>
                  <a:lnTo>
                    <a:pt x="175441" y="243278"/>
                  </a:lnTo>
                  <a:lnTo>
                    <a:pt x="154252" y="243278"/>
                  </a:lnTo>
                  <a:lnTo>
                    <a:pt x="62336" y="207078"/>
                  </a:lnTo>
                  <a:close/>
                </a:path>
                <a:path w="348615"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5" h="311150">
                  <a:moveTo>
                    <a:pt x="24090" y="132575"/>
                  </a:moveTo>
                  <a:lnTo>
                    <a:pt x="23882" y="132575"/>
                  </a:lnTo>
                  <a:lnTo>
                    <a:pt x="21681" y="133534"/>
                  </a:lnTo>
                  <a:lnTo>
                    <a:pt x="20696" y="136037"/>
                  </a:lnTo>
                  <a:lnTo>
                    <a:pt x="20603" y="178973"/>
                  </a:lnTo>
                  <a:lnTo>
                    <a:pt x="21598" y="180438"/>
                  </a:lnTo>
                  <a:lnTo>
                    <a:pt x="153578" y="232422"/>
                  </a:lnTo>
                  <a:lnTo>
                    <a:pt x="154623" y="232422"/>
                  </a:lnTo>
                  <a:lnTo>
                    <a:pt x="175520" y="224092"/>
                  </a:lnTo>
                  <a:lnTo>
                    <a:pt x="154084" y="224092"/>
                  </a:lnTo>
                  <a:lnTo>
                    <a:pt x="28535" y="174638"/>
                  </a:lnTo>
                  <a:lnTo>
                    <a:pt x="28535" y="142849"/>
                  </a:lnTo>
                  <a:lnTo>
                    <a:pt x="50220" y="142849"/>
                  </a:lnTo>
                  <a:lnTo>
                    <a:pt x="24090" y="132575"/>
                  </a:lnTo>
                  <a:close/>
                </a:path>
                <a:path w="348615"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5" h="311150">
                  <a:moveTo>
                    <a:pt x="50220" y="142849"/>
                  </a:moveTo>
                  <a:lnTo>
                    <a:pt x="28535" y="142849"/>
                  </a:lnTo>
                  <a:lnTo>
                    <a:pt x="153753" y="192098"/>
                  </a:lnTo>
                  <a:lnTo>
                    <a:pt x="154808" y="192098"/>
                  </a:lnTo>
                  <a:lnTo>
                    <a:pt x="175445" y="183755"/>
                  </a:lnTo>
                  <a:lnTo>
                    <a:pt x="154252" y="183755"/>
                  </a:lnTo>
                  <a:lnTo>
                    <a:pt x="50220" y="142849"/>
                  </a:lnTo>
                  <a:close/>
                </a:path>
                <a:path w="348615"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69" y="111881"/>
                  </a:lnTo>
                  <a:lnTo>
                    <a:pt x="347214" y="108792"/>
                  </a:lnTo>
                  <a:lnTo>
                    <a:pt x="346387" y="107972"/>
                  </a:lnTo>
                  <a:lnTo>
                    <a:pt x="341519" y="106246"/>
                  </a:lnTo>
                  <a:close/>
                </a:path>
                <a:path w="348615" h="311150">
                  <a:moveTo>
                    <a:pt x="35879" y="77611"/>
                  </a:moveTo>
                  <a:lnTo>
                    <a:pt x="33579" y="78613"/>
                  </a:lnTo>
                  <a:lnTo>
                    <a:pt x="32594" y="81117"/>
                  </a:lnTo>
                  <a:lnTo>
                    <a:pt x="32501" y="123418"/>
                  </a:lnTo>
                  <a:lnTo>
                    <a:pt x="33496" y="124883"/>
                  </a:lnTo>
                  <a:lnTo>
                    <a:pt x="153753" y="172257"/>
                  </a:lnTo>
                  <a:lnTo>
                    <a:pt x="154808" y="172257"/>
                  </a:lnTo>
                  <a:lnTo>
                    <a:pt x="175441" y="163914"/>
                  </a:lnTo>
                  <a:lnTo>
                    <a:pt x="154252" y="163914"/>
                  </a:lnTo>
                  <a:lnTo>
                    <a:pt x="40427" y="119073"/>
                  </a:lnTo>
                  <a:lnTo>
                    <a:pt x="40427" y="87922"/>
                  </a:lnTo>
                  <a:lnTo>
                    <a:pt x="62059" y="87922"/>
                  </a:lnTo>
                  <a:lnTo>
                    <a:pt x="35879" y="77611"/>
                  </a:lnTo>
                  <a:close/>
                </a:path>
                <a:path w="348615"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5" h="311150">
                  <a:moveTo>
                    <a:pt x="62059" y="87922"/>
                  </a:moveTo>
                  <a:lnTo>
                    <a:pt x="40427" y="87922"/>
                  </a:lnTo>
                  <a:lnTo>
                    <a:pt x="153753" y="132575"/>
                  </a:lnTo>
                  <a:lnTo>
                    <a:pt x="154807" y="132575"/>
                  </a:lnTo>
                  <a:lnTo>
                    <a:pt x="175138" y="124354"/>
                  </a:lnTo>
                  <a:lnTo>
                    <a:pt x="154563" y="124354"/>
                  </a:lnTo>
                  <a:lnTo>
                    <a:pt x="62059" y="87922"/>
                  </a:lnTo>
                  <a:close/>
                </a:path>
                <a:path w="348615"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8"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8" name="object 18"/>
            <p:cNvPicPr/>
            <p:nvPr/>
          </p:nvPicPr>
          <p:blipFill>
            <a:blip r:embed="rId4" cstate="print"/>
            <a:stretch>
              <a:fillRect/>
            </a:stretch>
          </p:blipFill>
          <p:spPr>
            <a:xfrm>
              <a:off x="5138928" y="3608832"/>
              <a:ext cx="1109472" cy="233171"/>
            </a:xfrm>
            <a:prstGeom prst="rect">
              <a:avLst/>
            </a:prstGeom>
          </p:spPr>
        </p:pic>
        <p:sp>
          <p:nvSpPr>
            <p:cNvPr id="19" name="object 19"/>
            <p:cNvSpPr/>
            <p:nvPr/>
          </p:nvSpPr>
          <p:spPr>
            <a:xfrm>
              <a:off x="5257800" y="3669665"/>
              <a:ext cx="951865" cy="76200"/>
            </a:xfrm>
            <a:custGeom>
              <a:avLst/>
              <a:gdLst/>
              <a:ahLst/>
              <a:cxnLst/>
              <a:rect l="l" t="t" r="r" b="b"/>
              <a:pathLst>
                <a:path w="951864" h="76200">
                  <a:moveTo>
                    <a:pt x="76326" y="0"/>
                  </a:moveTo>
                  <a:lnTo>
                    <a:pt x="0" y="37973"/>
                  </a:lnTo>
                  <a:lnTo>
                    <a:pt x="76200" y="76200"/>
                  </a:lnTo>
                  <a:lnTo>
                    <a:pt x="76242" y="50810"/>
                  </a:lnTo>
                  <a:lnTo>
                    <a:pt x="63499" y="50810"/>
                  </a:lnTo>
                  <a:lnTo>
                    <a:pt x="63623" y="26162"/>
                  </a:lnTo>
                  <a:lnTo>
                    <a:pt x="63626" y="25410"/>
                  </a:lnTo>
                  <a:lnTo>
                    <a:pt x="76284" y="25410"/>
                  </a:lnTo>
                  <a:lnTo>
                    <a:pt x="76326" y="0"/>
                  </a:lnTo>
                  <a:close/>
                </a:path>
                <a:path w="951864" h="76200">
                  <a:moveTo>
                    <a:pt x="76284" y="25410"/>
                  </a:moveTo>
                  <a:lnTo>
                    <a:pt x="76242" y="50810"/>
                  </a:lnTo>
                  <a:lnTo>
                    <a:pt x="951738" y="51562"/>
                  </a:lnTo>
                  <a:lnTo>
                    <a:pt x="951738" y="26162"/>
                  </a:lnTo>
                  <a:lnTo>
                    <a:pt x="76284" y="25410"/>
                  </a:lnTo>
                  <a:close/>
                </a:path>
                <a:path w="951864" h="76200">
                  <a:moveTo>
                    <a:pt x="76284" y="25410"/>
                  </a:moveTo>
                  <a:lnTo>
                    <a:pt x="63626" y="25410"/>
                  </a:lnTo>
                  <a:lnTo>
                    <a:pt x="63623" y="26162"/>
                  </a:lnTo>
                  <a:lnTo>
                    <a:pt x="63499" y="50810"/>
                  </a:lnTo>
                  <a:lnTo>
                    <a:pt x="76242" y="50810"/>
                  </a:lnTo>
                  <a:lnTo>
                    <a:pt x="76284"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object 20"/>
            <p:cNvPicPr/>
            <p:nvPr/>
          </p:nvPicPr>
          <p:blipFill>
            <a:blip r:embed="rId5" cstate="print"/>
            <a:stretch>
              <a:fillRect/>
            </a:stretch>
          </p:blipFill>
          <p:spPr>
            <a:xfrm>
              <a:off x="7080504" y="3835908"/>
              <a:ext cx="234670" cy="571500"/>
            </a:xfrm>
            <a:prstGeom prst="rect">
              <a:avLst/>
            </a:prstGeom>
          </p:spPr>
        </p:pic>
        <p:sp>
          <p:nvSpPr>
            <p:cNvPr id="21" name="object 21"/>
            <p:cNvSpPr/>
            <p:nvPr/>
          </p:nvSpPr>
          <p:spPr>
            <a:xfrm>
              <a:off x="7162546" y="3935094"/>
              <a:ext cx="76200" cy="414020"/>
            </a:xfrm>
            <a:custGeom>
              <a:avLst/>
              <a:gdLst/>
              <a:ahLst/>
              <a:cxnLst/>
              <a:rect l="l" t="t" r="r" b="b"/>
              <a:pathLst>
                <a:path w="76200" h="414020">
                  <a:moveTo>
                    <a:pt x="50673" y="63499"/>
                  </a:moveTo>
                  <a:lnTo>
                    <a:pt x="25273" y="63626"/>
                  </a:lnTo>
                  <a:lnTo>
                    <a:pt x="27050" y="413892"/>
                  </a:lnTo>
                  <a:lnTo>
                    <a:pt x="52451" y="413892"/>
                  </a:lnTo>
                  <a:lnTo>
                    <a:pt x="50738" y="76453"/>
                  </a:lnTo>
                  <a:lnTo>
                    <a:pt x="0" y="76453"/>
                  </a:lnTo>
                  <a:lnTo>
                    <a:pt x="50737" y="76200"/>
                  </a:lnTo>
                  <a:lnTo>
                    <a:pt x="50673" y="63499"/>
                  </a:lnTo>
                  <a:close/>
                </a:path>
                <a:path w="76200" h="414020">
                  <a:moveTo>
                    <a:pt x="37592" y="0"/>
                  </a:moveTo>
                  <a:lnTo>
                    <a:pt x="187" y="76072"/>
                  </a:lnTo>
                  <a:lnTo>
                    <a:pt x="124" y="76200"/>
                  </a:lnTo>
                  <a:lnTo>
                    <a:pt x="0" y="76453"/>
                  </a:lnTo>
                  <a:lnTo>
                    <a:pt x="25338" y="76453"/>
                  </a:lnTo>
                  <a:lnTo>
                    <a:pt x="25273" y="63626"/>
                  </a:lnTo>
                  <a:lnTo>
                    <a:pt x="69819" y="63499"/>
                  </a:lnTo>
                  <a:lnTo>
                    <a:pt x="37592" y="0"/>
                  </a:lnTo>
                  <a:close/>
                </a:path>
                <a:path w="76200" h="414020">
                  <a:moveTo>
                    <a:pt x="50737" y="76200"/>
                  </a:moveTo>
                  <a:lnTo>
                    <a:pt x="0" y="76453"/>
                  </a:lnTo>
                  <a:lnTo>
                    <a:pt x="50738" y="76453"/>
                  </a:lnTo>
                  <a:lnTo>
                    <a:pt x="50737" y="76200"/>
                  </a:lnTo>
                  <a:close/>
                </a:path>
                <a:path w="76200" h="414020">
                  <a:moveTo>
                    <a:pt x="69819" y="63499"/>
                  </a:moveTo>
                  <a:lnTo>
                    <a:pt x="50673" y="63499"/>
                  </a:lnTo>
                  <a:lnTo>
                    <a:pt x="50737" y="76200"/>
                  </a:lnTo>
                  <a:lnTo>
                    <a:pt x="76200" y="76072"/>
                  </a:lnTo>
                  <a:lnTo>
                    <a:pt x="69883" y="63626"/>
                  </a:lnTo>
                  <a:lnTo>
                    <a:pt x="69819" y="63499"/>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object 22"/>
            <p:cNvPicPr/>
            <p:nvPr/>
          </p:nvPicPr>
          <p:blipFill>
            <a:blip r:embed="rId6" cstate="print"/>
            <a:stretch>
              <a:fillRect/>
            </a:stretch>
          </p:blipFill>
          <p:spPr>
            <a:xfrm>
              <a:off x="7080504" y="3057118"/>
              <a:ext cx="234670" cy="559333"/>
            </a:xfrm>
            <a:prstGeom prst="rect">
              <a:avLst/>
            </a:prstGeom>
          </p:spPr>
        </p:pic>
        <p:sp>
          <p:nvSpPr>
            <p:cNvPr id="23" name="object 23"/>
            <p:cNvSpPr/>
            <p:nvPr/>
          </p:nvSpPr>
          <p:spPr>
            <a:xfrm>
              <a:off x="7162546" y="3079750"/>
              <a:ext cx="76200" cy="402590"/>
            </a:xfrm>
            <a:custGeom>
              <a:avLst/>
              <a:gdLst/>
              <a:ahLst/>
              <a:cxnLst/>
              <a:rect l="l" t="t" r="r" b="b"/>
              <a:pathLst>
                <a:path w="76200" h="402589">
                  <a:moveTo>
                    <a:pt x="0" y="325754"/>
                  </a:moveTo>
                  <a:lnTo>
                    <a:pt x="37592" y="402209"/>
                  </a:lnTo>
                  <a:lnTo>
                    <a:pt x="69808" y="338836"/>
                  </a:lnTo>
                  <a:lnTo>
                    <a:pt x="50673" y="338836"/>
                  </a:lnTo>
                  <a:lnTo>
                    <a:pt x="25273" y="338582"/>
                  </a:lnTo>
                  <a:lnTo>
                    <a:pt x="25339" y="325923"/>
                  </a:lnTo>
                  <a:lnTo>
                    <a:pt x="0" y="325754"/>
                  </a:lnTo>
                  <a:close/>
                </a:path>
                <a:path w="76200" h="402589">
                  <a:moveTo>
                    <a:pt x="25339" y="325923"/>
                  </a:moveTo>
                  <a:lnTo>
                    <a:pt x="25273" y="338582"/>
                  </a:lnTo>
                  <a:lnTo>
                    <a:pt x="50673" y="338836"/>
                  </a:lnTo>
                  <a:lnTo>
                    <a:pt x="50739" y="326093"/>
                  </a:lnTo>
                  <a:lnTo>
                    <a:pt x="25339" y="325923"/>
                  </a:lnTo>
                  <a:close/>
                </a:path>
                <a:path w="76200" h="402589">
                  <a:moveTo>
                    <a:pt x="50739" y="326093"/>
                  </a:moveTo>
                  <a:lnTo>
                    <a:pt x="50673" y="338836"/>
                  </a:lnTo>
                  <a:lnTo>
                    <a:pt x="69808" y="338836"/>
                  </a:lnTo>
                  <a:lnTo>
                    <a:pt x="76200" y="326263"/>
                  </a:lnTo>
                  <a:lnTo>
                    <a:pt x="50739" y="326093"/>
                  </a:lnTo>
                  <a:close/>
                </a:path>
                <a:path w="76200" h="402589">
                  <a:moveTo>
                    <a:pt x="52450" y="0"/>
                  </a:moveTo>
                  <a:lnTo>
                    <a:pt x="27050" y="0"/>
                  </a:lnTo>
                  <a:lnTo>
                    <a:pt x="25340" y="325754"/>
                  </a:lnTo>
                  <a:lnTo>
                    <a:pt x="25339" y="325923"/>
                  </a:lnTo>
                  <a:lnTo>
                    <a:pt x="50739" y="326093"/>
                  </a:lnTo>
                  <a:lnTo>
                    <a:pt x="52450" y="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4" name="object 24"/>
            <p:cNvPicPr/>
            <p:nvPr/>
          </p:nvPicPr>
          <p:blipFill>
            <a:blip r:embed="rId7" cstate="print"/>
            <a:stretch>
              <a:fillRect/>
            </a:stretch>
          </p:blipFill>
          <p:spPr>
            <a:xfrm>
              <a:off x="5138928" y="2820936"/>
              <a:ext cx="1121664" cy="1021067"/>
            </a:xfrm>
            <a:prstGeom prst="rect">
              <a:avLst/>
            </a:prstGeom>
          </p:spPr>
        </p:pic>
        <p:sp>
          <p:nvSpPr>
            <p:cNvPr id="25" name="object 25"/>
            <p:cNvSpPr/>
            <p:nvPr/>
          </p:nvSpPr>
          <p:spPr>
            <a:xfrm>
              <a:off x="5257800" y="2843657"/>
              <a:ext cx="964565" cy="864235"/>
            </a:xfrm>
            <a:custGeom>
              <a:avLst/>
              <a:gdLst/>
              <a:ahLst/>
              <a:cxnLst/>
              <a:rect l="l" t="t" r="r" b="b"/>
              <a:pathLst>
                <a:path w="964564" h="864235">
                  <a:moveTo>
                    <a:pt x="31496" y="784859"/>
                  </a:moveTo>
                  <a:lnTo>
                    <a:pt x="0" y="863980"/>
                  </a:lnTo>
                  <a:lnTo>
                    <a:pt x="82296" y="841628"/>
                  </a:lnTo>
                  <a:lnTo>
                    <a:pt x="72976" y="831214"/>
                  </a:lnTo>
                  <a:lnTo>
                    <a:pt x="55879" y="831214"/>
                  </a:lnTo>
                  <a:lnTo>
                    <a:pt x="38988" y="812291"/>
                  </a:lnTo>
                  <a:lnTo>
                    <a:pt x="48463" y="803821"/>
                  </a:lnTo>
                  <a:lnTo>
                    <a:pt x="31496" y="784859"/>
                  </a:lnTo>
                  <a:close/>
                </a:path>
                <a:path w="964564" h="864235">
                  <a:moveTo>
                    <a:pt x="48463" y="803821"/>
                  </a:moveTo>
                  <a:lnTo>
                    <a:pt x="38988" y="812291"/>
                  </a:lnTo>
                  <a:lnTo>
                    <a:pt x="55879" y="831214"/>
                  </a:lnTo>
                  <a:lnTo>
                    <a:pt x="65378" y="822723"/>
                  </a:lnTo>
                  <a:lnTo>
                    <a:pt x="48463" y="803821"/>
                  </a:lnTo>
                  <a:close/>
                </a:path>
                <a:path w="964564" h="864235">
                  <a:moveTo>
                    <a:pt x="65378" y="822723"/>
                  </a:moveTo>
                  <a:lnTo>
                    <a:pt x="55879" y="831214"/>
                  </a:lnTo>
                  <a:lnTo>
                    <a:pt x="72976" y="831214"/>
                  </a:lnTo>
                  <a:lnTo>
                    <a:pt x="65378" y="822723"/>
                  </a:lnTo>
                  <a:close/>
                </a:path>
                <a:path w="964564" h="864235">
                  <a:moveTo>
                    <a:pt x="947547" y="0"/>
                  </a:moveTo>
                  <a:lnTo>
                    <a:pt x="48463" y="803821"/>
                  </a:lnTo>
                  <a:lnTo>
                    <a:pt x="65378" y="822723"/>
                  </a:lnTo>
                  <a:lnTo>
                    <a:pt x="964438" y="18922"/>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6" name="object 26"/>
            <p:cNvPicPr/>
            <p:nvPr/>
          </p:nvPicPr>
          <p:blipFill>
            <a:blip r:embed="rId8" cstate="print"/>
            <a:stretch>
              <a:fillRect/>
            </a:stretch>
          </p:blipFill>
          <p:spPr>
            <a:xfrm>
              <a:off x="5138928" y="3608806"/>
              <a:ext cx="1121664" cy="1033297"/>
            </a:xfrm>
            <a:prstGeom prst="rect">
              <a:avLst/>
            </a:prstGeom>
          </p:spPr>
        </p:pic>
        <p:sp>
          <p:nvSpPr>
            <p:cNvPr id="27" name="object 27"/>
            <p:cNvSpPr/>
            <p:nvPr/>
          </p:nvSpPr>
          <p:spPr>
            <a:xfrm>
              <a:off x="5257800" y="3707638"/>
              <a:ext cx="964565" cy="876935"/>
            </a:xfrm>
            <a:custGeom>
              <a:avLst/>
              <a:gdLst/>
              <a:ahLst/>
              <a:cxnLst/>
              <a:rect l="l" t="t" r="r" b="b"/>
              <a:pathLst>
                <a:path w="964564" h="876935">
                  <a:moveTo>
                    <a:pt x="65012" y="41791"/>
                  </a:moveTo>
                  <a:lnTo>
                    <a:pt x="47928" y="60655"/>
                  </a:lnTo>
                  <a:lnTo>
                    <a:pt x="947420" y="876935"/>
                  </a:lnTo>
                  <a:lnTo>
                    <a:pt x="964564" y="858138"/>
                  </a:lnTo>
                  <a:lnTo>
                    <a:pt x="65012" y="41791"/>
                  </a:lnTo>
                  <a:close/>
                </a:path>
                <a:path w="964564" h="876935">
                  <a:moveTo>
                    <a:pt x="0" y="0"/>
                  </a:moveTo>
                  <a:lnTo>
                    <a:pt x="30861" y="79501"/>
                  </a:lnTo>
                  <a:lnTo>
                    <a:pt x="47928" y="60655"/>
                  </a:lnTo>
                  <a:lnTo>
                    <a:pt x="38608" y="52197"/>
                  </a:lnTo>
                  <a:lnTo>
                    <a:pt x="55625" y="33274"/>
                  </a:lnTo>
                  <a:lnTo>
                    <a:pt x="72725" y="33274"/>
                  </a:lnTo>
                  <a:lnTo>
                    <a:pt x="82041" y="22987"/>
                  </a:lnTo>
                  <a:lnTo>
                    <a:pt x="0" y="0"/>
                  </a:lnTo>
                  <a:close/>
                </a:path>
                <a:path w="964564" h="876935">
                  <a:moveTo>
                    <a:pt x="55625" y="33274"/>
                  </a:moveTo>
                  <a:lnTo>
                    <a:pt x="38608" y="52197"/>
                  </a:lnTo>
                  <a:lnTo>
                    <a:pt x="47928" y="60655"/>
                  </a:lnTo>
                  <a:lnTo>
                    <a:pt x="65012" y="41791"/>
                  </a:lnTo>
                  <a:lnTo>
                    <a:pt x="55625" y="33274"/>
                  </a:lnTo>
                  <a:close/>
                </a:path>
                <a:path w="964564" h="876935">
                  <a:moveTo>
                    <a:pt x="72725" y="33274"/>
                  </a:moveTo>
                  <a:lnTo>
                    <a:pt x="55625" y="33274"/>
                  </a:lnTo>
                  <a:lnTo>
                    <a:pt x="65012" y="41791"/>
                  </a:lnTo>
                  <a:lnTo>
                    <a:pt x="72725" y="3327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8" name="object 28"/>
          <p:cNvSpPr txBox="1"/>
          <p:nvPr/>
        </p:nvSpPr>
        <p:spPr>
          <a:xfrm>
            <a:off x="5693409" y="3527552"/>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29" name="object 29"/>
          <p:cNvGrpSpPr/>
          <p:nvPr/>
        </p:nvGrpSpPr>
        <p:grpSpPr>
          <a:xfrm>
            <a:off x="5523865" y="2961093"/>
            <a:ext cx="2132965" cy="1517015"/>
            <a:chOff x="5523865" y="2961093"/>
            <a:chExt cx="2132965" cy="1517015"/>
          </a:xfrm>
        </p:grpSpPr>
        <p:sp>
          <p:nvSpPr>
            <p:cNvPr id="30" name="object 30"/>
            <p:cNvSpPr/>
            <p:nvPr/>
          </p:nvSpPr>
          <p:spPr>
            <a:xfrm>
              <a:off x="5523865" y="3100831"/>
              <a:ext cx="234950" cy="255270"/>
            </a:xfrm>
            <a:custGeom>
              <a:avLst/>
              <a:gdLst/>
              <a:ahLst/>
              <a:cxnLst/>
              <a:rect l="l" t="t" r="r" b="b"/>
              <a:pathLst>
                <a:path w="234950" h="255270">
                  <a:moveTo>
                    <a:pt x="12954" y="182498"/>
                  </a:moveTo>
                  <a:lnTo>
                    <a:pt x="10795" y="182498"/>
                  </a:lnTo>
                  <a:lnTo>
                    <a:pt x="10413" y="182625"/>
                  </a:lnTo>
                  <a:lnTo>
                    <a:pt x="4952" y="187197"/>
                  </a:lnTo>
                  <a:lnTo>
                    <a:pt x="3683" y="188340"/>
                  </a:lnTo>
                  <a:lnTo>
                    <a:pt x="2667" y="189483"/>
                  </a:lnTo>
                  <a:lnTo>
                    <a:pt x="2032" y="190372"/>
                  </a:lnTo>
                  <a:lnTo>
                    <a:pt x="1270" y="191262"/>
                  </a:lnTo>
                  <a:lnTo>
                    <a:pt x="762" y="192023"/>
                  </a:lnTo>
                  <a:lnTo>
                    <a:pt x="381" y="192785"/>
                  </a:lnTo>
                  <a:lnTo>
                    <a:pt x="126" y="193420"/>
                  </a:lnTo>
                  <a:lnTo>
                    <a:pt x="0" y="194817"/>
                  </a:lnTo>
                  <a:lnTo>
                    <a:pt x="254" y="195325"/>
                  </a:lnTo>
                  <a:lnTo>
                    <a:pt x="59689" y="254762"/>
                  </a:lnTo>
                  <a:lnTo>
                    <a:pt x="60451" y="255269"/>
                  </a:lnTo>
                  <a:lnTo>
                    <a:pt x="61975" y="255269"/>
                  </a:lnTo>
                  <a:lnTo>
                    <a:pt x="72771" y="242315"/>
                  </a:lnTo>
                  <a:lnTo>
                    <a:pt x="72389" y="242062"/>
                  </a:lnTo>
                  <a:lnTo>
                    <a:pt x="47117" y="216662"/>
                  </a:lnTo>
                  <a:lnTo>
                    <a:pt x="57970" y="205866"/>
                  </a:lnTo>
                  <a:lnTo>
                    <a:pt x="36322" y="205866"/>
                  </a:lnTo>
                  <a:lnTo>
                    <a:pt x="12954" y="182498"/>
                  </a:lnTo>
                  <a:close/>
                </a:path>
                <a:path w="234950" h="255270">
                  <a:moveTo>
                    <a:pt x="96138" y="193420"/>
                  </a:moveTo>
                  <a:lnTo>
                    <a:pt x="70738" y="193420"/>
                  </a:lnTo>
                  <a:lnTo>
                    <a:pt x="95250" y="217931"/>
                  </a:lnTo>
                  <a:lnTo>
                    <a:pt x="95969" y="218693"/>
                  </a:lnTo>
                  <a:lnTo>
                    <a:pt x="96138" y="218947"/>
                  </a:lnTo>
                  <a:lnTo>
                    <a:pt x="96647" y="219075"/>
                  </a:lnTo>
                  <a:lnTo>
                    <a:pt x="98044" y="219075"/>
                  </a:lnTo>
                  <a:lnTo>
                    <a:pt x="98679" y="218693"/>
                  </a:lnTo>
                  <a:lnTo>
                    <a:pt x="98933" y="218693"/>
                  </a:lnTo>
                  <a:lnTo>
                    <a:pt x="100075" y="217931"/>
                  </a:lnTo>
                  <a:lnTo>
                    <a:pt x="100964" y="217169"/>
                  </a:lnTo>
                  <a:lnTo>
                    <a:pt x="101981" y="216534"/>
                  </a:lnTo>
                  <a:lnTo>
                    <a:pt x="105537" y="212978"/>
                  </a:lnTo>
                  <a:lnTo>
                    <a:pt x="107950" y="210184"/>
                  </a:lnTo>
                  <a:lnTo>
                    <a:pt x="108458" y="209295"/>
                  </a:lnTo>
                  <a:lnTo>
                    <a:pt x="108712" y="208660"/>
                  </a:lnTo>
                  <a:lnTo>
                    <a:pt x="109093" y="208025"/>
                  </a:lnTo>
                  <a:lnTo>
                    <a:pt x="109093" y="206628"/>
                  </a:lnTo>
                  <a:lnTo>
                    <a:pt x="108965" y="206120"/>
                  </a:lnTo>
                  <a:lnTo>
                    <a:pt x="108585" y="205866"/>
                  </a:lnTo>
                  <a:lnTo>
                    <a:pt x="96138" y="193420"/>
                  </a:lnTo>
                  <a:close/>
                </a:path>
                <a:path w="234950" h="255270">
                  <a:moveTo>
                    <a:pt x="48768" y="146176"/>
                  </a:moveTo>
                  <a:lnTo>
                    <a:pt x="47244" y="146176"/>
                  </a:lnTo>
                  <a:lnTo>
                    <a:pt x="46609" y="146557"/>
                  </a:lnTo>
                  <a:lnTo>
                    <a:pt x="45974" y="146812"/>
                  </a:lnTo>
                  <a:lnTo>
                    <a:pt x="45212" y="147446"/>
                  </a:lnTo>
                  <a:lnTo>
                    <a:pt x="44323" y="148081"/>
                  </a:lnTo>
                  <a:lnTo>
                    <a:pt x="43307" y="148843"/>
                  </a:lnTo>
                  <a:lnTo>
                    <a:pt x="42290" y="149732"/>
                  </a:lnTo>
                  <a:lnTo>
                    <a:pt x="39750" y="152272"/>
                  </a:lnTo>
                  <a:lnTo>
                    <a:pt x="38862" y="153415"/>
                  </a:lnTo>
                  <a:lnTo>
                    <a:pt x="37337" y="155193"/>
                  </a:lnTo>
                  <a:lnTo>
                    <a:pt x="36830" y="155955"/>
                  </a:lnTo>
                  <a:lnTo>
                    <a:pt x="36575" y="156590"/>
                  </a:lnTo>
                  <a:lnTo>
                    <a:pt x="36195" y="157225"/>
                  </a:lnTo>
                  <a:lnTo>
                    <a:pt x="36195" y="158750"/>
                  </a:lnTo>
                  <a:lnTo>
                    <a:pt x="36449" y="159130"/>
                  </a:lnTo>
                  <a:lnTo>
                    <a:pt x="59816" y="182498"/>
                  </a:lnTo>
                  <a:lnTo>
                    <a:pt x="59563" y="182498"/>
                  </a:lnTo>
                  <a:lnTo>
                    <a:pt x="36322" y="205866"/>
                  </a:lnTo>
                  <a:lnTo>
                    <a:pt x="57970" y="205866"/>
                  </a:lnTo>
                  <a:lnTo>
                    <a:pt x="70484" y="193420"/>
                  </a:lnTo>
                  <a:lnTo>
                    <a:pt x="96138" y="193420"/>
                  </a:lnTo>
                  <a:lnTo>
                    <a:pt x="49275" y="146557"/>
                  </a:lnTo>
                  <a:lnTo>
                    <a:pt x="48768" y="146176"/>
                  </a:lnTo>
                  <a:close/>
                </a:path>
                <a:path w="234950" h="255270">
                  <a:moveTo>
                    <a:pt x="108679" y="130428"/>
                  </a:moveTo>
                  <a:lnTo>
                    <a:pt x="83058" y="130428"/>
                  </a:lnTo>
                  <a:lnTo>
                    <a:pt x="133223" y="180720"/>
                  </a:lnTo>
                  <a:lnTo>
                    <a:pt x="133667" y="181101"/>
                  </a:lnTo>
                  <a:lnTo>
                    <a:pt x="134238" y="181482"/>
                  </a:lnTo>
                  <a:lnTo>
                    <a:pt x="135445" y="181482"/>
                  </a:lnTo>
                  <a:lnTo>
                    <a:pt x="136398" y="181101"/>
                  </a:lnTo>
                  <a:lnTo>
                    <a:pt x="137033" y="180720"/>
                  </a:lnTo>
                  <a:lnTo>
                    <a:pt x="137795" y="180212"/>
                  </a:lnTo>
                  <a:lnTo>
                    <a:pt x="138684" y="179450"/>
                  </a:lnTo>
                  <a:lnTo>
                    <a:pt x="139700" y="178815"/>
                  </a:lnTo>
                  <a:lnTo>
                    <a:pt x="146431" y="170941"/>
                  </a:lnTo>
                  <a:lnTo>
                    <a:pt x="146812" y="170306"/>
                  </a:lnTo>
                  <a:lnTo>
                    <a:pt x="146685" y="168401"/>
                  </a:lnTo>
                  <a:lnTo>
                    <a:pt x="146304" y="168147"/>
                  </a:lnTo>
                  <a:lnTo>
                    <a:pt x="108679" y="130428"/>
                  </a:lnTo>
                  <a:close/>
                </a:path>
                <a:path w="234950" h="255270">
                  <a:moveTo>
                    <a:pt x="102996" y="91058"/>
                  </a:moveTo>
                  <a:lnTo>
                    <a:pt x="101600" y="91058"/>
                  </a:lnTo>
                  <a:lnTo>
                    <a:pt x="56642" y="136016"/>
                  </a:lnTo>
                  <a:lnTo>
                    <a:pt x="56387" y="136397"/>
                  </a:lnTo>
                  <a:lnTo>
                    <a:pt x="56387" y="137667"/>
                  </a:lnTo>
                  <a:lnTo>
                    <a:pt x="56642" y="138302"/>
                  </a:lnTo>
                  <a:lnTo>
                    <a:pt x="56896" y="138810"/>
                  </a:lnTo>
                  <a:lnTo>
                    <a:pt x="57404" y="139445"/>
                  </a:lnTo>
                  <a:lnTo>
                    <a:pt x="57912" y="140207"/>
                  </a:lnTo>
                  <a:lnTo>
                    <a:pt x="59309" y="141858"/>
                  </a:lnTo>
                  <a:lnTo>
                    <a:pt x="61213" y="143763"/>
                  </a:lnTo>
                  <a:lnTo>
                    <a:pt x="62102" y="144525"/>
                  </a:lnTo>
                  <a:lnTo>
                    <a:pt x="62864" y="145033"/>
                  </a:lnTo>
                  <a:lnTo>
                    <a:pt x="63500" y="145668"/>
                  </a:lnTo>
                  <a:lnTo>
                    <a:pt x="65277" y="146557"/>
                  </a:lnTo>
                  <a:lnTo>
                    <a:pt x="66971" y="146557"/>
                  </a:lnTo>
                  <a:lnTo>
                    <a:pt x="67225" y="146176"/>
                  </a:lnTo>
                  <a:lnTo>
                    <a:pt x="67694" y="145668"/>
                  </a:lnTo>
                  <a:lnTo>
                    <a:pt x="83058" y="130428"/>
                  </a:lnTo>
                  <a:lnTo>
                    <a:pt x="108679" y="130428"/>
                  </a:lnTo>
                  <a:lnTo>
                    <a:pt x="95885" y="117601"/>
                  </a:lnTo>
                  <a:lnTo>
                    <a:pt x="111760" y="101726"/>
                  </a:lnTo>
                  <a:lnTo>
                    <a:pt x="112013" y="101345"/>
                  </a:lnTo>
                  <a:lnTo>
                    <a:pt x="112013" y="99948"/>
                  </a:lnTo>
                  <a:lnTo>
                    <a:pt x="109093" y="95884"/>
                  </a:lnTo>
                  <a:lnTo>
                    <a:pt x="108315" y="94995"/>
                  </a:lnTo>
                  <a:lnTo>
                    <a:pt x="106933" y="93598"/>
                  </a:lnTo>
                  <a:lnTo>
                    <a:pt x="107187" y="93598"/>
                  </a:lnTo>
                  <a:lnTo>
                    <a:pt x="105663" y="92582"/>
                  </a:lnTo>
                  <a:lnTo>
                    <a:pt x="104901" y="91947"/>
                  </a:lnTo>
                  <a:lnTo>
                    <a:pt x="104478" y="91693"/>
                  </a:lnTo>
                  <a:lnTo>
                    <a:pt x="102996" y="91058"/>
                  </a:lnTo>
                  <a:close/>
                </a:path>
                <a:path w="234950" h="255270">
                  <a:moveTo>
                    <a:pt x="170877" y="93598"/>
                  </a:moveTo>
                  <a:lnTo>
                    <a:pt x="145319" y="93598"/>
                  </a:lnTo>
                  <a:lnTo>
                    <a:pt x="182497" y="130682"/>
                  </a:lnTo>
                  <a:lnTo>
                    <a:pt x="183218" y="131444"/>
                  </a:lnTo>
                  <a:lnTo>
                    <a:pt x="183387" y="131698"/>
                  </a:lnTo>
                  <a:lnTo>
                    <a:pt x="183769" y="131825"/>
                  </a:lnTo>
                  <a:lnTo>
                    <a:pt x="185293" y="131825"/>
                  </a:lnTo>
                  <a:lnTo>
                    <a:pt x="185927" y="131444"/>
                  </a:lnTo>
                  <a:lnTo>
                    <a:pt x="186118" y="131444"/>
                  </a:lnTo>
                  <a:lnTo>
                    <a:pt x="196342" y="120776"/>
                  </a:lnTo>
                  <a:lnTo>
                    <a:pt x="196342" y="119252"/>
                  </a:lnTo>
                  <a:lnTo>
                    <a:pt x="196214" y="118871"/>
                  </a:lnTo>
                  <a:lnTo>
                    <a:pt x="195834" y="118617"/>
                  </a:lnTo>
                  <a:lnTo>
                    <a:pt x="171004" y="93725"/>
                  </a:lnTo>
                  <a:lnTo>
                    <a:pt x="170877" y="93598"/>
                  </a:lnTo>
                  <a:close/>
                </a:path>
                <a:path w="234950" h="255270">
                  <a:moveTo>
                    <a:pt x="119888" y="93598"/>
                  </a:moveTo>
                  <a:lnTo>
                    <a:pt x="110188" y="93598"/>
                  </a:lnTo>
                  <a:lnTo>
                    <a:pt x="110744" y="94233"/>
                  </a:lnTo>
                  <a:lnTo>
                    <a:pt x="111633" y="94995"/>
                  </a:lnTo>
                  <a:lnTo>
                    <a:pt x="112395" y="95503"/>
                  </a:lnTo>
                  <a:lnTo>
                    <a:pt x="113157" y="96138"/>
                  </a:lnTo>
                  <a:lnTo>
                    <a:pt x="114300" y="96773"/>
                  </a:lnTo>
                  <a:lnTo>
                    <a:pt x="114935" y="97027"/>
                  </a:lnTo>
                  <a:lnTo>
                    <a:pt x="116459" y="97027"/>
                  </a:lnTo>
                  <a:lnTo>
                    <a:pt x="119888" y="93598"/>
                  </a:lnTo>
                  <a:close/>
                </a:path>
                <a:path w="234950" h="255270">
                  <a:moveTo>
                    <a:pt x="223520" y="93598"/>
                  </a:moveTo>
                  <a:lnTo>
                    <a:pt x="222123" y="93598"/>
                  </a:lnTo>
                  <a:lnTo>
                    <a:pt x="222504" y="93725"/>
                  </a:lnTo>
                  <a:lnTo>
                    <a:pt x="223012" y="93725"/>
                  </a:lnTo>
                  <a:lnTo>
                    <a:pt x="223520" y="93598"/>
                  </a:lnTo>
                  <a:close/>
                </a:path>
                <a:path w="234950" h="255270">
                  <a:moveTo>
                    <a:pt x="109129" y="92582"/>
                  </a:moveTo>
                  <a:lnTo>
                    <a:pt x="105917" y="92582"/>
                  </a:lnTo>
                  <a:lnTo>
                    <a:pt x="106933" y="93598"/>
                  </a:lnTo>
                  <a:lnTo>
                    <a:pt x="110290" y="93598"/>
                  </a:lnTo>
                  <a:lnTo>
                    <a:pt x="109129" y="92582"/>
                  </a:lnTo>
                  <a:close/>
                </a:path>
                <a:path w="234950" h="255270">
                  <a:moveTo>
                    <a:pt x="144301" y="92582"/>
                  </a:moveTo>
                  <a:lnTo>
                    <a:pt x="120904" y="92582"/>
                  </a:lnTo>
                  <a:lnTo>
                    <a:pt x="119888" y="93598"/>
                  </a:lnTo>
                  <a:lnTo>
                    <a:pt x="145319" y="93598"/>
                  </a:lnTo>
                  <a:lnTo>
                    <a:pt x="144301" y="92582"/>
                  </a:lnTo>
                  <a:close/>
                </a:path>
                <a:path w="234950" h="255270">
                  <a:moveTo>
                    <a:pt x="220852" y="92582"/>
                  </a:moveTo>
                  <a:lnTo>
                    <a:pt x="169864" y="92582"/>
                  </a:lnTo>
                  <a:lnTo>
                    <a:pt x="170877" y="93598"/>
                  </a:lnTo>
                  <a:lnTo>
                    <a:pt x="221868" y="93598"/>
                  </a:lnTo>
                  <a:lnTo>
                    <a:pt x="220852" y="92582"/>
                  </a:lnTo>
                  <a:close/>
                </a:path>
                <a:path w="234950" h="255270">
                  <a:moveTo>
                    <a:pt x="203073" y="0"/>
                  </a:moveTo>
                  <a:lnTo>
                    <a:pt x="200151" y="380"/>
                  </a:lnTo>
                  <a:lnTo>
                    <a:pt x="197231" y="1396"/>
                  </a:lnTo>
                  <a:lnTo>
                    <a:pt x="194310" y="2285"/>
                  </a:lnTo>
                  <a:lnTo>
                    <a:pt x="191770" y="3428"/>
                  </a:lnTo>
                  <a:lnTo>
                    <a:pt x="187198" y="6476"/>
                  </a:lnTo>
                  <a:lnTo>
                    <a:pt x="185420" y="7873"/>
                  </a:lnTo>
                  <a:lnTo>
                    <a:pt x="183896" y="9016"/>
                  </a:lnTo>
                  <a:lnTo>
                    <a:pt x="180848" y="11810"/>
                  </a:lnTo>
                  <a:lnTo>
                    <a:pt x="163449" y="29209"/>
                  </a:lnTo>
                  <a:lnTo>
                    <a:pt x="162813" y="30606"/>
                  </a:lnTo>
                  <a:lnTo>
                    <a:pt x="162687" y="33654"/>
                  </a:lnTo>
                  <a:lnTo>
                    <a:pt x="163449" y="35178"/>
                  </a:lnTo>
                  <a:lnTo>
                    <a:pt x="220852" y="92582"/>
                  </a:lnTo>
                  <a:lnTo>
                    <a:pt x="221022" y="92582"/>
                  </a:lnTo>
                  <a:lnTo>
                    <a:pt x="221699" y="93598"/>
                  </a:lnTo>
                  <a:lnTo>
                    <a:pt x="223731" y="93598"/>
                  </a:lnTo>
                  <a:lnTo>
                    <a:pt x="225425" y="92582"/>
                  </a:lnTo>
                  <a:lnTo>
                    <a:pt x="226568" y="91693"/>
                  </a:lnTo>
                  <a:lnTo>
                    <a:pt x="227457" y="91058"/>
                  </a:lnTo>
                  <a:lnTo>
                    <a:pt x="232029" y="86487"/>
                  </a:lnTo>
                  <a:lnTo>
                    <a:pt x="232663" y="85597"/>
                  </a:lnTo>
                  <a:lnTo>
                    <a:pt x="233425" y="84708"/>
                  </a:lnTo>
                  <a:lnTo>
                    <a:pt x="233934" y="83819"/>
                  </a:lnTo>
                  <a:lnTo>
                    <a:pt x="234187" y="83184"/>
                  </a:lnTo>
                  <a:lnTo>
                    <a:pt x="234569" y="82550"/>
                  </a:lnTo>
                  <a:lnTo>
                    <a:pt x="234442" y="80644"/>
                  </a:lnTo>
                  <a:lnTo>
                    <a:pt x="234061" y="80390"/>
                  </a:lnTo>
                  <a:lnTo>
                    <a:pt x="214122" y="60325"/>
                  </a:lnTo>
                  <a:lnTo>
                    <a:pt x="223393" y="51053"/>
                  </a:lnTo>
                  <a:lnTo>
                    <a:pt x="223789" y="50545"/>
                  </a:lnTo>
                  <a:lnTo>
                    <a:pt x="204215" y="50545"/>
                  </a:lnTo>
                  <a:lnTo>
                    <a:pt x="183007" y="29337"/>
                  </a:lnTo>
                  <a:lnTo>
                    <a:pt x="189737" y="22605"/>
                  </a:lnTo>
                  <a:lnTo>
                    <a:pt x="191135" y="21335"/>
                  </a:lnTo>
                  <a:lnTo>
                    <a:pt x="192532" y="20319"/>
                  </a:lnTo>
                  <a:lnTo>
                    <a:pt x="193773" y="19303"/>
                  </a:lnTo>
                  <a:lnTo>
                    <a:pt x="194479" y="18922"/>
                  </a:lnTo>
                  <a:lnTo>
                    <a:pt x="195580" y="18414"/>
                  </a:lnTo>
                  <a:lnTo>
                    <a:pt x="197358" y="18033"/>
                  </a:lnTo>
                  <a:lnTo>
                    <a:pt x="198691" y="17652"/>
                  </a:lnTo>
                  <a:lnTo>
                    <a:pt x="229408" y="17652"/>
                  </a:lnTo>
                  <a:lnTo>
                    <a:pt x="228473" y="15493"/>
                  </a:lnTo>
                  <a:lnTo>
                    <a:pt x="225933" y="11810"/>
                  </a:lnTo>
                  <a:lnTo>
                    <a:pt x="222376" y="8381"/>
                  </a:lnTo>
                  <a:lnTo>
                    <a:pt x="219837" y="5841"/>
                  </a:lnTo>
                  <a:lnTo>
                    <a:pt x="217170" y="3809"/>
                  </a:lnTo>
                  <a:lnTo>
                    <a:pt x="214375" y="2539"/>
                  </a:lnTo>
                  <a:lnTo>
                    <a:pt x="211709" y="1142"/>
                  </a:lnTo>
                  <a:lnTo>
                    <a:pt x="208787" y="380"/>
                  </a:lnTo>
                  <a:lnTo>
                    <a:pt x="207454" y="380"/>
                  </a:lnTo>
                  <a:lnTo>
                    <a:pt x="203073" y="0"/>
                  </a:lnTo>
                  <a:close/>
                </a:path>
                <a:path w="234950" h="255270">
                  <a:moveTo>
                    <a:pt x="153162" y="41655"/>
                  </a:moveTo>
                  <a:lnTo>
                    <a:pt x="151002" y="41655"/>
                  </a:lnTo>
                  <a:lnTo>
                    <a:pt x="106172" y="86487"/>
                  </a:lnTo>
                  <a:lnTo>
                    <a:pt x="106299" y="88645"/>
                  </a:lnTo>
                  <a:lnTo>
                    <a:pt x="106552" y="89280"/>
                  </a:lnTo>
                  <a:lnTo>
                    <a:pt x="106934" y="89915"/>
                  </a:lnTo>
                  <a:lnTo>
                    <a:pt x="107569" y="90677"/>
                  </a:lnTo>
                  <a:lnTo>
                    <a:pt x="107823" y="91058"/>
                  </a:lnTo>
                  <a:lnTo>
                    <a:pt x="108294" y="91693"/>
                  </a:lnTo>
                  <a:lnTo>
                    <a:pt x="109056" y="92582"/>
                  </a:lnTo>
                  <a:lnTo>
                    <a:pt x="120904" y="92582"/>
                  </a:lnTo>
                  <a:lnTo>
                    <a:pt x="132587" y="80898"/>
                  </a:lnTo>
                  <a:lnTo>
                    <a:pt x="158209" y="80898"/>
                  </a:lnTo>
                  <a:lnTo>
                    <a:pt x="145414" y="68071"/>
                  </a:lnTo>
                  <a:lnTo>
                    <a:pt x="161417" y="52069"/>
                  </a:lnTo>
                  <a:lnTo>
                    <a:pt x="161534" y="50545"/>
                  </a:lnTo>
                  <a:lnTo>
                    <a:pt x="161289" y="49783"/>
                  </a:lnTo>
                  <a:lnTo>
                    <a:pt x="161036" y="49275"/>
                  </a:lnTo>
                  <a:lnTo>
                    <a:pt x="160655" y="48640"/>
                  </a:lnTo>
                  <a:lnTo>
                    <a:pt x="160020" y="47878"/>
                  </a:lnTo>
                  <a:lnTo>
                    <a:pt x="159512" y="47116"/>
                  </a:lnTo>
                  <a:lnTo>
                    <a:pt x="158750" y="46227"/>
                  </a:lnTo>
                  <a:lnTo>
                    <a:pt x="157734" y="45338"/>
                  </a:lnTo>
                  <a:lnTo>
                    <a:pt x="156845" y="44322"/>
                  </a:lnTo>
                  <a:lnTo>
                    <a:pt x="155194" y="42925"/>
                  </a:lnTo>
                  <a:lnTo>
                    <a:pt x="154432" y="42417"/>
                  </a:lnTo>
                  <a:lnTo>
                    <a:pt x="153797" y="41909"/>
                  </a:lnTo>
                  <a:lnTo>
                    <a:pt x="153162" y="41655"/>
                  </a:lnTo>
                  <a:close/>
                </a:path>
                <a:path w="234950" h="255270">
                  <a:moveTo>
                    <a:pt x="158209" y="80898"/>
                  </a:moveTo>
                  <a:lnTo>
                    <a:pt x="132587" y="80898"/>
                  </a:lnTo>
                  <a:lnTo>
                    <a:pt x="144301" y="92582"/>
                  </a:lnTo>
                  <a:lnTo>
                    <a:pt x="169864" y="92582"/>
                  </a:lnTo>
                  <a:lnTo>
                    <a:pt x="158209" y="80898"/>
                  </a:lnTo>
                  <a:close/>
                </a:path>
                <a:path w="234950" h="255270">
                  <a:moveTo>
                    <a:pt x="229408" y="17652"/>
                  </a:moveTo>
                  <a:lnTo>
                    <a:pt x="201168" y="17652"/>
                  </a:lnTo>
                  <a:lnTo>
                    <a:pt x="203885" y="18414"/>
                  </a:lnTo>
                  <a:lnTo>
                    <a:pt x="205612" y="18922"/>
                  </a:lnTo>
                  <a:lnTo>
                    <a:pt x="207772" y="20319"/>
                  </a:lnTo>
                  <a:lnTo>
                    <a:pt x="209931" y="22605"/>
                  </a:lnTo>
                  <a:lnTo>
                    <a:pt x="211582" y="24129"/>
                  </a:lnTo>
                  <a:lnTo>
                    <a:pt x="212851" y="25907"/>
                  </a:lnTo>
                  <a:lnTo>
                    <a:pt x="213740" y="27685"/>
                  </a:lnTo>
                  <a:lnTo>
                    <a:pt x="214757" y="29590"/>
                  </a:lnTo>
                  <a:lnTo>
                    <a:pt x="215264" y="31368"/>
                  </a:lnTo>
                  <a:lnTo>
                    <a:pt x="215375" y="35178"/>
                  </a:lnTo>
                  <a:lnTo>
                    <a:pt x="215137" y="36956"/>
                  </a:lnTo>
                  <a:lnTo>
                    <a:pt x="214249" y="38862"/>
                  </a:lnTo>
                  <a:lnTo>
                    <a:pt x="213487" y="40766"/>
                  </a:lnTo>
                  <a:lnTo>
                    <a:pt x="211962" y="42798"/>
                  </a:lnTo>
                  <a:lnTo>
                    <a:pt x="204215" y="50545"/>
                  </a:lnTo>
                  <a:lnTo>
                    <a:pt x="223789" y="50545"/>
                  </a:lnTo>
                  <a:lnTo>
                    <a:pt x="226468" y="47116"/>
                  </a:lnTo>
                  <a:lnTo>
                    <a:pt x="226949" y="46227"/>
                  </a:lnTo>
                  <a:lnTo>
                    <a:pt x="228600" y="42925"/>
                  </a:lnTo>
                  <a:lnTo>
                    <a:pt x="230759" y="38862"/>
                  </a:lnTo>
                  <a:lnTo>
                    <a:pt x="231828" y="35178"/>
                  </a:lnTo>
                  <a:lnTo>
                    <a:pt x="231983" y="33654"/>
                  </a:lnTo>
                  <a:lnTo>
                    <a:pt x="232008" y="33273"/>
                  </a:lnTo>
                  <a:lnTo>
                    <a:pt x="232131" y="31368"/>
                  </a:lnTo>
                  <a:lnTo>
                    <a:pt x="232246" y="29590"/>
                  </a:lnTo>
                  <a:lnTo>
                    <a:pt x="232369" y="27685"/>
                  </a:lnTo>
                  <a:lnTo>
                    <a:pt x="232410" y="27050"/>
                  </a:lnTo>
                  <a:lnTo>
                    <a:pt x="231648" y="23113"/>
                  </a:lnTo>
                  <a:lnTo>
                    <a:pt x="230124" y="19303"/>
                  </a:lnTo>
                  <a:lnTo>
                    <a:pt x="229408" y="17652"/>
                  </a:lnTo>
                  <a:close/>
                </a:path>
              </a:pathLst>
            </a:custGeom>
            <a:solidFill>
              <a:srgbClr val="4F612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p:cNvSpPr/>
            <p:nvPr/>
          </p:nvSpPr>
          <p:spPr>
            <a:xfrm>
              <a:off x="5712968" y="4001515"/>
              <a:ext cx="259715" cy="229870"/>
            </a:xfrm>
            <a:custGeom>
              <a:avLst/>
              <a:gdLst/>
              <a:ahLst/>
              <a:cxnLst/>
              <a:rect l="l" t="t" r="r" b="b"/>
              <a:pathLst>
                <a:path w="259714" h="229870">
                  <a:moveTo>
                    <a:pt x="229235" y="157479"/>
                  </a:moveTo>
                  <a:lnTo>
                    <a:pt x="223266" y="157479"/>
                  </a:lnTo>
                  <a:lnTo>
                    <a:pt x="221742" y="160019"/>
                  </a:lnTo>
                  <a:lnTo>
                    <a:pt x="167259" y="217169"/>
                  </a:lnTo>
                  <a:lnTo>
                    <a:pt x="166878" y="218439"/>
                  </a:lnTo>
                  <a:lnTo>
                    <a:pt x="166624" y="218439"/>
                  </a:lnTo>
                  <a:lnTo>
                    <a:pt x="166624" y="219709"/>
                  </a:lnTo>
                  <a:lnTo>
                    <a:pt x="166751" y="219709"/>
                  </a:lnTo>
                  <a:lnTo>
                    <a:pt x="167132" y="220979"/>
                  </a:lnTo>
                  <a:lnTo>
                    <a:pt x="167386" y="220979"/>
                  </a:lnTo>
                  <a:lnTo>
                    <a:pt x="169545" y="223519"/>
                  </a:lnTo>
                  <a:lnTo>
                    <a:pt x="171831" y="226059"/>
                  </a:lnTo>
                  <a:lnTo>
                    <a:pt x="174244" y="228599"/>
                  </a:lnTo>
                  <a:lnTo>
                    <a:pt x="176022" y="229869"/>
                  </a:lnTo>
                  <a:lnTo>
                    <a:pt x="180086" y="229869"/>
                  </a:lnTo>
                  <a:lnTo>
                    <a:pt x="199644" y="209549"/>
                  </a:lnTo>
                  <a:lnTo>
                    <a:pt x="223139" y="209549"/>
                  </a:lnTo>
                  <a:lnTo>
                    <a:pt x="221107" y="208279"/>
                  </a:lnTo>
                  <a:lnTo>
                    <a:pt x="219202" y="208279"/>
                  </a:lnTo>
                  <a:lnTo>
                    <a:pt x="217170" y="207009"/>
                  </a:lnTo>
                  <a:lnTo>
                    <a:pt x="215137" y="204469"/>
                  </a:lnTo>
                  <a:lnTo>
                    <a:pt x="209169" y="199389"/>
                  </a:lnTo>
                  <a:lnTo>
                    <a:pt x="229743" y="177799"/>
                  </a:lnTo>
                  <a:lnTo>
                    <a:pt x="250062" y="177799"/>
                  </a:lnTo>
                  <a:lnTo>
                    <a:pt x="248793" y="176529"/>
                  </a:lnTo>
                  <a:lnTo>
                    <a:pt x="247396" y="175259"/>
                  </a:lnTo>
                  <a:lnTo>
                    <a:pt x="245872" y="172719"/>
                  </a:lnTo>
                  <a:lnTo>
                    <a:pt x="229235" y="157479"/>
                  </a:lnTo>
                  <a:close/>
                </a:path>
                <a:path w="259714" h="229870">
                  <a:moveTo>
                    <a:pt x="250062" y="177799"/>
                  </a:moveTo>
                  <a:lnTo>
                    <a:pt x="229743" y="177799"/>
                  </a:lnTo>
                  <a:lnTo>
                    <a:pt x="236728" y="184149"/>
                  </a:lnTo>
                  <a:lnTo>
                    <a:pt x="237998" y="185419"/>
                  </a:lnTo>
                  <a:lnTo>
                    <a:pt x="239014" y="186689"/>
                  </a:lnTo>
                  <a:lnTo>
                    <a:pt x="240157" y="187959"/>
                  </a:lnTo>
                  <a:lnTo>
                    <a:pt x="241046" y="189229"/>
                  </a:lnTo>
                  <a:lnTo>
                    <a:pt x="242062" y="193039"/>
                  </a:lnTo>
                  <a:lnTo>
                    <a:pt x="241935" y="195579"/>
                  </a:lnTo>
                  <a:lnTo>
                    <a:pt x="241427" y="196849"/>
                  </a:lnTo>
                  <a:lnTo>
                    <a:pt x="240792" y="199389"/>
                  </a:lnTo>
                  <a:lnTo>
                    <a:pt x="239522" y="201929"/>
                  </a:lnTo>
                  <a:lnTo>
                    <a:pt x="237362" y="204469"/>
                  </a:lnTo>
                  <a:lnTo>
                    <a:pt x="235839" y="205739"/>
                  </a:lnTo>
                  <a:lnTo>
                    <a:pt x="232283" y="208279"/>
                  </a:lnTo>
                  <a:lnTo>
                    <a:pt x="230505" y="208279"/>
                  </a:lnTo>
                  <a:lnTo>
                    <a:pt x="228727" y="209549"/>
                  </a:lnTo>
                  <a:lnTo>
                    <a:pt x="199644" y="209549"/>
                  </a:lnTo>
                  <a:lnTo>
                    <a:pt x="205105" y="214629"/>
                  </a:lnTo>
                  <a:lnTo>
                    <a:pt x="209296" y="218439"/>
                  </a:lnTo>
                  <a:lnTo>
                    <a:pt x="213487" y="220979"/>
                  </a:lnTo>
                  <a:lnTo>
                    <a:pt x="217551" y="223519"/>
                  </a:lnTo>
                  <a:lnTo>
                    <a:pt x="225679" y="226059"/>
                  </a:lnTo>
                  <a:lnTo>
                    <a:pt x="237490" y="226059"/>
                  </a:lnTo>
                  <a:lnTo>
                    <a:pt x="241173" y="223519"/>
                  </a:lnTo>
                  <a:lnTo>
                    <a:pt x="244983" y="222249"/>
                  </a:lnTo>
                  <a:lnTo>
                    <a:pt x="248539" y="219709"/>
                  </a:lnTo>
                  <a:lnTo>
                    <a:pt x="251968" y="215899"/>
                  </a:lnTo>
                  <a:lnTo>
                    <a:pt x="254381" y="213359"/>
                  </a:lnTo>
                  <a:lnTo>
                    <a:pt x="256286" y="210819"/>
                  </a:lnTo>
                  <a:lnTo>
                    <a:pt x="258826" y="204469"/>
                  </a:lnTo>
                  <a:lnTo>
                    <a:pt x="259461" y="201929"/>
                  </a:lnTo>
                  <a:lnTo>
                    <a:pt x="259461" y="195579"/>
                  </a:lnTo>
                  <a:lnTo>
                    <a:pt x="259207" y="193039"/>
                  </a:lnTo>
                  <a:lnTo>
                    <a:pt x="257175" y="187959"/>
                  </a:lnTo>
                  <a:lnTo>
                    <a:pt x="255905" y="185419"/>
                  </a:lnTo>
                  <a:lnTo>
                    <a:pt x="254254" y="182879"/>
                  </a:lnTo>
                  <a:lnTo>
                    <a:pt x="252730" y="180339"/>
                  </a:lnTo>
                  <a:lnTo>
                    <a:pt x="251333" y="179069"/>
                  </a:lnTo>
                  <a:lnTo>
                    <a:pt x="250062" y="177799"/>
                  </a:lnTo>
                  <a:close/>
                </a:path>
                <a:path w="259714" h="229870">
                  <a:moveTo>
                    <a:pt x="169799" y="101599"/>
                  </a:moveTo>
                  <a:lnTo>
                    <a:pt x="169037" y="101599"/>
                  </a:lnTo>
                  <a:lnTo>
                    <a:pt x="168529" y="102869"/>
                  </a:lnTo>
                  <a:lnTo>
                    <a:pt x="166751" y="102869"/>
                  </a:lnTo>
                  <a:lnTo>
                    <a:pt x="165989" y="104139"/>
                  </a:lnTo>
                  <a:lnTo>
                    <a:pt x="165354" y="104139"/>
                  </a:lnTo>
                  <a:lnTo>
                    <a:pt x="163576" y="106679"/>
                  </a:lnTo>
                  <a:lnTo>
                    <a:pt x="162560" y="106679"/>
                  </a:lnTo>
                  <a:lnTo>
                    <a:pt x="161290" y="109219"/>
                  </a:lnTo>
                  <a:lnTo>
                    <a:pt x="160782" y="109219"/>
                  </a:lnTo>
                  <a:lnTo>
                    <a:pt x="160401" y="110489"/>
                  </a:lnTo>
                  <a:lnTo>
                    <a:pt x="160147" y="110489"/>
                  </a:lnTo>
                  <a:lnTo>
                    <a:pt x="159893" y="111759"/>
                  </a:lnTo>
                  <a:lnTo>
                    <a:pt x="159893" y="113029"/>
                  </a:lnTo>
                  <a:lnTo>
                    <a:pt x="160401" y="113029"/>
                  </a:lnTo>
                  <a:lnTo>
                    <a:pt x="176657" y="128269"/>
                  </a:lnTo>
                  <a:lnTo>
                    <a:pt x="127762" y="180339"/>
                  </a:lnTo>
                  <a:lnTo>
                    <a:pt x="127254" y="181609"/>
                  </a:lnTo>
                  <a:lnTo>
                    <a:pt x="127381" y="182879"/>
                  </a:lnTo>
                  <a:lnTo>
                    <a:pt x="127762" y="182879"/>
                  </a:lnTo>
                  <a:lnTo>
                    <a:pt x="128016" y="184149"/>
                  </a:lnTo>
                  <a:lnTo>
                    <a:pt x="130175" y="186689"/>
                  </a:lnTo>
                  <a:lnTo>
                    <a:pt x="131191" y="187959"/>
                  </a:lnTo>
                  <a:lnTo>
                    <a:pt x="132334" y="189229"/>
                  </a:lnTo>
                  <a:lnTo>
                    <a:pt x="133604" y="190499"/>
                  </a:lnTo>
                  <a:lnTo>
                    <a:pt x="135762" y="191769"/>
                  </a:lnTo>
                  <a:lnTo>
                    <a:pt x="136652" y="191769"/>
                  </a:lnTo>
                  <a:lnTo>
                    <a:pt x="137414" y="193039"/>
                  </a:lnTo>
                  <a:lnTo>
                    <a:pt x="140970" y="193039"/>
                  </a:lnTo>
                  <a:lnTo>
                    <a:pt x="189865" y="140969"/>
                  </a:lnTo>
                  <a:lnTo>
                    <a:pt x="211893" y="140969"/>
                  </a:lnTo>
                  <a:lnTo>
                    <a:pt x="170561" y="102869"/>
                  </a:lnTo>
                  <a:lnTo>
                    <a:pt x="169799" y="101599"/>
                  </a:lnTo>
                  <a:close/>
                </a:path>
                <a:path w="259714" h="229870">
                  <a:moveTo>
                    <a:pt x="211893" y="140969"/>
                  </a:moveTo>
                  <a:lnTo>
                    <a:pt x="189865" y="140969"/>
                  </a:lnTo>
                  <a:lnTo>
                    <a:pt x="206248" y="156209"/>
                  </a:lnTo>
                  <a:lnTo>
                    <a:pt x="209169" y="156209"/>
                  </a:lnTo>
                  <a:lnTo>
                    <a:pt x="209804" y="154939"/>
                  </a:lnTo>
                  <a:lnTo>
                    <a:pt x="210439" y="154939"/>
                  </a:lnTo>
                  <a:lnTo>
                    <a:pt x="212090" y="153669"/>
                  </a:lnTo>
                  <a:lnTo>
                    <a:pt x="213868" y="151129"/>
                  </a:lnTo>
                  <a:lnTo>
                    <a:pt x="215265" y="149859"/>
                  </a:lnTo>
                  <a:lnTo>
                    <a:pt x="216154" y="148589"/>
                  </a:lnTo>
                  <a:lnTo>
                    <a:pt x="216408" y="147319"/>
                  </a:lnTo>
                  <a:lnTo>
                    <a:pt x="216535" y="146049"/>
                  </a:lnTo>
                  <a:lnTo>
                    <a:pt x="216027" y="144779"/>
                  </a:lnTo>
                  <a:lnTo>
                    <a:pt x="211893" y="140969"/>
                  </a:lnTo>
                  <a:close/>
                </a:path>
                <a:path w="259714" h="229870">
                  <a:moveTo>
                    <a:pt x="89535" y="144779"/>
                  </a:moveTo>
                  <a:lnTo>
                    <a:pt x="86995" y="144779"/>
                  </a:lnTo>
                  <a:lnTo>
                    <a:pt x="87630" y="146049"/>
                  </a:lnTo>
                  <a:lnTo>
                    <a:pt x="89154" y="146049"/>
                  </a:lnTo>
                  <a:lnTo>
                    <a:pt x="89535" y="144779"/>
                  </a:lnTo>
                  <a:close/>
                </a:path>
                <a:path w="259714" h="229870">
                  <a:moveTo>
                    <a:pt x="119380" y="54609"/>
                  </a:moveTo>
                  <a:lnTo>
                    <a:pt x="116332" y="54609"/>
                  </a:lnTo>
                  <a:lnTo>
                    <a:pt x="114935" y="55879"/>
                  </a:lnTo>
                  <a:lnTo>
                    <a:pt x="114173" y="55879"/>
                  </a:lnTo>
                  <a:lnTo>
                    <a:pt x="111506" y="59689"/>
                  </a:lnTo>
                  <a:lnTo>
                    <a:pt x="110744" y="59689"/>
                  </a:lnTo>
                  <a:lnTo>
                    <a:pt x="110236" y="60959"/>
                  </a:lnTo>
                  <a:lnTo>
                    <a:pt x="109601" y="60959"/>
                  </a:lnTo>
                  <a:lnTo>
                    <a:pt x="108839" y="63499"/>
                  </a:lnTo>
                  <a:lnTo>
                    <a:pt x="108712" y="63499"/>
                  </a:lnTo>
                  <a:lnTo>
                    <a:pt x="108712" y="64769"/>
                  </a:lnTo>
                  <a:lnTo>
                    <a:pt x="109347" y="64769"/>
                  </a:lnTo>
                  <a:lnTo>
                    <a:pt x="125476" y="80009"/>
                  </a:lnTo>
                  <a:lnTo>
                    <a:pt x="76708" y="132079"/>
                  </a:lnTo>
                  <a:lnTo>
                    <a:pt x="76327" y="133349"/>
                  </a:lnTo>
                  <a:lnTo>
                    <a:pt x="76200" y="133349"/>
                  </a:lnTo>
                  <a:lnTo>
                    <a:pt x="76200" y="134619"/>
                  </a:lnTo>
                  <a:lnTo>
                    <a:pt x="76962" y="135889"/>
                  </a:lnTo>
                  <a:lnTo>
                    <a:pt x="77470" y="137159"/>
                  </a:lnTo>
                  <a:lnTo>
                    <a:pt x="78994" y="138429"/>
                  </a:lnTo>
                  <a:lnTo>
                    <a:pt x="81280" y="140969"/>
                  </a:lnTo>
                  <a:lnTo>
                    <a:pt x="83693" y="143509"/>
                  </a:lnTo>
                  <a:lnTo>
                    <a:pt x="84582" y="143509"/>
                  </a:lnTo>
                  <a:lnTo>
                    <a:pt x="85471" y="144779"/>
                  </a:lnTo>
                  <a:lnTo>
                    <a:pt x="89789" y="144779"/>
                  </a:lnTo>
                  <a:lnTo>
                    <a:pt x="138684" y="92709"/>
                  </a:lnTo>
                  <a:lnTo>
                    <a:pt x="159833" y="92709"/>
                  </a:lnTo>
                  <a:lnTo>
                    <a:pt x="119380" y="54609"/>
                  </a:lnTo>
                  <a:close/>
                </a:path>
                <a:path w="259714" h="229870">
                  <a:moveTo>
                    <a:pt x="60706" y="46989"/>
                  </a:moveTo>
                  <a:lnTo>
                    <a:pt x="38100" y="46989"/>
                  </a:lnTo>
                  <a:lnTo>
                    <a:pt x="62357" y="69849"/>
                  </a:lnTo>
                  <a:lnTo>
                    <a:pt x="37846" y="96519"/>
                  </a:lnTo>
                  <a:lnTo>
                    <a:pt x="37337" y="96519"/>
                  </a:lnTo>
                  <a:lnTo>
                    <a:pt x="37337" y="97789"/>
                  </a:lnTo>
                  <a:lnTo>
                    <a:pt x="38100" y="99059"/>
                  </a:lnTo>
                  <a:lnTo>
                    <a:pt x="38608" y="100329"/>
                  </a:lnTo>
                  <a:lnTo>
                    <a:pt x="40132" y="102869"/>
                  </a:lnTo>
                  <a:lnTo>
                    <a:pt x="42418" y="104139"/>
                  </a:lnTo>
                  <a:lnTo>
                    <a:pt x="43687" y="105409"/>
                  </a:lnTo>
                  <a:lnTo>
                    <a:pt x="44831" y="106679"/>
                  </a:lnTo>
                  <a:lnTo>
                    <a:pt x="45720" y="106679"/>
                  </a:lnTo>
                  <a:lnTo>
                    <a:pt x="46609" y="107949"/>
                  </a:lnTo>
                  <a:lnTo>
                    <a:pt x="47371" y="107949"/>
                  </a:lnTo>
                  <a:lnTo>
                    <a:pt x="48133" y="109219"/>
                  </a:lnTo>
                  <a:lnTo>
                    <a:pt x="50927" y="109219"/>
                  </a:lnTo>
                  <a:lnTo>
                    <a:pt x="97891" y="58419"/>
                  </a:lnTo>
                  <a:lnTo>
                    <a:pt x="72771" y="58419"/>
                  </a:lnTo>
                  <a:lnTo>
                    <a:pt x="60706" y="46989"/>
                  </a:lnTo>
                  <a:close/>
                </a:path>
                <a:path w="259714" h="229870">
                  <a:moveTo>
                    <a:pt x="157480" y="107949"/>
                  </a:moveTo>
                  <a:lnTo>
                    <a:pt x="155194" y="107949"/>
                  </a:lnTo>
                  <a:lnTo>
                    <a:pt x="155575" y="109219"/>
                  </a:lnTo>
                  <a:lnTo>
                    <a:pt x="156845" y="109219"/>
                  </a:lnTo>
                  <a:lnTo>
                    <a:pt x="157480" y="107949"/>
                  </a:lnTo>
                  <a:close/>
                </a:path>
                <a:path w="259714" h="229870">
                  <a:moveTo>
                    <a:pt x="159833" y="92709"/>
                  </a:moveTo>
                  <a:lnTo>
                    <a:pt x="138684" y="92709"/>
                  </a:lnTo>
                  <a:lnTo>
                    <a:pt x="154812" y="107949"/>
                  </a:lnTo>
                  <a:lnTo>
                    <a:pt x="157987" y="107949"/>
                  </a:lnTo>
                  <a:lnTo>
                    <a:pt x="159385" y="106679"/>
                  </a:lnTo>
                  <a:lnTo>
                    <a:pt x="160147" y="106679"/>
                  </a:lnTo>
                  <a:lnTo>
                    <a:pt x="160909" y="105409"/>
                  </a:lnTo>
                  <a:lnTo>
                    <a:pt x="161798" y="104139"/>
                  </a:lnTo>
                  <a:lnTo>
                    <a:pt x="162814" y="104139"/>
                  </a:lnTo>
                  <a:lnTo>
                    <a:pt x="163576" y="102869"/>
                  </a:lnTo>
                  <a:lnTo>
                    <a:pt x="164084" y="101599"/>
                  </a:lnTo>
                  <a:lnTo>
                    <a:pt x="164719" y="101599"/>
                  </a:lnTo>
                  <a:lnTo>
                    <a:pt x="165100" y="100329"/>
                  </a:lnTo>
                  <a:lnTo>
                    <a:pt x="165227" y="100329"/>
                  </a:lnTo>
                  <a:lnTo>
                    <a:pt x="165481" y="99059"/>
                  </a:lnTo>
                  <a:lnTo>
                    <a:pt x="165481" y="97789"/>
                  </a:lnTo>
                  <a:lnTo>
                    <a:pt x="165227" y="97789"/>
                  </a:lnTo>
                  <a:lnTo>
                    <a:pt x="159833" y="92709"/>
                  </a:lnTo>
                  <a:close/>
                </a:path>
                <a:path w="259714" h="229870">
                  <a:moveTo>
                    <a:pt x="61214" y="0"/>
                  </a:moveTo>
                  <a:lnTo>
                    <a:pt x="57785" y="0"/>
                  </a:lnTo>
                  <a:lnTo>
                    <a:pt x="508" y="60959"/>
                  </a:lnTo>
                  <a:lnTo>
                    <a:pt x="0" y="62229"/>
                  </a:lnTo>
                  <a:lnTo>
                    <a:pt x="127" y="63499"/>
                  </a:lnTo>
                  <a:lnTo>
                    <a:pt x="508" y="64769"/>
                  </a:lnTo>
                  <a:lnTo>
                    <a:pt x="762" y="64769"/>
                  </a:lnTo>
                  <a:lnTo>
                    <a:pt x="2159" y="66039"/>
                  </a:lnTo>
                  <a:lnTo>
                    <a:pt x="2794" y="67309"/>
                  </a:lnTo>
                  <a:lnTo>
                    <a:pt x="3810" y="68579"/>
                  </a:lnTo>
                  <a:lnTo>
                    <a:pt x="6477" y="71119"/>
                  </a:lnTo>
                  <a:lnTo>
                    <a:pt x="7493" y="71119"/>
                  </a:lnTo>
                  <a:lnTo>
                    <a:pt x="8509" y="72389"/>
                  </a:lnTo>
                  <a:lnTo>
                    <a:pt x="9398" y="72389"/>
                  </a:lnTo>
                  <a:lnTo>
                    <a:pt x="10160" y="73659"/>
                  </a:lnTo>
                  <a:lnTo>
                    <a:pt x="13589" y="73659"/>
                  </a:lnTo>
                  <a:lnTo>
                    <a:pt x="38100" y="46989"/>
                  </a:lnTo>
                  <a:lnTo>
                    <a:pt x="60706" y="46989"/>
                  </a:lnTo>
                  <a:lnTo>
                    <a:pt x="48641" y="35559"/>
                  </a:lnTo>
                  <a:lnTo>
                    <a:pt x="70866" y="12699"/>
                  </a:lnTo>
                  <a:lnTo>
                    <a:pt x="71247" y="12699"/>
                  </a:lnTo>
                  <a:lnTo>
                    <a:pt x="71374" y="11429"/>
                  </a:lnTo>
                  <a:lnTo>
                    <a:pt x="71501" y="11429"/>
                  </a:lnTo>
                  <a:lnTo>
                    <a:pt x="71374" y="10159"/>
                  </a:lnTo>
                  <a:lnTo>
                    <a:pt x="70612" y="8889"/>
                  </a:lnTo>
                  <a:lnTo>
                    <a:pt x="70104" y="8889"/>
                  </a:lnTo>
                  <a:lnTo>
                    <a:pt x="67564" y="5079"/>
                  </a:lnTo>
                  <a:lnTo>
                    <a:pt x="63881" y="2539"/>
                  </a:lnTo>
                  <a:lnTo>
                    <a:pt x="62992" y="1269"/>
                  </a:lnTo>
                  <a:lnTo>
                    <a:pt x="62103" y="1269"/>
                  </a:lnTo>
                  <a:lnTo>
                    <a:pt x="61214" y="0"/>
                  </a:lnTo>
                  <a:close/>
                </a:path>
                <a:path w="259714" h="229870">
                  <a:moveTo>
                    <a:pt x="97282" y="34289"/>
                  </a:moveTo>
                  <a:lnTo>
                    <a:pt x="95758" y="34289"/>
                  </a:lnTo>
                  <a:lnTo>
                    <a:pt x="94996" y="35559"/>
                  </a:lnTo>
                  <a:lnTo>
                    <a:pt x="72771" y="58419"/>
                  </a:lnTo>
                  <a:lnTo>
                    <a:pt x="97891" y="58419"/>
                  </a:lnTo>
                  <a:lnTo>
                    <a:pt x="108458" y="46989"/>
                  </a:lnTo>
                  <a:lnTo>
                    <a:pt x="108585" y="45719"/>
                  </a:lnTo>
                  <a:lnTo>
                    <a:pt x="108204" y="44449"/>
                  </a:lnTo>
                  <a:lnTo>
                    <a:pt x="107950" y="44449"/>
                  </a:lnTo>
                  <a:lnTo>
                    <a:pt x="106553" y="41909"/>
                  </a:lnTo>
                  <a:lnTo>
                    <a:pt x="105918" y="41909"/>
                  </a:lnTo>
                  <a:lnTo>
                    <a:pt x="103632" y="39369"/>
                  </a:lnTo>
                  <a:lnTo>
                    <a:pt x="101219" y="36829"/>
                  </a:lnTo>
                  <a:lnTo>
                    <a:pt x="100203" y="36829"/>
                  </a:lnTo>
                  <a:lnTo>
                    <a:pt x="99314" y="35559"/>
                  </a:lnTo>
                  <a:lnTo>
                    <a:pt x="98552" y="35559"/>
                  </a:lnTo>
                  <a:lnTo>
                    <a:pt x="97282" y="34289"/>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2" name="object 32"/>
            <p:cNvPicPr/>
            <p:nvPr/>
          </p:nvPicPr>
          <p:blipFill>
            <a:blip r:embed="rId9" cstate="print"/>
            <a:stretch>
              <a:fillRect/>
            </a:stretch>
          </p:blipFill>
          <p:spPr>
            <a:xfrm>
              <a:off x="7423404" y="3918178"/>
              <a:ext cx="233172" cy="559333"/>
            </a:xfrm>
            <a:prstGeom prst="rect">
              <a:avLst/>
            </a:prstGeom>
          </p:spPr>
        </p:pic>
        <p:sp>
          <p:nvSpPr>
            <p:cNvPr id="33" name="object 33"/>
            <p:cNvSpPr/>
            <p:nvPr/>
          </p:nvSpPr>
          <p:spPr>
            <a:xfrm>
              <a:off x="7504682" y="3940301"/>
              <a:ext cx="76200" cy="402590"/>
            </a:xfrm>
            <a:custGeom>
              <a:avLst/>
              <a:gdLst/>
              <a:ahLst/>
              <a:cxnLst/>
              <a:rect l="l" t="t" r="r" b="b"/>
              <a:pathLst>
                <a:path w="76200" h="402589">
                  <a:moveTo>
                    <a:pt x="25213" y="326135"/>
                  </a:moveTo>
                  <a:lnTo>
                    <a:pt x="0" y="326135"/>
                  </a:lnTo>
                  <a:lnTo>
                    <a:pt x="37593" y="402209"/>
                  </a:lnTo>
                  <a:lnTo>
                    <a:pt x="69704" y="338836"/>
                  </a:lnTo>
                  <a:lnTo>
                    <a:pt x="25146" y="338836"/>
                  </a:lnTo>
                  <a:lnTo>
                    <a:pt x="25213" y="326135"/>
                  </a:lnTo>
                  <a:close/>
                </a:path>
                <a:path w="76200" h="402589">
                  <a:moveTo>
                    <a:pt x="52325" y="0"/>
                  </a:moveTo>
                  <a:lnTo>
                    <a:pt x="26924" y="0"/>
                  </a:lnTo>
                  <a:lnTo>
                    <a:pt x="25213" y="326135"/>
                  </a:lnTo>
                  <a:lnTo>
                    <a:pt x="25146" y="338836"/>
                  </a:lnTo>
                  <a:lnTo>
                    <a:pt x="50547" y="338836"/>
                  </a:lnTo>
                  <a:lnTo>
                    <a:pt x="52325" y="0"/>
                  </a:lnTo>
                  <a:close/>
                </a:path>
                <a:path w="76200" h="402589">
                  <a:moveTo>
                    <a:pt x="50614" y="326135"/>
                  </a:moveTo>
                  <a:lnTo>
                    <a:pt x="50547" y="338836"/>
                  </a:lnTo>
                  <a:lnTo>
                    <a:pt x="69704" y="338836"/>
                  </a:lnTo>
                  <a:lnTo>
                    <a:pt x="76074" y="326263"/>
                  </a:lnTo>
                  <a:lnTo>
                    <a:pt x="50614" y="326135"/>
                  </a:lnTo>
                  <a:close/>
                </a:path>
              </a:pathLst>
            </a:custGeom>
            <a:solidFill>
              <a:srgbClr val="375F9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4" name="object 34"/>
            <p:cNvPicPr/>
            <p:nvPr/>
          </p:nvPicPr>
          <p:blipFill>
            <a:blip r:embed="rId10" cstate="print"/>
            <a:stretch>
              <a:fillRect/>
            </a:stretch>
          </p:blipFill>
          <p:spPr>
            <a:xfrm>
              <a:off x="7406640" y="2961093"/>
              <a:ext cx="234670" cy="585254"/>
            </a:xfrm>
            <a:prstGeom prst="rect">
              <a:avLst/>
            </a:prstGeom>
          </p:spPr>
        </p:pic>
        <p:sp>
          <p:nvSpPr>
            <p:cNvPr id="35" name="object 35"/>
            <p:cNvSpPr/>
            <p:nvPr/>
          </p:nvSpPr>
          <p:spPr>
            <a:xfrm>
              <a:off x="7488301" y="3060445"/>
              <a:ext cx="76200" cy="428625"/>
            </a:xfrm>
            <a:custGeom>
              <a:avLst/>
              <a:gdLst/>
              <a:ahLst/>
              <a:cxnLst/>
              <a:rect l="l" t="t" r="r" b="b"/>
              <a:pathLst>
                <a:path w="76200" h="428625">
                  <a:moveTo>
                    <a:pt x="50800" y="63500"/>
                  </a:moveTo>
                  <a:lnTo>
                    <a:pt x="25400" y="63500"/>
                  </a:lnTo>
                  <a:lnTo>
                    <a:pt x="25400" y="428370"/>
                  </a:lnTo>
                  <a:lnTo>
                    <a:pt x="50800" y="428370"/>
                  </a:lnTo>
                  <a:lnTo>
                    <a:pt x="50800" y="63500"/>
                  </a:lnTo>
                  <a:close/>
                </a:path>
                <a:path w="76200" h="428625">
                  <a:moveTo>
                    <a:pt x="38100" y="0"/>
                  </a:moveTo>
                  <a:lnTo>
                    <a:pt x="0" y="76200"/>
                  </a:lnTo>
                  <a:lnTo>
                    <a:pt x="25400" y="76200"/>
                  </a:lnTo>
                  <a:lnTo>
                    <a:pt x="25400" y="63500"/>
                  </a:lnTo>
                  <a:lnTo>
                    <a:pt x="69850" y="63500"/>
                  </a:lnTo>
                  <a:lnTo>
                    <a:pt x="38100" y="0"/>
                  </a:lnTo>
                  <a:close/>
                </a:path>
                <a:path w="76200" h="428625">
                  <a:moveTo>
                    <a:pt x="69850" y="63500"/>
                  </a:moveTo>
                  <a:lnTo>
                    <a:pt x="50800" y="63500"/>
                  </a:lnTo>
                  <a:lnTo>
                    <a:pt x="50800" y="76200"/>
                  </a:lnTo>
                  <a:lnTo>
                    <a:pt x="76200" y="76200"/>
                  </a:lnTo>
                  <a:lnTo>
                    <a:pt x="69850" y="6350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6" name="object 36"/>
          <p:cNvSpPr txBox="1"/>
          <p:nvPr/>
        </p:nvSpPr>
        <p:spPr>
          <a:xfrm>
            <a:off x="8616442" y="4350258"/>
            <a:ext cx="118427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375F92"/>
                </a:solidFill>
                <a:effectLst/>
                <a:uLnTx/>
                <a:uFillTx/>
                <a:latin typeface="Calibri"/>
                <a:cs typeface="Calibri"/>
              </a:rPr>
              <a:t>download</a:t>
            </a:r>
            <a:r>
              <a:rPr kumimoji="0" sz="1100" b="1" i="0" u="none" strike="noStrike" kern="0" cap="none" spc="-35" normalizeH="0" baseline="0" noProof="0" dirty="0">
                <a:ln>
                  <a:noFill/>
                </a:ln>
                <a:solidFill>
                  <a:srgbClr val="375F92"/>
                </a:solidFill>
                <a:effectLst/>
                <a:uLnTx/>
                <a:uFillTx/>
                <a:latin typeface="Calibri"/>
                <a:cs typeface="Calibri"/>
              </a:rPr>
              <a:t> </a:t>
            </a:r>
            <a:r>
              <a:rPr kumimoji="0" sz="1100" b="1" i="0" u="none" strike="noStrike" kern="0" cap="none" spc="0" normalizeH="0" baseline="0" noProof="0" dirty="0">
                <a:ln>
                  <a:noFill/>
                </a:ln>
                <a:solidFill>
                  <a:srgbClr val="375F92"/>
                </a:solidFill>
                <a:effectLst/>
                <a:uLnTx/>
                <a:uFillTx/>
                <a:latin typeface="Calibri"/>
                <a:cs typeface="Calibri"/>
              </a:rPr>
              <a:t>core</a:t>
            </a:r>
            <a:r>
              <a:rPr kumimoji="0" sz="1100" b="1" i="0" u="none" strike="noStrike" kern="0" cap="none" spc="-30" normalizeH="0" baseline="0" noProof="0" dirty="0">
                <a:ln>
                  <a:noFill/>
                </a:ln>
                <a:solidFill>
                  <a:srgbClr val="375F92"/>
                </a:solidFill>
                <a:effectLst/>
                <a:uLnTx/>
                <a:uFillTx/>
                <a:latin typeface="Calibri"/>
                <a:cs typeface="Calibri"/>
              </a:rPr>
              <a:t> </a:t>
            </a:r>
            <a:r>
              <a:rPr kumimoji="0" sz="1100" b="1" i="0" u="none" strike="noStrike" kern="0" cap="none" spc="-20" normalizeH="0" baseline="0" noProof="0" dirty="0">
                <a:ln>
                  <a:noFill/>
                </a:ln>
                <a:solidFill>
                  <a:srgbClr val="375F92"/>
                </a:solidFill>
                <a:effectLst/>
                <a:uLnTx/>
                <a:uFillTx/>
                <a:latin typeface="Calibri"/>
                <a:cs typeface="Calibri"/>
              </a:rPr>
              <a:t>data</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37" name="object 37"/>
          <p:cNvGrpSpPr/>
          <p:nvPr/>
        </p:nvGrpSpPr>
        <p:grpSpPr>
          <a:xfrm>
            <a:off x="3490848" y="3475685"/>
            <a:ext cx="6948805" cy="1235075"/>
            <a:chOff x="3490848" y="3475685"/>
            <a:chExt cx="6948805" cy="1235075"/>
          </a:xfrm>
        </p:grpSpPr>
        <p:pic>
          <p:nvPicPr>
            <p:cNvPr id="38" name="object 38"/>
            <p:cNvPicPr/>
            <p:nvPr/>
          </p:nvPicPr>
          <p:blipFill>
            <a:blip r:embed="rId11" cstate="print"/>
            <a:stretch>
              <a:fillRect/>
            </a:stretch>
          </p:blipFill>
          <p:spPr>
            <a:xfrm>
              <a:off x="8071103" y="3912095"/>
              <a:ext cx="2368296" cy="798588"/>
            </a:xfrm>
            <a:prstGeom prst="rect">
              <a:avLst/>
            </a:prstGeom>
          </p:spPr>
        </p:pic>
        <p:sp>
          <p:nvSpPr>
            <p:cNvPr id="39" name="object 39"/>
            <p:cNvSpPr/>
            <p:nvPr/>
          </p:nvSpPr>
          <p:spPr>
            <a:xfrm>
              <a:off x="8190864" y="3934713"/>
              <a:ext cx="2209800" cy="678815"/>
            </a:xfrm>
            <a:custGeom>
              <a:avLst/>
              <a:gdLst/>
              <a:ahLst/>
              <a:cxnLst/>
              <a:rect l="l" t="t" r="r" b="b"/>
              <a:pathLst>
                <a:path w="2209800" h="678814">
                  <a:moveTo>
                    <a:pt x="76200" y="602361"/>
                  </a:moveTo>
                  <a:lnTo>
                    <a:pt x="0" y="640461"/>
                  </a:lnTo>
                  <a:lnTo>
                    <a:pt x="76200" y="678561"/>
                  </a:lnTo>
                  <a:lnTo>
                    <a:pt x="76200" y="653161"/>
                  </a:lnTo>
                  <a:lnTo>
                    <a:pt x="63500" y="653161"/>
                  </a:lnTo>
                  <a:lnTo>
                    <a:pt x="63500" y="627761"/>
                  </a:lnTo>
                  <a:lnTo>
                    <a:pt x="76200" y="627761"/>
                  </a:lnTo>
                  <a:lnTo>
                    <a:pt x="76200" y="602361"/>
                  </a:lnTo>
                  <a:close/>
                </a:path>
                <a:path w="2209800" h="678814">
                  <a:moveTo>
                    <a:pt x="76200" y="627761"/>
                  </a:moveTo>
                  <a:lnTo>
                    <a:pt x="63500" y="627761"/>
                  </a:lnTo>
                  <a:lnTo>
                    <a:pt x="63500" y="653161"/>
                  </a:lnTo>
                  <a:lnTo>
                    <a:pt x="76200" y="653161"/>
                  </a:lnTo>
                  <a:lnTo>
                    <a:pt x="76200" y="627761"/>
                  </a:lnTo>
                  <a:close/>
                </a:path>
                <a:path w="2209800" h="678814">
                  <a:moveTo>
                    <a:pt x="2184400" y="627761"/>
                  </a:moveTo>
                  <a:lnTo>
                    <a:pt x="76200" y="627761"/>
                  </a:lnTo>
                  <a:lnTo>
                    <a:pt x="76200" y="653161"/>
                  </a:lnTo>
                  <a:lnTo>
                    <a:pt x="2204084" y="653161"/>
                  </a:lnTo>
                  <a:lnTo>
                    <a:pt x="2209800" y="647446"/>
                  </a:lnTo>
                  <a:lnTo>
                    <a:pt x="2209800" y="640461"/>
                  </a:lnTo>
                  <a:lnTo>
                    <a:pt x="2184400" y="640461"/>
                  </a:lnTo>
                  <a:lnTo>
                    <a:pt x="2184400" y="627761"/>
                  </a:lnTo>
                  <a:close/>
                </a:path>
                <a:path w="2209800" h="678814">
                  <a:moveTo>
                    <a:pt x="2209800" y="0"/>
                  </a:moveTo>
                  <a:lnTo>
                    <a:pt x="2184400" y="0"/>
                  </a:lnTo>
                  <a:lnTo>
                    <a:pt x="2184400" y="640461"/>
                  </a:lnTo>
                  <a:lnTo>
                    <a:pt x="2197100" y="627761"/>
                  </a:lnTo>
                  <a:lnTo>
                    <a:pt x="2209800" y="627761"/>
                  </a:lnTo>
                  <a:lnTo>
                    <a:pt x="2209800" y="0"/>
                  </a:lnTo>
                  <a:close/>
                </a:path>
                <a:path w="2209800" h="678814">
                  <a:moveTo>
                    <a:pt x="2209800" y="627761"/>
                  </a:moveTo>
                  <a:lnTo>
                    <a:pt x="2197100" y="627761"/>
                  </a:lnTo>
                  <a:lnTo>
                    <a:pt x="2184400" y="640461"/>
                  </a:lnTo>
                  <a:lnTo>
                    <a:pt x="2209800" y="640461"/>
                  </a:lnTo>
                  <a:lnTo>
                    <a:pt x="2209800" y="627761"/>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40"/>
            <p:cNvSpPr/>
            <p:nvPr/>
          </p:nvSpPr>
          <p:spPr>
            <a:xfrm>
              <a:off x="3490848" y="3475685"/>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5" name="object 45"/>
          <p:cNvSpPr txBox="1"/>
          <p:nvPr/>
        </p:nvSpPr>
        <p:spPr>
          <a:xfrm>
            <a:off x="8484234" y="2613152"/>
            <a:ext cx="3072765" cy="109283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ysClr val="windowText" lastClr="000000"/>
                </a:solidFill>
                <a:effectLst/>
                <a:uLnTx/>
                <a:uFillTx/>
                <a:latin typeface="Calibri"/>
                <a:cs typeface="Calibri"/>
              </a:rPr>
              <a:t>Data</a:t>
            </a:r>
            <a:r>
              <a:rPr kumimoji="0" sz="1800" b="1" i="0" u="none" strike="noStrike" kern="0" cap="none" spc="-35" normalizeH="0" baseline="0" noProof="0" dirty="0">
                <a:ln>
                  <a:noFill/>
                </a:ln>
                <a:solidFill>
                  <a:sysClr val="windowText" lastClr="000000"/>
                </a:solidFill>
                <a:effectLst/>
                <a:uLnTx/>
                <a:uFillTx/>
                <a:latin typeface="Calibri"/>
                <a:cs typeface="Calibri"/>
              </a:rPr>
              <a:t> </a:t>
            </a:r>
            <a:r>
              <a:rPr kumimoji="0" sz="1800" b="1" i="0" u="none" strike="noStrike" kern="0" cap="none" spc="0" normalizeH="0" baseline="0" noProof="0" dirty="0">
                <a:ln>
                  <a:noFill/>
                </a:ln>
                <a:solidFill>
                  <a:sysClr val="windowText" lastClr="000000"/>
                </a:solidFill>
                <a:effectLst/>
                <a:uLnTx/>
                <a:uFillTx/>
                <a:latin typeface="Calibri"/>
                <a:cs typeface="Calibri"/>
              </a:rPr>
              <a:t>Consumer</a:t>
            </a:r>
            <a:r>
              <a:rPr kumimoji="0" sz="1800" b="1" i="0" u="none" strike="noStrike" kern="0" cap="none" spc="-65"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subscribes</a:t>
            </a:r>
            <a:r>
              <a:rPr kumimoji="0" sz="1800" b="0" i="0" u="none" strike="noStrike" kern="0" cap="none" spc="-35" normalizeH="0" baseline="0" noProof="0" dirty="0">
                <a:ln>
                  <a:noFill/>
                </a:ln>
                <a:solidFill>
                  <a:sysClr val="windowText" lastClr="000000"/>
                </a:solidFill>
                <a:effectLst/>
                <a:uLnTx/>
                <a:uFillTx/>
                <a:latin typeface="Calibri"/>
                <a:cs typeface="Calibri"/>
              </a:rPr>
              <a:t> </a:t>
            </a:r>
            <a:r>
              <a:rPr kumimoji="0" sz="1800" b="0" i="0" u="none" strike="noStrike" kern="0" cap="none" spc="-25" normalizeH="0" baseline="0" noProof="0" dirty="0">
                <a:ln>
                  <a:noFill/>
                </a:ln>
                <a:solidFill>
                  <a:sysClr val="windowText" lastClr="000000"/>
                </a:solidFill>
                <a:effectLst/>
                <a:uLnTx/>
                <a:uFillTx/>
                <a:latin typeface="Calibri"/>
                <a:cs typeface="Calibri"/>
              </a:rPr>
              <a:t>to </a:t>
            </a:r>
            <a:r>
              <a:rPr kumimoji="0" sz="1600" b="0" i="0" u="none" strike="noStrike" kern="0" cap="none" spc="-10" normalizeH="0" baseline="0" noProof="0" dirty="0">
                <a:ln>
                  <a:noFill/>
                </a:ln>
                <a:solidFill>
                  <a:sysClr val="windowText" lastClr="000000"/>
                </a:solidFill>
                <a:effectLst/>
                <a:uLnTx/>
                <a:uFillTx/>
                <a:latin typeface="Consolas"/>
                <a:cs typeface="Consolas"/>
              </a:rPr>
              <a:t>cache/a/wis2/…/data/core/… </a:t>
            </a:r>
            <a:r>
              <a:rPr kumimoji="0" sz="1800" b="0" i="0" u="none" strike="noStrike" kern="0" cap="none" spc="0" normalizeH="0" baseline="0" noProof="0" dirty="0">
                <a:ln>
                  <a:noFill/>
                </a:ln>
                <a:solidFill>
                  <a:sysClr val="windowText" lastClr="000000"/>
                </a:solidFill>
                <a:effectLst/>
                <a:uLnTx/>
                <a:uFillTx/>
                <a:latin typeface="Calibri"/>
                <a:cs typeface="Calibri"/>
              </a:rPr>
              <a:t>and</a:t>
            </a:r>
            <a:r>
              <a:rPr kumimoji="0" sz="1800" b="0" i="0" u="none" strike="noStrike" kern="0" cap="none" spc="-20"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downloads</a:t>
            </a:r>
            <a:r>
              <a:rPr kumimoji="0" sz="1800" b="0" i="0" u="none" strike="noStrike" kern="0" cap="none" spc="-15"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data</a:t>
            </a:r>
            <a:r>
              <a:rPr kumimoji="0" sz="1800" b="0" i="0" u="none" strike="noStrike" kern="0" cap="none" spc="-30"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from</a:t>
            </a:r>
            <a:r>
              <a:rPr kumimoji="0" sz="1800" b="0" i="0" u="none" strike="noStrike" kern="0" cap="none" spc="-25"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Global Cache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41" name="object 41"/>
          <p:cNvSpPr txBox="1"/>
          <p:nvPr/>
        </p:nvSpPr>
        <p:spPr>
          <a:xfrm>
            <a:off x="3490848" y="3475685"/>
            <a:ext cx="1752600" cy="410209"/>
          </a:xfrm>
          <a:prstGeom prst="rect">
            <a:avLst/>
          </a:prstGeom>
          <a:ln w="25400">
            <a:solidFill>
              <a:srgbClr val="0F42D2"/>
            </a:solidFill>
          </a:ln>
        </p:spPr>
        <p:txBody>
          <a:bodyPr vert="horz" wrap="square" lIns="0" tIns="53340" rIns="0" bIns="0" rtlCol="0">
            <a:spAutoFit/>
          </a:bodyPr>
          <a:lstStyle/>
          <a:p>
            <a:pPr marL="612775" marR="0" lvl="0" indent="0" defTabSz="914400" eaLnBrk="1" fontAlgn="auto" latinLnBrk="0" hangingPunct="1">
              <a:lnSpc>
                <a:spcPct val="100000"/>
              </a:lnSpc>
              <a:spcBef>
                <a:spcPts val="420"/>
              </a:spcBef>
              <a:spcAft>
                <a:spcPts val="0"/>
              </a:spcAft>
              <a:buClrTx/>
              <a:buSzTx/>
              <a:buFontTx/>
              <a:buNone/>
              <a:tabLst/>
              <a:defRPr/>
            </a:pPr>
            <a:r>
              <a:rPr kumimoji="0" sz="1800" b="1" i="0" u="none" strike="noStrike" kern="0" cap="none" spc="-10" normalizeH="0" baseline="0" noProof="0" dirty="0">
                <a:ln>
                  <a:noFill/>
                </a:ln>
                <a:solidFill>
                  <a:srgbClr val="0F42D2"/>
                </a:solidFill>
                <a:effectLst/>
                <a:uLnTx/>
                <a:uFillTx/>
                <a:latin typeface="Calibri"/>
                <a:cs typeface="Calibri"/>
              </a:rPr>
              <a:t>WIS2-</a:t>
            </a:r>
            <a:r>
              <a:rPr kumimoji="0" sz="1800" b="1" i="0" u="none" strike="noStrike" kern="0" cap="none" spc="-20" normalizeH="0" baseline="0" noProof="0" dirty="0">
                <a:ln>
                  <a:noFill/>
                </a:ln>
                <a:solidFill>
                  <a:srgbClr val="0F42D2"/>
                </a:solidFill>
                <a:effectLst/>
                <a:uLnTx/>
                <a:uFillTx/>
                <a:latin typeface="Calibri"/>
                <a:cs typeface="Calibri"/>
              </a:rPr>
              <a:t>node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pic>
        <p:nvPicPr>
          <p:cNvPr id="42" name="object 42"/>
          <p:cNvPicPr/>
          <p:nvPr/>
        </p:nvPicPr>
        <p:blipFill>
          <a:blip r:embed="rId12" cstate="print"/>
          <a:stretch>
            <a:fillRect/>
          </a:stretch>
        </p:blipFill>
        <p:spPr>
          <a:xfrm>
            <a:off x="3571875" y="3513925"/>
            <a:ext cx="389559" cy="356400"/>
          </a:xfrm>
          <a:prstGeom prst="rect">
            <a:avLst/>
          </a:prstGeom>
        </p:spPr>
      </p:pic>
      <p:grpSp>
        <p:nvGrpSpPr>
          <p:cNvPr id="46" name="object 46"/>
          <p:cNvGrpSpPr/>
          <p:nvPr/>
        </p:nvGrpSpPr>
        <p:grpSpPr>
          <a:xfrm>
            <a:off x="8148828" y="3504209"/>
            <a:ext cx="2482215" cy="430530"/>
            <a:chOff x="8148828" y="3504209"/>
            <a:chExt cx="2482215" cy="430530"/>
          </a:xfrm>
        </p:grpSpPr>
        <p:pic>
          <p:nvPicPr>
            <p:cNvPr id="47" name="object 47"/>
            <p:cNvPicPr/>
            <p:nvPr/>
          </p:nvPicPr>
          <p:blipFill>
            <a:blip r:embed="rId13" cstate="print"/>
            <a:stretch>
              <a:fillRect/>
            </a:stretch>
          </p:blipFill>
          <p:spPr>
            <a:xfrm>
              <a:off x="8148828" y="3619525"/>
              <a:ext cx="2110739" cy="234670"/>
            </a:xfrm>
            <a:prstGeom prst="rect">
              <a:avLst/>
            </a:prstGeom>
          </p:spPr>
        </p:pic>
        <p:sp>
          <p:nvSpPr>
            <p:cNvPr id="48" name="object 48"/>
            <p:cNvSpPr/>
            <p:nvPr/>
          </p:nvSpPr>
          <p:spPr>
            <a:xfrm>
              <a:off x="8190738" y="3680967"/>
              <a:ext cx="1954530" cy="76200"/>
            </a:xfrm>
            <a:custGeom>
              <a:avLst/>
              <a:gdLst/>
              <a:ahLst/>
              <a:cxnLst/>
              <a:rect l="l" t="t" r="r" b="b"/>
              <a:pathLst>
                <a:path w="1954529" h="76200">
                  <a:moveTo>
                    <a:pt x="1878329" y="0"/>
                  </a:moveTo>
                  <a:lnTo>
                    <a:pt x="1878255" y="14858"/>
                  </a:lnTo>
                  <a:lnTo>
                    <a:pt x="1878137" y="38480"/>
                  </a:lnTo>
                  <a:lnTo>
                    <a:pt x="1878075" y="50799"/>
                  </a:lnTo>
                  <a:lnTo>
                    <a:pt x="1877948" y="76199"/>
                  </a:lnTo>
                  <a:lnTo>
                    <a:pt x="1929433" y="50799"/>
                  </a:lnTo>
                  <a:lnTo>
                    <a:pt x="1890776" y="50799"/>
                  </a:lnTo>
                  <a:lnTo>
                    <a:pt x="1890902" y="25399"/>
                  </a:lnTo>
                  <a:lnTo>
                    <a:pt x="1928543" y="25399"/>
                  </a:lnTo>
                  <a:lnTo>
                    <a:pt x="1878329" y="0"/>
                  </a:lnTo>
                  <a:close/>
                </a:path>
                <a:path w="1954529" h="76200">
                  <a:moveTo>
                    <a:pt x="126" y="14858"/>
                  </a:moveTo>
                  <a:lnTo>
                    <a:pt x="0" y="40258"/>
                  </a:lnTo>
                  <a:lnTo>
                    <a:pt x="1890775" y="50799"/>
                  </a:lnTo>
                  <a:lnTo>
                    <a:pt x="1878075" y="50799"/>
                  </a:lnTo>
                  <a:lnTo>
                    <a:pt x="1878137" y="38480"/>
                  </a:lnTo>
                  <a:lnTo>
                    <a:pt x="1878202" y="25399"/>
                  </a:lnTo>
                  <a:lnTo>
                    <a:pt x="1890902" y="25399"/>
                  </a:lnTo>
                  <a:lnTo>
                    <a:pt x="126" y="14858"/>
                  </a:lnTo>
                  <a:close/>
                </a:path>
                <a:path w="1954529" h="76200">
                  <a:moveTo>
                    <a:pt x="1928543" y="25399"/>
                  </a:moveTo>
                  <a:lnTo>
                    <a:pt x="1890902" y="25399"/>
                  </a:lnTo>
                  <a:lnTo>
                    <a:pt x="1890776" y="50799"/>
                  </a:lnTo>
                  <a:lnTo>
                    <a:pt x="1929433" y="50799"/>
                  </a:lnTo>
                  <a:lnTo>
                    <a:pt x="1954402" y="38480"/>
                  </a:lnTo>
                  <a:lnTo>
                    <a:pt x="1928543" y="25399"/>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9" name="object 49" descr="User icon in flat style. person icon. Client Symbol 7296447 ..."/>
            <p:cNvPicPr/>
            <p:nvPr/>
          </p:nvPicPr>
          <p:blipFill>
            <a:blip r:embed="rId14" cstate="print"/>
            <a:stretch>
              <a:fillRect/>
            </a:stretch>
          </p:blipFill>
          <p:spPr>
            <a:xfrm>
              <a:off x="10145141" y="3504209"/>
              <a:ext cx="485775" cy="430504"/>
            </a:xfrm>
            <a:prstGeom prst="rect">
              <a:avLst/>
            </a:prstGeom>
          </p:spPr>
        </p:pic>
      </p:grpSp>
      <p:sp>
        <p:nvSpPr>
          <p:cNvPr id="44" name="object 44"/>
          <p:cNvSpPr txBox="1"/>
          <p:nvPr/>
        </p:nvSpPr>
        <p:spPr>
          <a:xfrm>
            <a:off x="5693409" y="5399633"/>
            <a:ext cx="3171190" cy="1340485"/>
          </a:xfrm>
          <a:prstGeom prst="rect">
            <a:avLst/>
          </a:prstGeom>
        </p:spPr>
        <p:txBody>
          <a:bodyPr vert="horz" wrap="square" lIns="0" tIns="11430" rIns="0" bIns="0" rtlCol="0">
            <a:spAutoFit/>
          </a:bodyPr>
          <a:lstStyle/>
          <a:p>
            <a:pPr marL="12700" marR="5080" lvl="0" indent="0" defTabSz="914400" eaLnBrk="1" fontAlgn="auto" latinLnBrk="0" hangingPunct="1">
              <a:lnSpc>
                <a:spcPct val="100299"/>
              </a:lnSpc>
              <a:spcBef>
                <a:spcPts val="90"/>
              </a:spcBef>
              <a:spcAft>
                <a:spcPts val="0"/>
              </a:spcAft>
              <a:buClrTx/>
              <a:buSzTx/>
              <a:buFontTx/>
              <a:buNone/>
              <a:tabLst/>
              <a:defRPr/>
            </a:pPr>
            <a:r>
              <a:rPr kumimoji="0" sz="1800" b="1" i="0" u="none" strike="noStrike" kern="0" cap="none" spc="0" normalizeH="0" baseline="0" noProof="0" dirty="0">
                <a:ln>
                  <a:noFill/>
                </a:ln>
                <a:solidFill>
                  <a:srgbClr val="1F487C"/>
                </a:solidFill>
                <a:effectLst/>
                <a:uLnTx/>
                <a:uFillTx/>
                <a:latin typeface="Calibri"/>
                <a:cs typeface="Calibri"/>
              </a:rPr>
              <a:t>Global</a:t>
            </a:r>
            <a:r>
              <a:rPr kumimoji="0" sz="1800" b="1" i="0" u="none" strike="noStrike" kern="0" cap="none" spc="-60" normalizeH="0" baseline="0" noProof="0" dirty="0">
                <a:ln>
                  <a:noFill/>
                </a:ln>
                <a:solidFill>
                  <a:srgbClr val="1F487C"/>
                </a:solidFill>
                <a:effectLst/>
                <a:uLnTx/>
                <a:uFillTx/>
                <a:latin typeface="Calibri"/>
                <a:cs typeface="Calibri"/>
              </a:rPr>
              <a:t> </a:t>
            </a:r>
            <a:r>
              <a:rPr kumimoji="0" sz="1800" b="1" i="0" u="none" strike="noStrike" kern="0" cap="none" spc="0" normalizeH="0" baseline="0" noProof="0" dirty="0">
                <a:ln>
                  <a:noFill/>
                </a:ln>
                <a:solidFill>
                  <a:srgbClr val="1F487C"/>
                </a:solidFill>
                <a:effectLst/>
                <a:uLnTx/>
                <a:uFillTx/>
                <a:latin typeface="Calibri"/>
                <a:cs typeface="Calibri"/>
              </a:rPr>
              <a:t>Cache</a:t>
            </a:r>
            <a:r>
              <a:rPr kumimoji="0" sz="1800" b="1" i="0" u="none" strike="noStrike" kern="0" cap="none" spc="-30"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subscribes</a:t>
            </a:r>
            <a:r>
              <a:rPr kumimoji="0" sz="1800" b="0" i="0" u="none" strike="noStrike" kern="0" cap="none" spc="-20" normalizeH="0" baseline="0" noProof="0" dirty="0">
                <a:ln>
                  <a:noFill/>
                </a:ln>
                <a:solidFill>
                  <a:srgbClr val="1F487C"/>
                </a:solidFill>
                <a:effectLst/>
                <a:uLnTx/>
                <a:uFillTx/>
                <a:latin typeface="Calibri"/>
                <a:cs typeface="Calibri"/>
              </a:rPr>
              <a:t> </a:t>
            </a:r>
            <a:r>
              <a:rPr kumimoji="0" sz="1800" b="0" i="0" u="none" strike="noStrike" kern="0" cap="none" spc="-25" normalizeH="0" baseline="0" noProof="0" dirty="0">
                <a:ln>
                  <a:noFill/>
                </a:ln>
                <a:solidFill>
                  <a:srgbClr val="1F487C"/>
                </a:solidFill>
                <a:effectLst/>
                <a:uLnTx/>
                <a:uFillTx/>
                <a:latin typeface="Calibri"/>
                <a:cs typeface="Calibri"/>
              </a:rPr>
              <a:t>to </a:t>
            </a:r>
            <a:r>
              <a:rPr kumimoji="0" sz="1600" b="0" i="0" u="none" strike="noStrike" kern="0" cap="none" spc="-10" normalizeH="0" baseline="0" noProof="0" dirty="0">
                <a:ln>
                  <a:noFill/>
                </a:ln>
                <a:solidFill>
                  <a:srgbClr val="1F487C"/>
                </a:solidFill>
                <a:effectLst/>
                <a:uLnTx/>
                <a:uFillTx/>
                <a:latin typeface="Consolas"/>
                <a:cs typeface="Consolas"/>
              </a:rPr>
              <a:t>origin/a/wis2/…/data/core/… </a:t>
            </a:r>
            <a:r>
              <a:rPr kumimoji="0" sz="1800" b="0" i="0" u="none" strike="noStrike" kern="0" cap="none" spc="-10" normalizeH="0" baseline="0" noProof="0" dirty="0">
                <a:ln>
                  <a:noFill/>
                </a:ln>
                <a:solidFill>
                  <a:srgbClr val="1F487C"/>
                </a:solidFill>
                <a:effectLst/>
                <a:uLnTx/>
                <a:uFillTx/>
                <a:latin typeface="Calibri"/>
                <a:cs typeface="Calibri"/>
              </a:rPr>
              <a:t>downloads </a:t>
            </a:r>
            <a:r>
              <a:rPr kumimoji="0" sz="1800" b="0" i="0" u="none" strike="noStrike" kern="0" cap="none" spc="0" normalizeH="0" baseline="0" noProof="0" dirty="0">
                <a:ln>
                  <a:noFill/>
                </a:ln>
                <a:solidFill>
                  <a:srgbClr val="1F487C"/>
                </a:solidFill>
                <a:effectLst/>
                <a:uLnTx/>
                <a:uFillTx/>
                <a:latin typeface="Calibri"/>
                <a:cs typeface="Calibri"/>
              </a:rPr>
              <a:t>data</a:t>
            </a:r>
            <a:r>
              <a:rPr kumimoji="0" sz="1800" b="0" i="0" u="none" strike="noStrike" kern="0" cap="none" spc="-25"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from</a:t>
            </a:r>
            <a:r>
              <a:rPr kumimoji="0" sz="1800" b="0" i="0" u="none" strike="noStrike" kern="0" cap="none" spc="-15"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WIS2-</a:t>
            </a:r>
            <a:r>
              <a:rPr kumimoji="0" sz="1800" b="0" i="0" u="none" strike="noStrike" kern="0" cap="none" spc="-20" normalizeH="0" baseline="0" noProof="0" dirty="0">
                <a:ln>
                  <a:noFill/>
                </a:ln>
                <a:solidFill>
                  <a:srgbClr val="1F487C"/>
                </a:solidFill>
                <a:effectLst/>
                <a:uLnTx/>
                <a:uFillTx/>
                <a:latin typeface="Calibri"/>
                <a:cs typeface="Calibri"/>
              </a:rPr>
              <a:t>Node </a:t>
            </a:r>
            <a:r>
              <a:rPr kumimoji="0" sz="1800" b="0" i="0" u="none" strike="noStrike" kern="0" cap="none" spc="0" normalizeH="0" baseline="0" noProof="0" dirty="0">
                <a:ln>
                  <a:noFill/>
                </a:ln>
                <a:solidFill>
                  <a:srgbClr val="1F487C"/>
                </a:solidFill>
                <a:effectLst/>
                <a:uLnTx/>
                <a:uFillTx/>
                <a:latin typeface="Calibri"/>
                <a:cs typeface="Calibri"/>
              </a:rPr>
              <a:t>and</a:t>
            </a:r>
            <a:r>
              <a:rPr kumimoji="0" sz="1800" b="0" i="0" u="none" strike="noStrike" kern="0" cap="none" spc="-55"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publishes</a:t>
            </a:r>
            <a:r>
              <a:rPr kumimoji="0" sz="1800" b="0" i="0" u="none" strike="noStrike" kern="0" cap="none" spc="-55"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new</a:t>
            </a:r>
            <a:r>
              <a:rPr kumimoji="0" sz="1800" b="0" i="0" u="none" strike="noStrike" kern="0" cap="none" spc="-60" normalizeH="0" baseline="0" noProof="0" dirty="0">
                <a:ln>
                  <a:noFill/>
                </a:ln>
                <a:solidFill>
                  <a:srgbClr val="1F487C"/>
                </a:solidFill>
                <a:effectLst/>
                <a:uLnTx/>
                <a:uFillTx/>
                <a:latin typeface="Calibri"/>
                <a:cs typeface="Calibri"/>
              </a:rPr>
              <a:t> </a:t>
            </a:r>
            <a:r>
              <a:rPr kumimoji="0" sz="1800" b="0" i="0" u="none" strike="noStrike" kern="0" cap="none" spc="0" normalizeH="0" baseline="0" noProof="0" dirty="0">
                <a:ln>
                  <a:noFill/>
                </a:ln>
                <a:solidFill>
                  <a:srgbClr val="1F487C"/>
                </a:solidFill>
                <a:effectLst/>
                <a:uLnTx/>
                <a:uFillTx/>
                <a:latin typeface="Calibri"/>
                <a:cs typeface="Calibri"/>
              </a:rPr>
              <a:t>notification</a:t>
            </a:r>
            <a:r>
              <a:rPr kumimoji="0" sz="1800" b="0" i="0" u="none" strike="noStrike" kern="0" cap="none" spc="-45" normalizeH="0" baseline="0" noProof="0" dirty="0">
                <a:ln>
                  <a:noFill/>
                </a:ln>
                <a:solidFill>
                  <a:srgbClr val="1F487C"/>
                </a:solidFill>
                <a:effectLst/>
                <a:uLnTx/>
                <a:uFillTx/>
                <a:latin typeface="Calibri"/>
                <a:cs typeface="Calibri"/>
              </a:rPr>
              <a:t> </a:t>
            </a:r>
            <a:r>
              <a:rPr kumimoji="0" sz="1800" b="0" i="0" u="none" strike="noStrike" kern="0" cap="none" spc="-25" normalizeH="0" baseline="0" noProof="0" dirty="0">
                <a:ln>
                  <a:noFill/>
                </a:ln>
                <a:solidFill>
                  <a:srgbClr val="1F487C"/>
                </a:solidFill>
                <a:effectLst/>
                <a:uLnTx/>
                <a:uFillTx/>
                <a:latin typeface="Calibri"/>
                <a:cs typeface="Calibri"/>
              </a:rPr>
              <a:t>on </a:t>
            </a:r>
            <a:r>
              <a:rPr kumimoji="0" sz="1600" b="0" i="0" u="none" strike="noStrike" kern="0" cap="none" spc="-10" normalizeH="0" baseline="0" noProof="0" dirty="0">
                <a:ln>
                  <a:noFill/>
                </a:ln>
                <a:solidFill>
                  <a:srgbClr val="1F487C"/>
                </a:solidFill>
                <a:effectLst/>
                <a:uLnTx/>
                <a:uFillTx/>
                <a:latin typeface="Consolas"/>
                <a:cs typeface="Consolas"/>
              </a:rPr>
              <a:t>cache/a/wis2/…/data/core/…</a:t>
            </a:r>
            <a:endParaRPr kumimoji="0" sz="1600" b="0" i="0" u="none" strike="noStrike" kern="0" cap="none" spc="0" normalizeH="0" baseline="0" noProof="0">
              <a:ln>
                <a:noFill/>
              </a:ln>
              <a:solidFill>
                <a:sysClr val="windowText" lastClr="000000"/>
              </a:solidFill>
              <a:effectLst/>
              <a:uLnTx/>
              <a:uFillTx/>
              <a:latin typeface="Consolas"/>
              <a:cs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0077" y="159461"/>
            <a:ext cx="11052175" cy="514350"/>
          </a:xfrm>
          <a:prstGeom prst="rect">
            <a:avLst/>
          </a:prstGeom>
        </p:spPr>
        <p:txBody>
          <a:bodyPr vert="horz" wrap="square" lIns="0" tIns="13335" rIns="0" bIns="0" rtlCol="0">
            <a:spAutoFit/>
          </a:bodyPr>
          <a:lstStyle/>
          <a:p>
            <a:pPr marL="12700">
              <a:lnSpc>
                <a:spcPct val="100000"/>
              </a:lnSpc>
              <a:spcBef>
                <a:spcPts val="105"/>
              </a:spcBef>
            </a:pPr>
            <a:r>
              <a:rPr sz="3200" dirty="0"/>
              <a:t>WIS2:</a:t>
            </a:r>
            <a:r>
              <a:rPr sz="3200" spc="-55" dirty="0"/>
              <a:t> </a:t>
            </a:r>
            <a:r>
              <a:rPr sz="3200" dirty="0"/>
              <a:t>Supporting</a:t>
            </a:r>
            <a:r>
              <a:rPr sz="3200" spc="-90" dirty="0"/>
              <a:t> </a:t>
            </a:r>
            <a:r>
              <a:rPr sz="3200" dirty="0"/>
              <a:t>recommended</a:t>
            </a:r>
            <a:r>
              <a:rPr sz="3200" spc="-60" dirty="0"/>
              <a:t> </a:t>
            </a:r>
            <a:r>
              <a:rPr sz="3200" dirty="0"/>
              <a:t>data</a:t>
            </a:r>
            <a:r>
              <a:rPr sz="3200" spc="-65" dirty="0"/>
              <a:t> </a:t>
            </a:r>
            <a:r>
              <a:rPr sz="3200" dirty="0"/>
              <a:t>and</a:t>
            </a:r>
            <a:r>
              <a:rPr sz="3200" spc="-65" dirty="0"/>
              <a:t> </a:t>
            </a:r>
            <a:r>
              <a:rPr sz="3200" dirty="0"/>
              <a:t>national</a:t>
            </a:r>
            <a:r>
              <a:rPr sz="3200" spc="-65" dirty="0"/>
              <a:t> </a:t>
            </a:r>
            <a:r>
              <a:rPr sz="3200" spc="-10" dirty="0"/>
              <a:t>needs</a:t>
            </a:r>
            <a:endParaRPr sz="3200"/>
          </a:p>
        </p:txBody>
      </p:sp>
      <p:sp>
        <p:nvSpPr>
          <p:cNvPr id="3" name="object 3"/>
          <p:cNvSpPr txBox="1"/>
          <p:nvPr/>
        </p:nvSpPr>
        <p:spPr>
          <a:xfrm>
            <a:off x="150088" y="892898"/>
            <a:ext cx="8386445" cy="831215"/>
          </a:xfrm>
          <a:prstGeom prst="rect">
            <a:avLst/>
          </a:prstGeom>
          <a:solidFill>
            <a:srgbClr val="EDEBE0"/>
          </a:solidFill>
        </p:spPr>
        <p:txBody>
          <a:bodyPr vert="horz" wrap="square" lIns="0" tIns="38100" rIns="0" bIns="0" rtlCol="0">
            <a:spAutoFit/>
          </a:bodyPr>
          <a:lstStyle/>
          <a:p>
            <a:pPr marL="247015" marR="232410" lvl="0" indent="-6350" defTabSz="914400" eaLnBrk="1" fontAlgn="auto" latinLnBrk="0" hangingPunct="1">
              <a:lnSpc>
                <a:spcPct val="100000"/>
              </a:lnSpc>
              <a:spcBef>
                <a:spcPts val="300"/>
              </a:spcBef>
              <a:spcAft>
                <a:spcPts val="0"/>
              </a:spcAft>
              <a:buClrTx/>
              <a:buSzTx/>
              <a:buFontTx/>
              <a:buNone/>
              <a:tabLst/>
              <a:defRPr/>
            </a:pPr>
            <a:r>
              <a:rPr kumimoji="0" sz="2400" b="1" i="1" u="none" strike="noStrike" kern="0" cap="none" spc="0" normalizeH="0" baseline="0" noProof="0" dirty="0">
                <a:ln>
                  <a:noFill/>
                </a:ln>
                <a:solidFill>
                  <a:srgbClr val="1F487C"/>
                </a:solidFill>
                <a:effectLst/>
                <a:uLnTx/>
                <a:uFillTx/>
                <a:latin typeface="Arial"/>
                <a:cs typeface="Arial"/>
              </a:rPr>
              <a:t>WMO</a:t>
            </a:r>
            <a:r>
              <a:rPr kumimoji="0" sz="2400" b="1" i="1" u="none" strike="noStrike" kern="0" cap="none" spc="-35" normalizeH="0" baseline="0" noProof="0" dirty="0">
                <a:ln>
                  <a:noFill/>
                </a:ln>
                <a:solidFill>
                  <a:srgbClr val="1F487C"/>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recommended</a:t>
            </a:r>
            <a:r>
              <a:rPr kumimoji="0" sz="2400" b="1" i="1" u="none" strike="noStrike" kern="0" cap="none" spc="-4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data</a:t>
            </a:r>
            <a:r>
              <a:rPr kumimoji="0" sz="2400" b="1" i="1" u="none" strike="noStrike" kern="0" cap="none" spc="-60"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1F487C"/>
                </a:solidFill>
                <a:effectLst/>
                <a:uLnTx/>
                <a:uFillTx/>
                <a:latin typeface="Arial"/>
                <a:cs typeface="Arial"/>
              </a:rPr>
              <a:t>shall</a:t>
            </a:r>
            <a:r>
              <a:rPr kumimoji="0" sz="2400" b="1" i="1" u="none" strike="noStrike" kern="0" cap="none" spc="-50" normalizeH="0" baseline="0" noProof="0" dirty="0">
                <a:ln>
                  <a:noFill/>
                </a:ln>
                <a:solidFill>
                  <a:srgbClr val="1F487C"/>
                </a:solidFill>
                <a:effectLst/>
                <a:uLnTx/>
                <a:uFillTx/>
                <a:latin typeface="Arial"/>
                <a:cs typeface="Arial"/>
              </a:rPr>
              <a:t> </a:t>
            </a:r>
            <a:r>
              <a:rPr kumimoji="0" sz="2400" b="1" i="1" u="none" strike="noStrike" kern="0" cap="none" spc="0" normalizeH="0" baseline="0" noProof="0" dirty="0">
                <a:ln>
                  <a:noFill/>
                </a:ln>
                <a:solidFill>
                  <a:srgbClr val="1F487C"/>
                </a:solidFill>
                <a:effectLst/>
                <a:uLnTx/>
                <a:uFillTx/>
                <a:latin typeface="Arial"/>
                <a:cs typeface="Arial"/>
              </a:rPr>
              <a:t>be</a:t>
            </a:r>
            <a:r>
              <a:rPr kumimoji="0" sz="2400" b="1" i="1" u="none" strike="noStrike" kern="0" cap="none" spc="-65" normalizeH="0" baseline="0" noProof="0" dirty="0">
                <a:ln>
                  <a:noFill/>
                </a:ln>
                <a:solidFill>
                  <a:srgbClr val="1F487C"/>
                </a:solidFill>
                <a:effectLst/>
                <a:uLnTx/>
                <a:uFillTx/>
                <a:latin typeface="Arial"/>
                <a:cs typeface="Arial"/>
              </a:rPr>
              <a:t> </a:t>
            </a:r>
            <a:r>
              <a:rPr kumimoji="0" sz="2400" b="1" i="1" u="none" strike="noStrike" kern="0" cap="none" spc="0" normalizeH="0" baseline="0" noProof="0" dirty="0">
                <a:ln>
                  <a:noFill/>
                </a:ln>
                <a:solidFill>
                  <a:srgbClr val="1F487C"/>
                </a:solidFill>
                <a:effectLst/>
                <a:uLnTx/>
                <a:uFillTx/>
                <a:latin typeface="Arial"/>
                <a:cs typeface="Arial"/>
              </a:rPr>
              <a:t>downloaded</a:t>
            </a:r>
            <a:r>
              <a:rPr kumimoji="0" sz="2400" b="1" i="1" u="none" strike="noStrike" kern="0" cap="none" spc="-80" normalizeH="0" baseline="0" noProof="0" dirty="0">
                <a:ln>
                  <a:noFill/>
                </a:ln>
                <a:solidFill>
                  <a:srgbClr val="1F487C"/>
                </a:solidFill>
                <a:effectLst/>
                <a:uLnTx/>
                <a:uFillTx/>
                <a:latin typeface="Arial"/>
                <a:cs typeface="Arial"/>
              </a:rPr>
              <a:t> </a:t>
            </a:r>
            <a:r>
              <a:rPr kumimoji="0" sz="2400" b="1" i="1" u="none" strike="noStrike" kern="0" cap="none" spc="-10" normalizeH="0" baseline="0" noProof="0" dirty="0">
                <a:ln>
                  <a:noFill/>
                </a:ln>
                <a:solidFill>
                  <a:srgbClr val="C00000"/>
                </a:solidFill>
                <a:effectLst/>
                <a:uLnTx/>
                <a:uFillTx/>
                <a:latin typeface="Arial"/>
                <a:cs typeface="Arial"/>
              </a:rPr>
              <a:t>directly </a:t>
            </a:r>
            <a:r>
              <a:rPr kumimoji="0" sz="2400" b="1" i="1" u="none" strike="noStrike" kern="0" cap="none" spc="0" normalizeH="0" baseline="0" noProof="0" dirty="0">
                <a:ln>
                  <a:noFill/>
                </a:ln>
                <a:solidFill>
                  <a:srgbClr val="C00000"/>
                </a:solidFill>
                <a:effectLst/>
                <a:uLnTx/>
                <a:uFillTx/>
                <a:latin typeface="Arial"/>
                <a:cs typeface="Arial"/>
              </a:rPr>
              <a:t>from</a:t>
            </a:r>
            <a:r>
              <a:rPr kumimoji="0" sz="2400" b="1" i="1" u="none" strike="noStrike" kern="0" cap="none" spc="-3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the</a:t>
            </a:r>
            <a:r>
              <a:rPr kumimoji="0" sz="2400" b="1" i="1" u="none" strike="noStrike" kern="0" cap="none" spc="-3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WIS2</a:t>
            </a:r>
            <a:r>
              <a:rPr kumimoji="0" sz="2400" b="1" i="1" u="none" strike="noStrike" kern="0" cap="none" spc="-40"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Node</a:t>
            </a:r>
            <a:r>
              <a:rPr kumimoji="0" sz="2400" b="1" i="1" u="none" strike="noStrike" kern="0" cap="none" spc="0" normalizeH="0" baseline="0" noProof="0" dirty="0">
                <a:ln>
                  <a:noFill/>
                </a:ln>
                <a:solidFill>
                  <a:srgbClr val="1F487C"/>
                </a:solidFill>
                <a:effectLst/>
                <a:uLnTx/>
                <a:uFillTx/>
                <a:latin typeface="Arial"/>
                <a:cs typeface="Arial"/>
              </a:rPr>
              <a:t>,</a:t>
            </a:r>
            <a:r>
              <a:rPr kumimoji="0" sz="2400" b="1" i="1" u="none" strike="noStrike" kern="0" cap="none" spc="-30" normalizeH="0" baseline="0" noProof="0" dirty="0">
                <a:ln>
                  <a:noFill/>
                </a:ln>
                <a:solidFill>
                  <a:srgbClr val="1F487C"/>
                </a:solidFill>
                <a:effectLst/>
                <a:uLnTx/>
                <a:uFillTx/>
                <a:latin typeface="Arial"/>
                <a:cs typeface="Arial"/>
              </a:rPr>
              <a:t> </a:t>
            </a:r>
            <a:r>
              <a:rPr kumimoji="0" sz="2400" b="1" i="1" u="none" strike="noStrike" kern="0" cap="none" spc="0" normalizeH="0" baseline="0" noProof="0" dirty="0">
                <a:ln>
                  <a:noFill/>
                </a:ln>
                <a:solidFill>
                  <a:srgbClr val="1F487C"/>
                </a:solidFill>
                <a:effectLst/>
                <a:uLnTx/>
                <a:uFillTx/>
                <a:latin typeface="Arial"/>
                <a:cs typeface="Arial"/>
              </a:rPr>
              <a:t>access</a:t>
            </a:r>
            <a:r>
              <a:rPr kumimoji="0" sz="2400" b="1" i="1" u="none" strike="noStrike" kern="0" cap="none" spc="-5" normalizeH="0" baseline="0" noProof="0" dirty="0">
                <a:ln>
                  <a:noFill/>
                </a:ln>
                <a:solidFill>
                  <a:srgbClr val="1F487C"/>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can</a:t>
            </a:r>
            <a:r>
              <a:rPr kumimoji="0" sz="2400" b="1" i="1" u="none" strike="noStrike" kern="0" cap="none" spc="-30"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be</a:t>
            </a:r>
            <a:r>
              <a:rPr kumimoji="0" sz="2400" b="1" i="1" u="none" strike="noStrike" kern="0" cap="none" spc="-2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open</a:t>
            </a:r>
            <a:r>
              <a:rPr kumimoji="0" sz="2400" b="1" i="1" u="none" strike="noStrike" kern="0" cap="none" spc="-45" normalizeH="0" baseline="0" noProof="0" dirty="0">
                <a:ln>
                  <a:noFill/>
                </a:ln>
                <a:solidFill>
                  <a:srgbClr val="C00000"/>
                </a:solidFill>
                <a:effectLst/>
                <a:uLnTx/>
                <a:uFillTx/>
                <a:latin typeface="Arial"/>
                <a:cs typeface="Arial"/>
              </a:rPr>
              <a:t> </a:t>
            </a:r>
            <a:r>
              <a:rPr kumimoji="0" sz="2400" b="1" i="1" u="none" strike="noStrike" kern="0" cap="none" spc="0" normalizeH="0" baseline="0" noProof="0" dirty="0">
                <a:ln>
                  <a:noFill/>
                </a:ln>
                <a:solidFill>
                  <a:srgbClr val="C00000"/>
                </a:solidFill>
                <a:effectLst/>
                <a:uLnTx/>
                <a:uFillTx/>
                <a:latin typeface="Arial"/>
                <a:cs typeface="Arial"/>
              </a:rPr>
              <a:t>or</a:t>
            </a:r>
            <a:r>
              <a:rPr kumimoji="0" sz="2400" b="1" i="1" u="none" strike="noStrike" kern="0" cap="none" spc="-35" normalizeH="0" baseline="0" noProof="0" dirty="0">
                <a:ln>
                  <a:noFill/>
                </a:ln>
                <a:solidFill>
                  <a:srgbClr val="C00000"/>
                </a:solidFill>
                <a:effectLst/>
                <a:uLnTx/>
                <a:uFillTx/>
                <a:latin typeface="Arial"/>
                <a:cs typeface="Arial"/>
              </a:rPr>
              <a:t> </a:t>
            </a:r>
            <a:r>
              <a:rPr kumimoji="0" sz="2400" b="1" i="1" u="none" strike="noStrike" kern="0" cap="none" spc="-10" normalizeH="0" baseline="0" noProof="0" dirty="0">
                <a:ln>
                  <a:noFill/>
                </a:ln>
                <a:solidFill>
                  <a:srgbClr val="C00000"/>
                </a:solidFill>
                <a:effectLst/>
                <a:uLnTx/>
                <a:uFillTx/>
                <a:latin typeface="Arial"/>
                <a:cs typeface="Arial"/>
              </a:rPr>
              <a:t>restricted</a:t>
            </a:r>
            <a:endParaRPr kumimoji="0" sz="2400" b="0" i="0" u="none" strike="noStrike" kern="0" cap="none" spc="0" normalizeH="0" baseline="0" noProof="0">
              <a:ln>
                <a:noFill/>
              </a:ln>
              <a:solidFill>
                <a:sysClr val="windowText" lastClr="000000"/>
              </a:solidFill>
              <a:effectLst/>
              <a:uLnTx/>
              <a:uFillTx/>
              <a:latin typeface="Arial"/>
              <a:cs typeface="Arial"/>
            </a:endParaRPr>
          </a:p>
        </p:txBody>
      </p:sp>
      <p:sp>
        <p:nvSpPr>
          <p:cNvPr id="4" name="object 4"/>
          <p:cNvSpPr/>
          <p:nvPr/>
        </p:nvSpPr>
        <p:spPr>
          <a:xfrm>
            <a:off x="4514850" y="2078354"/>
            <a:ext cx="3839210" cy="3290570"/>
          </a:xfrm>
          <a:custGeom>
            <a:avLst/>
            <a:gdLst/>
            <a:ahLst/>
            <a:cxnLst/>
            <a:rect l="l" t="t" r="r" b="b"/>
            <a:pathLst>
              <a:path w="3839209" h="3290570">
                <a:moveTo>
                  <a:pt x="3839082" y="0"/>
                </a:moveTo>
                <a:lnTo>
                  <a:pt x="0" y="0"/>
                </a:lnTo>
                <a:lnTo>
                  <a:pt x="0" y="3290570"/>
                </a:lnTo>
                <a:lnTo>
                  <a:pt x="3839082" y="3290570"/>
                </a:lnTo>
                <a:lnTo>
                  <a:pt x="3839082" y="0"/>
                </a:lnTo>
                <a:close/>
              </a:path>
            </a:pathLst>
          </a:custGeom>
          <a:solidFill>
            <a:srgbClr val="DCE6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7691373" y="2121154"/>
            <a:ext cx="58547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WIS</a:t>
            </a:r>
            <a:r>
              <a:rPr kumimoji="0" sz="1400" b="1" i="1" u="none" strike="noStrike" kern="0" cap="none" spc="-25" normalizeH="0" baseline="0" noProof="0" dirty="0">
                <a:ln>
                  <a:noFill/>
                </a:ln>
                <a:solidFill>
                  <a:srgbClr val="0F243E"/>
                </a:solidFill>
                <a:effectLst/>
                <a:uLnTx/>
                <a:uFillTx/>
                <a:latin typeface="Calibri"/>
                <a:cs typeface="Calibri"/>
              </a:rPr>
              <a:t> 2.0</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p:nvPr/>
        </p:nvSpPr>
        <p:spPr>
          <a:xfrm>
            <a:off x="6209538" y="3481920"/>
            <a:ext cx="1981200" cy="453390"/>
          </a:xfrm>
          <a:custGeom>
            <a:avLst/>
            <a:gdLst/>
            <a:ahLst/>
            <a:cxnLst/>
            <a:rect l="l" t="t" r="r" b="b"/>
            <a:pathLst>
              <a:path w="1981200" h="453389">
                <a:moveTo>
                  <a:pt x="1981200" y="0"/>
                </a:moveTo>
                <a:lnTo>
                  <a:pt x="0" y="0"/>
                </a:lnTo>
                <a:lnTo>
                  <a:pt x="0" y="453174"/>
                </a:lnTo>
                <a:lnTo>
                  <a:pt x="1981200" y="453174"/>
                </a:lnTo>
                <a:lnTo>
                  <a:pt x="1981200"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6924802" y="3562603"/>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6" name="object 6"/>
          <p:cNvSpPr/>
          <p:nvPr/>
        </p:nvSpPr>
        <p:spPr>
          <a:xfrm>
            <a:off x="6213855" y="4348886"/>
            <a:ext cx="1977389" cy="452755"/>
          </a:xfrm>
          <a:custGeom>
            <a:avLst/>
            <a:gdLst/>
            <a:ahLst/>
            <a:cxnLst/>
            <a:rect l="l" t="t" r="r" b="b"/>
            <a:pathLst>
              <a:path w="1977390" h="452754">
                <a:moveTo>
                  <a:pt x="1977008" y="0"/>
                </a:moveTo>
                <a:lnTo>
                  <a:pt x="0" y="0"/>
                </a:lnTo>
                <a:lnTo>
                  <a:pt x="0" y="452602"/>
                </a:lnTo>
                <a:lnTo>
                  <a:pt x="1977008" y="452602"/>
                </a:lnTo>
                <a:lnTo>
                  <a:pt x="1977008"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6989826" y="4429505"/>
            <a:ext cx="112458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0" name="object 10"/>
          <p:cNvGrpSpPr/>
          <p:nvPr/>
        </p:nvGrpSpPr>
        <p:grpSpPr>
          <a:xfrm>
            <a:off x="4573142" y="2119122"/>
            <a:ext cx="3618229" cy="2615565"/>
            <a:chOff x="4573142" y="2119122"/>
            <a:chExt cx="3618229" cy="2615565"/>
          </a:xfrm>
        </p:grpSpPr>
        <p:sp>
          <p:nvSpPr>
            <p:cNvPr id="11" name="object 11"/>
            <p:cNvSpPr/>
            <p:nvPr/>
          </p:nvSpPr>
          <p:spPr>
            <a:xfrm>
              <a:off x="6321619" y="3584712"/>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4"/>
                  </a:moveTo>
                  <a:lnTo>
                    <a:pt x="42352" y="204030"/>
                  </a:lnTo>
                  <a:lnTo>
                    <a:pt x="34335" y="209697"/>
                  </a:lnTo>
                  <a:lnTo>
                    <a:pt x="27913" y="219417"/>
                  </a:lnTo>
                  <a:lnTo>
                    <a:pt x="25772" y="230519"/>
                  </a:lnTo>
                  <a:lnTo>
                    <a:pt x="27913" y="241621"/>
                  </a:lnTo>
                  <a:lnTo>
                    <a:pt x="34335" y="251341"/>
                  </a:lnTo>
                  <a:lnTo>
                    <a:pt x="44050" y="257767"/>
                  </a:lnTo>
                  <a:lnTo>
                    <a:pt x="55146" y="259910"/>
                  </a:lnTo>
                  <a:lnTo>
                    <a:pt x="66242" y="257767"/>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4"/>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2" y="141149"/>
                  </a:lnTo>
                  <a:lnTo>
                    <a:pt x="175775" y="140043"/>
                  </a:lnTo>
                  <a:lnTo>
                    <a:pt x="208850" y="126505"/>
                  </a:lnTo>
                  <a:lnTo>
                    <a:pt x="170691" y="126505"/>
                  </a:lnTo>
                  <a:lnTo>
                    <a:pt x="170345" y="126039"/>
                  </a:lnTo>
                  <a:lnTo>
                    <a:pt x="106529"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90"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2" y="8660"/>
                  </a:lnTo>
                  <a:lnTo>
                    <a:pt x="111432" y="18035"/>
                  </a:lnTo>
                  <a:lnTo>
                    <a:pt x="109107" y="29482"/>
                  </a:lnTo>
                  <a:lnTo>
                    <a:pt x="110799" y="39203"/>
                  </a:lnTo>
                  <a:lnTo>
                    <a:pt x="115460" y="47541"/>
                  </a:lnTo>
                  <a:lnTo>
                    <a:pt x="122470" y="53944"/>
                  </a:lnTo>
                  <a:lnTo>
                    <a:pt x="131207" y="57860"/>
                  </a:lnTo>
                  <a:lnTo>
                    <a:pt x="131207" y="108718"/>
                  </a:lnTo>
                  <a:lnTo>
                    <a:pt x="123570" y="110958"/>
                  </a:lnTo>
                  <a:lnTo>
                    <a:pt x="116796" y="114752"/>
                  </a:lnTo>
                  <a:lnTo>
                    <a:pt x="111058" y="119860"/>
                  </a:lnTo>
                  <a:lnTo>
                    <a:pt x="106529" y="126039"/>
                  </a:lnTo>
                  <a:lnTo>
                    <a:pt x="170345" y="126039"/>
                  </a:lnTo>
                  <a:lnTo>
                    <a:pt x="166037" y="120229"/>
                  </a:lnTo>
                  <a:lnTo>
                    <a:pt x="160213" y="115121"/>
                  </a:lnTo>
                  <a:lnTo>
                    <a:pt x="153422" y="111326"/>
                  </a:lnTo>
                  <a:lnTo>
                    <a:pt x="145940" y="109086"/>
                  </a:lnTo>
                  <a:lnTo>
                    <a:pt x="145940" y="57860"/>
                  </a:lnTo>
                  <a:lnTo>
                    <a:pt x="154676"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descr="A picture containing text, balloon, transport, aircraft  Description automatically generated"/>
            <p:cNvPicPr/>
            <p:nvPr/>
          </p:nvPicPr>
          <p:blipFill>
            <a:blip r:embed="rId2" cstate="print"/>
            <a:stretch>
              <a:fillRect/>
            </a:stretch>
          </p:blipFill>
          <p:spPr>
            <a:xfrm>
              <a:off x="4573142" y="2119122"/>
              <a:ext cx="708545" cy="708532"/>
            </a:xfrm>
            <a:prstGeom prst="rect">
              <a:avLst/>
            </a:prstGeom>
          </p:spPr>
        </p:pic>
        <p:pic>
          <p:nvPicPr>
            <p:cNvPr id="13" name="object 13"/>
            <p:cNvPicPr/>
            <p:nvPr/>
          </p:nvPicPr>
          <p:blipFill>
            <a:blip r:embed="rId3" cstate="print"/>
            <a:stretch>
              <a:fillRect/>
            </a:stretch>
          </p:blipFill>
          <p:spPr>
            <a:xfrm>
              <a:off x="6347492" y="4417911"/>
              <a:ext cx="225384" cy="316201"/>
            </a:xfrm>
            <a:prstGeom prst="rect">
              <a:avLst/>
            </a:prstGeom>
          </p:spPr>
        </p:pic>
        <p:sp>
          <p:nvSpPr>
            <p:cNvPr id="14" name="object 14"/>
            <p:cNvSpPr/>
            <p:nvPr/>
          </p:nvSpPr>
          <p:spPr>
            <a:xfrm>
              <a:off x="6213855" y="2626448"/>
              <a:ext cx="1977389" cy="453390"/>
            </a:xfrm>
            <a:custGeom>
              <a:avLst/>
              <a:gdLst/>
              <a:ahLst/>
              <a:cxnLst/>
              <a:rect l="l" t="t" r="r" b="b"/>
              <a:pathLst>
                <a:path w="1977390" h="453389">
                  <a:moveTo>
                    <a:pt x="1977008" y="0"/>
                  </a:moveTo>
                  <a:lnTo>
                    <a:pt x="0" y="0"/>
                  </a:lnTo>
                  <a:lnTo>
                    <a:pt x="0" y="453174"/>
                  </a:lnTo>
                  <a:lnTo>
                    <a:pt x="1977008" y="453174"/>
                  </a:lnTo>
                  <a:lnTo>
                    <a:pt x="1977008"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5" name="object 15"/>
          <p:cNvSpPr txBox="1"/>
          <p:nvPr/>
        </p:nvSpPr>
        <p:spPr>
          <a:xfrm>
            <a:off x="6672833" y="2584830"/>
            <a:ext cx="1440180"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6" name="object 16"/>
          <p:cNvGrpSpPr/>
          <p:nvPr/>
        </p:nvGrpSpPr>
        <p:grpSpPr>
          <a:xfrm>
            <a:off x="5138928" y="2711175"/>
            <a:ext cx="2176780" cy="1931035"/>
            <a:chOff x="5138928" y="2711175"/>
            <a:chExt cx="2176780" cy="1931035"/>
          </a:xfrm>
        </p:grpSpPr>
        <p:sp>
          <p:nvSpPr>
            <p:cNvPr id="17" name="object 17"/>
            <p:cNvSpPr/>
            <p:nvPr/>
          </p:nvSpPr>
          <p:spPr>
            <a:xfrm>
              <a:off x="6300500" y="2711175"/>
              <a:ext cx="348615" cy="311150"/>
            </a:xfrm>
            <a:custGeom>
              <a:avLst/>
              <a:gdLst/>
              <a:ahLst/>
              <a:cxnLst/>
              <a:rect l="l" t="t" r="r" b="b"/>
              <a:pathLst>
                <a:path w="348615" h="311150">
                  <a:moveTo>
                    <a:pt x="206967"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8" y="310950"/>
                  </a:lnTo>
                  <a:lnTo>
                    <a:pt x="155252" y="310950"/>
                  </a:lnTo>
                  <a:lnTo>
                    <a:pt x="175407" y="302802"/>
                  </a:lnTo>
                  <a:lnTo>
                    <a:pt x="154253" y="302802"/>
                  </a:lnTo>
                  <a:lnTo>
                    <a:pt x="29600" y="253728"/>
                  </a:lnTo>
                  <a:lnTo>
                    <a:pt x="19724" y="213682"/>
                  </a:lnTo>
                  <a:lnTo>
                    <a:pt x="20623" y="207078"/>
                  </a:lnTo>
                  <a:lnTo>
                    <a:pt x="22507" y="200726"/>
                  </a:lnTo>
                  <a:lnTo>
                    <a:pt x="22937" y="199376"/>
                  </a:lnTo>
                  <a:lnTo>
                    <a:pt x="22613" y="197902"/>
                  </a:lnTo>
                  <a:lnTo>
                    <a:pt x="7941" y="156817"/>
                  </a:lnTo>
                  <a:lnTo>
                    <a:pt x="9738" y="142849"/>
                  </a:lnTo>
                  <a:lnTo>
                    <a:pt x="22219" y="124354"/>
                  </a:lnTo>
                  <a:lnTo>
                    <a:pt x="22966" y="122465"/>
                  </a:lnTo>
                  <a:lnTo>
                    <a:pt x="22444" y="120706"/>
                  </a:lnTo>
                  <a:lnTo>
                    <a:pt x="20649" y="114384"/>
                  </a:lnTo>
                  <a:lnTo>
                    <a:pt x="19901" y="108792"/>
                  </a:lnTo>
                  <a:lnTo>
                    <a:pt x="19961" y="99979"/>
                  </a:lnTo>
                  <a:lnTo>
                    <a:pt x="21006" y="87922"/>
                  </a:lnTo>
                  <a:lnTo>
                    <a:pt x="21022" y="87739"/>
                  </a:lnTo>
                  <a:lnTo>
                    <a:pt x="23676" y="78613"/>
                  </a:lnTo>
                  <a:lnTo>
                    <a:pt x="23727" y="78438"/>
                  </a:lnTo>
                  <a:lnTo>
                    <a:pt x="26743" y="72792"/>
                  </a:lnTo>
                  <a:lnTo>
                    <a:pt x="28849" y="70230"/>
                  </a:lnTo>
                  <a:lnTo>
                    <a:pt x="206409" y="8267"/>
                  </a:lnTo>
                  <a:lnTo>
                    <a:pt x="229308" y="8267"/>
                  </a:lnTo>
                  <a:lnTo>
                    <a:pt x="207823" y="330"/>
                  </a:lnTo>
                  <a:lnTo>
                    <a:pt x="206967" y="0"/>
                  </a:lnTo>
                  <a:close/>
                </a:path>
                <a:path w="348615" h="311150">
                  <a:moveTo>
                    <a:pt x="341504" y="225292"/>
                  </a:moveTo>
                  <a:lnTo>
                    <a:pt x="318063" y="225292"/>
                  </a:lnTo>
                  <a:lnTo>
                    <a:pt x="332705" y="230583"/>
                  </a:lnTo>
                  <a:lnTo>
                    <a:pt x="154253" y="302802"/>
                  </a:lnTo>
                  <a:lnTo>
                    <a:pt x="175407" y="302802"/>
                  </a:lnTo>
                  <a:lnTo>
                    <a:pt x="347478" y="233239"/>
                  </a:lnTo>
                  <a:lnTo>
                    <a:pt x="348470" y="230927"/>
                  </a:lnTo>
                  <a:lnTo>
                    <a:pt x="347214" y="227839"/>
                  </a:lnTo>
                  <a:lnTo>
                    <a:pt x="346387" y="227019"/>
                  </a:lnTo>
                  <a:lnTo>
                    <a:pt x="341504" y="225292"/>
                  </a:lnTo>
                  <a:close/>
                </a:path>
                <a:path w="348615" h="311150">
                  <a:moveTo>
                    <a:pt x="35879" y="196658"/>
                  </a:moveTo>
                  <a:lnTo>
                    <a:pt x="33579" y="197660"/>
                  </a:lnTo>
                  <a:lnTo>
                    <a:pt x="32594" y="200163"/>
                  </a:lnTo>
                  <a:lnTo>
                    <a:pt x="32501" y="242465"/>
                  </a:lnTo>
                  <a:lnTo>
                    <a:pt x="33496" y="243930"/>
                  </a:lnTo>
                  <a:lnTo>
                    <a:pt x="153753" y="291304"/>
                  </a:lnTo>
                  <a:lnTo>
                    <a:pt x="154808" y="291304"/>
                  </a:lnTo>
                  <a:lnTo>
                    <a:pt x="175442" y="282961"/>
                  </a:lnTo>
                  <a:lnTo>
                    <a:pt x="154252" y="282961"/>
                  </a:lnTo>
                  <a:lnTo>
                    <a:pt x="40726" y="238237"/>
                  </a:lnTo>
                  <a:lnTo>
                    <a:pt x="40427" y="238237"/>
                  </a:lnTo>
                  <a:lnTo>
                    <a:pt x="40427" y="207078"/>
                  </a:lnTo>
                  <a:lnTo>
                    <a:pt x="62336" y="207078"/>
                  </a:lnTo>
                  <a:lnTo>
                    <a:pt x="35879" y="196658"/>
                  </a:lnTo>
                  <a:close/>
                </a:path>
                <a:path w="348615" h="311150">
                  <a:moveTo>
                    <a:pt x="323847" y="186477"/>
                  </a:moveTo>
                  <a:lnTo>
                    <a:pt x="315915" y="186477"/>
                  </a:lnTo>
                  <a:lnTo>
                    <a:pt x="315915" y="217597"/>
                  </a:lnTo>
                  <a:lnTo>
                    <a:pt x="154252" y="282961"/>
                  </a:lnTo>
                  <a:lnTo>
                    <a:pt x="175442" y="282961"/>
                  </a:lnTo>
                  <a:lnTo>
                    <a:pt x="318063" y="225292"/>
                  </a:lnTo>
                  <a:lnTo>
                    <a:pt x="341504" y="225292"/>
                  </a:lnTo>
                  <a:lnTo>
                    <a:pt x="323847" y="219026"/>
                  </a:lnTo>
                  <a:lnTo>
                    <a:pt x="323847" y="186477"/>
                  </a:lnTo>
                  <a:close/>
                </a:path>
                <a:path w="348615" h="311150">
                  <a:moveTo>
                    <a:pt x="62336" y="207078"/>
                  </a:moveTo>
                  <a:lnTo>
                    <a:pt x="40704" y="207078"/>
                  </a:lnTo>
                  <a:lnTo>
                    <a:pt x="153753" y="251622"/>
                  </a:lnTo>
                  <a:lnTo>
                    <a:pt x="154808" y="251622"/>
                  </a:lnTo>
                  <a:lnTo>
                    <a:pt x="175441" y="243278"/>
                  </a:lnTo>
                  <a:lnTo>
                    <a:pt x="154252" y="243278"/>
                  </a:lnTo>
                  <a:lnTo>
                    <a:pt x="62336" y="207078"/>
                  </a:lnTo>
                  <a:close/>
                </a:path>
                <a:path w="348615"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5" h="311150">
                  <a:moveTo>
                    <a:pt x="24090" y="132575"/>
                  </a:moveTo>
                  <a:lnTo>
                    <a:pt x="23882" y="132575"/>
                  </a:lnTo>
                  <a:lnTo>
                    <a:pt x="21681" y="133534"/>
                  </a:lnTo>
                  <a:lnTo>
                    <a:pt x="20696" y="136037"/>
                  </a:lnTo>
                  <a:lnTo>
                    <a:pt x="20603" y="178973"/>
                  </a:lnTo>
                  <a:lnTo>
                    <a:pt x="21598" y="180438"/>
                  </a:lnTo>
                  <a:lnTo>
                    <a:pt x="153578" y="232422"/>
                  </a:lnTo>
                  <a:lnTo>
                    <a:pt x="154623" y="232422"/>
                  </a:lnTo>
                  <a:lnTo>
                    <a:pt x="175520" y="224092"/>
                  </a:lnTo>
                  <a:lnTo>
                    <a:pt x="154084" y="224092"/>
                  </a:lnTo>
                  <a:lnTo>
                    <a:pt x="28535" y="174638"/>
                  </a:lnTo>
                  <a:lnTo>
                    <a:pt x="28535" y="142849"/>
                  </a:lnTo>
                  <a:lnTo>
                    <a:pt x="50220" y="142849"/>
                  </a:lnTo>
                  <a:lnTo>
                    <a:pt x="24090" y="132575"/>
                  </a:lnTo>
                  <a:close/>
                </a:path>
                <a:path w="348615"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5" h="311150">
                  <a:moveTo>
                    <a:pt x="50220" y="142849"/>
                  </a:moveTo>
                  <a:lnTo>
                    <a:pt x="28535" y="142849"/>
                  </a:lnTo>
                  <a:lnTo>
                    <a:pt x="153753" y="192098"/>
                  </a:lnTo>
                  <a:lnTo>
                    <a:pt x="154808" y="192098"/>
                  </a:lnTo>
                  <a:lnTo>
                    <a:pt x="175445" y="183755"/>
                  </a:lnTo>
                  <a:lnTo>
                    <a:pt x="154252" y="183755"/>
                  </a:lnTo>
                  <a:lnTo>
                    <a:pt x="50220" y="142849"/>
                  </a:lnTo>
                  <a:close/>
                </a:path>
                <a:path w="348615"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69" y="111881"/>
                  </a:lnTo>
                  <a:lnTo>
                    <a:pt x="347214" y="108792"/>
                  </a:lnTo>
                  <a:lnTo>
                    <a:pt x="346387" y="107972"/>
                  </a:lnTo>
                  <a:lnTo>
                    <a:pt x="341519" y="106246"/>
                  </a:lnTo>
                  <a:close/>
                </a:path>
                <a:path w="348615" h="311150">
                  <a:moveTo>
                    <a:pt x="35879" y="77611"/>
                  </a:moveTo>
                  <a:lnTo>
                    <a:pt x="33579" y="78613"/>
                  </a:lnTo>
                  <a:lnTo>
                    <a:pt x="32594" y="81117"/>
                  </a:lnTo>
                  <a:lnTo>
                    <a:pt x="32501" y="123418"/>
                  </a:lnTo>
                  <a:lnTo>
                    <a:pt x="33496" y="124883"/>
                  </a:lnTo>
                  <a:lnTo>
                    <a:pt x="153753" y="172257"/>
                  </a:lnTo>
                  <a:lnTo>
                    <a:pt x="154808" y="172257"/>
                  </a:lnTo>
                  <a:lnTo>
                    <a:pt x="175441" y="163914"/>
                  </a:lnTo>
                  <a:lnTo>
                    <a:pt x="154252" y="163914"/>
                  </a:lnTo>
                  <a:lnTo>
                    <a:pt x="40427" y="119073"/>
                  </a:lnTo>
                  <a:lnTo>
                    <a:pt x="40427" y="87922"/>
                  </a:lnTo>
                  <a:lnTo>
                    <a:pt x="62059" y="87922"/>
                  </a:lnTo>
                  <a:lnTo>
                    <a:pt x="35879" y="77611"/>
                  </a:lnTo>
                  <a:close/>
                </a:path>
                <a:path w="348615"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5" h="311150">
                  <a:moveTo>
                    <a:pt x="62059" y="87922"/>
                  </a:moveTo>
                  <a:lnTo>
                    <a:pt x="40427" y="87922"/>
                  </a:lnTo>
                  <a:lnTo>
                    <a:pt x="153753" y="132575"/>
                  </a:lnTo>
                  <a:lnTo>
                    <a:pt x="154807" y="132575"/>
                  </a:lnTo>
                  <a:lnTo>
                    <a:pt x="175138" y="124354"/>
                  </a:lnTo>
                  <a:lnTo>
                    <a:pt x="154563" y="124354"/>
                  </a:lnTo>
                  <a:lnTo>
                    <a:pt x="62059" y="87922"/>
                  </a:lnTo>
                  <a:close/>
                </a:path>
                <a:path w="348615"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8"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8" name="object 18"/>
            <p:cNvPicPr/>
            <p:nvPr/>
          </p:nvPicPr>
          <p:blipFill>
            <a:blip r:embed="rId4" cstate="print"/>
            <a:stretch>
              <a:fillRect/>
            </a:stretch>
          </p:blipFill>
          <p:spPr>
            <a:xfrm>
              <a:off x="5138928" y="3608832"/>
              <a:ext cx="1109472" cy="233171"/>
            </a:xfrm>
            <a:prstGeom prst="rect">
              <a:avLst/>
            </a:prstGeom>
          </p:spPr>
        </p:pic>
        <p:sp>
          <p:nvSpPr>
            <p:cNvPr id="19" name="object 19"/>
            <p:cNvSpPr/>
            <p:nvPr/>
          </p:nvSpPr>
          <p:spPr>
            <a:xfrm>
              <a:off x="5257800" y="3669665"/>
              <a:ext cx="951865" cy="76200"/>
            </a:xfrm>
            <a:custGeom>
              <a:avLst/>
              <a:gdLst/>
              <a:ahLst/>
              <a:cxnLst/>
              <a:rect l="l" t="t" r="r" b="b"/>
              <a:pathLst>
                <a:path w="951864" h="76200">
                  <a:moveTo>
                    <a:pt x="76326" y="0"/>
                  </a:moveTo>
                  <a:lnTo>
                    <a:pt x="0" y="37973"/>
                  </a:lnTo>
                  <a:lnTo>
                    <a:pt x="76200" y="76200"/>
                  </a:lnTo>
                  <a:lnTo>
                    <a:pt x="76242" y="50810"/>
                  </a:lnTo>
                  <a:lnTo>
                    <a:pt x="63499" y="50810"/>
                  </a:lnTo>
                  <a:lnTo>
                    <a:pt x="63623" y="26162"/>
                  </a:lnTo>
                  <a:lnTo>
                    <a:pt x="63626" y="25410"/>
                  </a:lnTo>
                  <a:lnTo>
                    <a:pt x="76284" y="25410"/>
                  </a:lnTo>
                  <a:lnTo>
                    <a:pt x="76326" y="0"/>
                  </a:lnTo>
                  <a:close/>
                </a:path>
                <a:path w="951864" h="76200">
                  <a:moveTo>
                    <a:pt x="76284" y="25410"/>
                  </a:moveTo>
                  <a:lnTo>
                    <a:pt x="76242" y="50810"/>
                  </a:lnTo>
                  <a:lnTo>
                    <a:pt x="951738" y="51562"/>
                  </a:lnTo>
                  <a:lnTo>
                    <a:pt x="951738" y="26162"/>
                  </a:lnTo>
                  <a:lnTo>
                    <a:pt x="76284" y="25410"/>
                  </a:lnTo>
                  <a:close/>
                </a:path>
                <a:path w="951864" h="76200">
                  <a:moveTo>
                    <a:pt x="76284" y="25410"/>
                  </a:moveTo>
                  <a:lnTo>
                    <a:pt x="63626" y="25410"/>
                  </a:lnTo>
                  <a:lnTo>
                    <a:pt x="63623" y="26162"/>
                  </a:lnTo>
                  <a:lnTo>
                    <a:pt x="63499" y="50810"/>
                  </a:lnTo>
                  <a:lnTo>
                    <a:pt x="76242" y="50810"/>
                  </a:lnTo>
                  <a:lnTo>
                    <a:pt x="76284"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object 20"/>
            <p:cNvPicPr/>
            <p:nvPr/>
          </p:nvPicPr>
          <p:blipFill>
            <a:blip r:embed="rId5" cstate="print"/>
            <a:stretch>
              <a:fillRect/>
            </a:stretch>
          </p:blipFill>
          <p:spPr>
            <a:xfrm>
              <a:off x="7080504" y="3835908"/>
              <a:ext cx="234670" cy="571500"/>
            </a:xfrm>
            <a:prstGeom prst="rect">
              <a:avLst/>
            </a:prstGeom>
          </p:spPr>
        </p:pic>
        <p:sp>
          <p:nvSpPr>
            <p:cNvPr id="21" name="object 21"/>
            <p:cNvSpPr/>
            <p:nvPr/>
          </p:nvSpPr>
          <p:spPr>
            <a:xfrm>
              <a:off x="7162546" y="3935094"/>
              <a:ext cx="76200" cy="414020"/>
            </a:xfrm>
            <a:custGeom>
              <a:avLst/>
              <a:gdLst/>
              <a:ahLst/>
              <a:cxnLst/>
              <a:rect l="l" t="t" r="r" b="b"/>
              <a:pathLst>
                <a:path w="76200" h="414020">
                  <a:moveTo>
                    <a:pt x="50673" y="63499"/>
                  </a:moveTo>
                  <a:lnTo>
                    <a:pt x="25273" y="63626"/>
                  </a:lnTo>
                  <a:lnTo>
                    <a:pt x="27050" y="413892"/>
                  </a:lnTo>
                  <a:lnTo>
                    <a:pt x="52451" y="413892"/>
                  </a:lnTo>
                  <a:lnTo>
                    <a:pt x="50738" y="76453"/>
                  </a:lnTo>
                  <a:lnTo>
                    <a:pt x="0" y="76453"/>
                  </a:lnTo>
                  <a:lnTo>
                    <a:pt x="50737" y="76200"/>
                  </a:lnTo>
                  <a:lnTo>
                    <a:pt x="50673" y="63499"/>
                  </a:lnTo>
                  <a:close/>
                </a:path>
                <a:path w="76200" h="414020">
                  <a:moveTo>
                    <a:pt x="37592" y="0"/>
                  </a:moveTo>
                  <a:lnTo>
                    <a:pt x="187" y="76072"/>
                  </a:lnTo>
                  <a:lnTo>
                    <a:pt x="124" y="76200"/>
                  </a:lnTo>
                  <a:lnTo>
                    <a:pt x="0" y="76453"/>
                  </a:lnTo>
                  <a:lnTo>
                    <a:pt x="25338" y="76453"/>
                  </a:lnTo>
                  <a:lnTo>
                    <a:pt x="25273" y="63626"/>
                  </a:lnTo>
                  <a:lnTo>
                    <a:pt x="69819" y="63499"/>
                  </a:lnTo>
                  <a:lnTo>
                    <a:pt x="37592" y="0"/>
                  </a:lnTo>
                  <a:close/>
                </a:path>
                <a:path w="76200" h="414020">
                  <a:moveTo>
                    <a:pt x="50737" y="76200"/>
                  </a:moveTo>
                  <a:lnTo>
                    <a:pt x="0" y="76453"/>
                  </a:lnTo>
                  <a:lnTo>
                    <a:pt x="50738" y="76453"/>
                  </a:lnTo>
                  <a:lnTo>
                    <a:pt x="50737" y="76200"/>
                  </a:lnTo>
                  <a:close/>
                </a:path>
                <a:path w="76200" h="414020">
                  <a:moveTo>
                    <a:pt x="69819" y="63499"/>
                  </a:moveTo>
                  <a:lnTo>
                    <a:pt x="50673" y="63499"/>
                  </a:lnTo>
                  <a:lnTo>
                    <a:pt x="50737" y="76200"/>
                  </a:lnTo>
                  <a:lnTo>
                    <a:pt x="76200" y="76072"/>
                  </a:lnTo>
                  <a:lnTo>
                    <a:pt x="69883" y="63626"/>
                  </a:lnTo>
                  <a:lnTo>
                    <a:pt x="69819" y="63499"/>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object 22"/>
            <p:cNvPicPr/>
            <p:nvPr/>
          </p:nvPicPr>
          <p:blipFill>
            <a:blip r:embed="rId6" cstate="print"/>
            <a:stretch>
              <a:fillRect/>
            </a:stretch>
          </p:blipFill>
          <p:spPr>
            <a:xfrm>
              <a:off x="7080504" y="3057118"/>
              <a:ext cx="234670" cy="559333"/>
            </a:xfrm>
            <a:prstGeom prst="rect">
              <a:avLst/>
            </a:prstGeom>
          </p:spPr>
        </p:pic>
        <p:sp>
          <p:nvSpPr>
            <p:cNvPr id="23" name="object 23"/>
            <p:cNvSpPr/>
            <p:nvPr/>
          </p:nvSpPr>
          <p:spPr>
            <a:xfrm>
              <a:off x="7162546" y="3079750"/>
              <a:ext cx="76200" cy="402590"/>
            </a:xfrm>
            <a:custGeom>
              <a:avLst/>
              <a:gdLst/>
              <a:ahLst/>
              <a:cxnLst/>
              <a:rect l="l" t="t" r="r" b="b"/>
              <a:pathLst>
                <a:path w="76200" h="402589">
                  <a:moveTo>
                    <a:pt x="0" y="325754"/>
                  </a:moveTo>
                  <a:lnTo>
                    <a:pt x="37592" y="402209"/>
                  </a:lnTo>
                  <a:lnTo>
                    <a:pt x="69808" y="338836"/>
                  </a:lnTo>
                  <a:lnTo>
                    <a:pt x="50673" y="338836"/>
                  </a:lnTo>
                  <a:lnTo>
                    <a:pt x="25273" y="338582"/>
                  </a:lnTo>
                  <a:lnTo>
                    <a:pt x="25339" y="325923"/>
                  </a:lnTo>
                  <a:lnTo>
                    <a:pt x="0" y="325754"/>
                  </a:lnTo>
                  <a:close/>
                </a:path>
                <a:path w="76200" h="402589">
                  <a:moveTo>
                    <a:pt x="25339" y="325923"/>
                  </a:moveTo>
                  <a:lnTo>
                    <a:pt x="25273" y="338582"/>
                  </a:lnTo>
                  <a:lnTo>
                    <a:pt x="50673" y="338836"/>
                  </a:lnTo>
                  <a:lnTo>
                    <a:pt x="50739" y="326093"/>
                  </a:lnTo>
                  <a:lnTo>
                    <a:pt x="25339" y="325923"/>
                  </a:lnTo>
                  <a:close/>
                </a:path>
                <a:path w="76200" h="402589">
                  <a:moveTo>
                    <a:pt x="50739" y="326093"/>
                  </a:moveTo>
                  <a:lnTo>
                    <a:pt x="50673" y="338836"/>
                  </a:lnTo>
                  <a:lnTo>
                    <a:pt x="69808" y="338836"/>
                  </a:lnTo>
                  <a:lnTo>
                    <a:pt x="76200" y="326263"/>
                  </a:lnTo>
                  <a:lnTo>
                    <a:pt x="50739" y="326093"/>
                  </a:lnTo>
                  <a:close/>
                </a:path>
                <a:path w="76200" h="402589">
                  <a:moveTo>
                    <a:pt x="52450" y="0"/>
                  </a:moveTo>
                  <a:lnTo>
                    <a:pt x="27050" y="0"/>
                  </a:lnTo>
                  <a:lnTo>
                    <a:pt x="25340" y="325754"/>
                  </a:lnTo>
                  <a:lnTo>
                    <a:pt x="25339" y="325923"/>
                  </a:lnTo>
                  <a:lnTo>
                    <a:pt x="50739" y="326093"/>
                  </a:lnTo>
                  <a:lnTo>
                    <a:pt x="52450" y="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4" name="object 24"/>
            <p:cNvPicPr/>
            <p:nvPr/>
          </p:nvPicPr>
          <p:blipFill>
            <a:blip r:embed="rId7" cstate="print"/>
            <a:stretch>
              <a:fillRect/>
            </a:stretch>
          </p:blipFill>
          <p:spPr>
            <a:xfrm>
              <a:off x="5138928" y="2820936"/>
              <a:ext cx="1121664" cy="1021067"/>
            </a:xfrm>
            <a:prstGeom prst="rect">
              <a:avLst/>
            </a:prstGeom>
          </p:spPr>
        </p:pic>
        <p:sp>
          <p:nvSpPr>
            <p:cNvPr id="25" name="object 25"/>
            <p:cNvSpPr/>
            <p:nvPr/>
          </p:nvSpPr>
          <p:spPr>
            <a:xfrm>
              <a:off x="5257800" y="2843657"/>
              <a:ext cx="964565" cy="864235"/>
            </a:xfrm>
            <a:custGeom>
              <a:avLst/>
              <a:gdLst/>
              <a:ahLst/>
              <a:cxnLst/>
              <a:rect l="l" t="t" r="r" b="b"/>
              <a:pathLst>
                <a:path w="964564" h="864235">
                  <a:moveTo>
                    <a:pt x="31496" y="784859"/>
                  </a:moveTo>
                  <a:lnTo>
                    <a:pt x="0" y="863980"/>
                  </a:lnTo>
                  <a:lnTo>
                    <a:pt x="82296" y="841628"/>
                  </a:lnTo>
                  <a:lnTo>
                    <a:pt x="72976" y="831214"/>
                  </a:lnTo>
                  <a:lnTo>
                    <a:pt x="55879" y="831214"/>
                  </a:lnTo>
                  <a:lnTo>
                    <a:pt x="38988" y="812291"/>
                  </a:lnTo>
                  <a:lnTo>
                    <a:pt x="48463" y="803821"/>
                  </a:lnTo>
                  <a:lnTo>
                    <a:pt x="31496" y="784859"/>
                  </a:lnTo>
                  <a:close/>
                </a:path>
                <a:path w="964564" h="864235">
                  <a:moveTo>
                    <a:pt x="48463" y="803821"/>
                  </a:moveTo>
                  <a:lnTo>
                    <a:pt x="38988" y="812291"/>
                  </a:lnTo>
                  <a:lnTo>
                    <a:pt x="55879" y="831214"/>
                  </a:lnTo>
                  <a:lnTo>
                    <a:pt x="65378" y="822723"/>
                  </a:lnTo>
                  <a:lnTo>
                    <a:pt x="48463" y="803821"/>
                  </a:lnTo>
                  <a:close/>
                </a:path>
                <a:path w="964564" h="864235">
                  <a:moveTo>
                    <a:pt x="65378" y="822723"/>
                  </a:moveTo>
                  <a:lnTo>
                    <a:pt x="55879" y="831214"/>
                  </a:lnTo>
                  <a:lnTo>
                    <a:pt x="72976" y="831214"/>
                  </a:lnTo>
                  <a:lnTo>
                    <a:pt x="65378" y="822723"/>
                  </a:lnTo>
                  <a:close/>
                </a:path>
                <a:path w="964564" h="864235">
                  <a:moveTo>
                    <a:pt x="947547" y="0"/>
                  </a:moveTo>
                  <a:lnTo>
                    <a:pt x="48463" y="803821"/>
                  </a:lnTo>
                  <a:lnTo>
                    <a:pt x="65378" y="822723"/>
                  </a:lnTo>
                  <a:lnTo>
                    <a:pt x="964438" y="18922"/>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6" name="object 26"/>
            <p:cNvPicPr/>
            <p:nvPr/>
          </p:nvPicPr>
          <p:blipFill>
            <a:blip r:embed="rId8" cstate="print"/>
            <a:stretch>
              <a:fillRect/>
            </a:stretch>
          </p:blipFill>
          <p:spPr>
            <a:xfrm>
              <a:off x="5138928" y="3608806"/>
              <a:ext cx="1121664" cy="1033297"/>
            </a:xfrm>
            <a:prstGeom prst="rect">
              <a:avLst/>
            </a:prstGeom>
          </p:spPr>
        </p:pic>
        <p:sp>
          <p:nvSpPr>
            <p:cNvPr id="27" name="object 27"/>
            <p:cNvSpPr/>
            <p:nvPr/>
          </p:nvSpPr>
          <p:spPr>
            <a:xfrm>
              <a:off x="5257800" y="3707638"/>
              <a:ext cx="964565" cy="876935"/>
            </a:xfrm>
            <a:custGeom>
              <a:avLst/>
              <a:gdLst/>
              <a:ahLst/>
              <a:cxnLst/>
              <a:rect l="l" t="t" r="r" b="b"/>
              <a:pathLst>
                <a:path w="964564" h="876935">
                  <a:moveTo>
                    <a:pt x="65012" y="41791"/>
                  </a:moveTo>
                  <a:lnTo>
                    <a:pt x="47928" y="60655"/>
                  </a:lnTo>
                  <a:lnTo>
                    <a:pt x="947420" y="876935"/>
                  </a:lnTo>
                  <a:lnTo>
                    <a:pt x="964564" y="858138"/>
                  </a:lnTo>
                  <a:lnTo>
                    <a:pt x="65012" y="41791"/>
                  </a:lnTo>
                  <a:close/>
                </a:path>
                <a:path w="964564" h="876935">
                  <a:moveTo>
                    <a:pt x="0" y="0"/>
                  </a:moveTo>
                  <a:lnTo>
                    <a:pt x="30861" y="79501"/>
                  </a:lnTo>
                  <a:lnTo>
                    <a:pt x="47928" y="60655"/>
                  </a:lnTo>
                  <a:lnTo>
                    <a:pt x="38608" y="52197"/>
                  </a:lnTo>
                  <a:lnTo>
                    <a:pt x="55625" y="33274"/>
                  </a:lnTo>
                  <a:lnTo>
                    <a:pt x="72725" y="33274"/>
                  </a:lnTo>
                  <a:lnTo>
                    <a:pt x="82041" y="22987"/>
                  </a:lnTo>
                  <a:lnTo>
                    <a:pt x="0" y="0"/>
                  </a:lnTo>
                  <a:close/>
                </a:path>
                <a:path w="964564" h="876935">
                  <a:moveTo>
                    <a:pt x="55625" y="33274"/>
                  </a:moveTo>
                  <a:lnTo>
                    <a:pt x="38608" y="52197"/>
                  </a:lnTo>
                  <a:lnTo>
                    <a:pt x="47928" y="60655"/>
                  </a:lnTo>
                  <a:lnTo>
                    <a:pt x="65012" y="41791"/>
                  </a:lnTo>
                  <a:lnTo>
                    <a:pt x="55625" y="33274"/>
                  </a:lnTo>
                  <a:close/>
                </a:path>
                <a:path w="964564" h="876935">
                  <a:moveTo>
                    <a:pt x="72725" y="33274"/>
                  </a:moveTo>
                  <a:lnTo>
                    <a:pt x="55625" y="33274"/>
                  </a:lnTo>
                  <a:lnTo>
                    <a:pt x="65012" y="41791"/>
                  </a:lnTo>
                  <a:lnTo>
                    <a:pt x="72725" y="3327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8" name="object 28"/>
          <p:cNvSpPr txBox="1"/>
          <p:nvPr/>
        </p:nvSpPr>
        <p:spPr>
          <a:xfrm>
            <a:off x="5693409" y="3527552"/>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29" name="object 29"/>
          <p:cNvGrpSpPr/>
          <p:nvPr/>
        </p:nvGrpSpPr>
        <p:grpSpPr>
          <a:xfrm>
            <a:off x="3478148" y="2961093"/>
            <a:ext cx="6781800" cy="1517015"/>
            <a:chOff x="3478148" y="2961093"/>
            <a:chExt cx="6781800" cy="1517015"/>
          </a:xfrm>
        </p:grpSpPr>
        <p:sp>
          <p:nvSpPr>
            <p:cNvPr id="30" name="object 30"/>
            <p:cNvSpPr/>
            <p:nvPr/>
          </p:nvSpPr>
          <p:spPr>
            <a:xfrm>
              <a:off x="5523864" y="3100831"/>
              <a:ext cx="234950" cy="255270"/>
            </a:xfrm>
            <a:custGeom>
              <a:avLst/>
              <a:gdLst/>
              <a:ahLst/>
              <a:cxnLst/>
              <a:rect l="l" t="t" r="r" b="b"/>
              <a:pathLst>
                <a:path w="234950" h="255270">
                  <a:moveTo>
                    <a:pt x="12954" y="182498"/>
                  </a:moveTo>
                  <a:lnTo>
                    <a:pt x="10795" y="182498"/>
                  </a:lnTo>
                  <a:lnTo>
                    <a:pt x="10413" y="182625"/>
                  </a:lnTo>
                  <a:lnTo>
                    <a:pt x="4952" y="187197"/>
                  </a:lnTo>
                  <a:lnTo>
                    <a:pt x="3683" y="188340"/>
                  </a:lnTo>
                  <a:lnTo>
                    <a:pt x="2667" y="189483"/>
                  </a:lnTo>
                  <a:lnTo>
                    <a:pt x="2032" y="190372"/>
                  </a:lnTo>
                  <a:lnTo>
                    <a:pt x="1270" y="191262"/>
                  </a:lnTo>
                  <a:lnTo>
                    <a:pt x="762" y="192023"/>
                  </a:lnTo>
                  <a:lnTo>
                    <a:pt x="381" y="192785"/>
                  </a:lnTo>
                  <a:lnTo>
                    <a:pt x="126" y="193420"/>
                  </a:lnTo>
                  <a:lnTo>
                    <a:pt x="0" y="194817"/>
                  </a:lnTo>
                  <a:lnTo>
                    <a:pt x="254" y="195325"/>
                  </a:lnTo>
                  <a:lnTo>
                    <a:pt x="59689" y="254762"/>
                  </a:lnTo>
                  <a:lnTo>
                    <a:pt x="60451" y="255269"/>
                  </a:lnTo>
                  <a:lnTo>
                    <a:pt x="61975" y="255269"/>
                  </a:lnTo>
                  <a:lnTo>
                    <a:pt x="72771" y="242315"/>
                  </a:lnTo>
                  <a:lnTo>
                    <a:pt x="72389" y="242062"/>
                  </a:lnTo>
                  <a:lnTo>
                    <a:pt x="47117" y="216662"/>
                  </a:lnTo>
                  <a:lnTo>
                    <a:pt x="57970" y="205866"/>
                  </a:lnTo>
                  <a:lnTo>
                    <a:pt x="36322" y="205866"/>
                  </a:lnTo>
                  <a:lnTo>
                    <a:pt x="12954" y="182498"/>
                  </a:lnTo>
                  <a:close/>
                </a:path>
                <a:path w="234950" h="255270">
                  <a:moveTo>
                    <a:pt x="96138" y="193420"/>
                  </a:moveTo>
                  <a:lnTo>
                    <a:pt x="70738" y="193420"/>
                  </a:lnTo>
                  <a:lnTo>
                    <a:pt x="95250" y="217931"/>
                  </a:lnTo>
                  <a:lnTo>
                    <a:pt x="95969" y="218693"/>
                  </a:lnTo>
                  <a:lnTo>
                    <a:pt x="96138" y="218947"/>
                  </a:lnTo>
                  <a:lnTo>
                    <a:pt x="96647" y="219075"/>
                  </a:lnTo>
                  <a:lnTo>
                    <a:pt x="98044" y="219075"/>
                  </a:lnTo>
                  <a:lnTo>
                    <a:pt x="98679" y="218693"/>
                  </a:lnTo>
                  <a:lnTo>
                    <a:pt x="98933" y="218693"/>
                  </a:lnTo>
                  <a:lnTo>
                    <a:pt x="100075" y="217931"/>
                  </a:lnTo>
                  <a:lnTo>
                    <a:pt x="100964" y="217169"/>
                  </a:lnTo>
                  <a:lnTo>
                    <a:pt x="101981" y="216534"/>
                  </a:lnTo>
                  <a:lnTo>
                    <a:pt x="105537" y="212978"/>
                  </a:lnTo>
                  <a:lnTo>
                    <a:pt x="107950" y="210184"/>
                  </a:lnTo>
                  <a:lnTo>
                    <a:pt x="108458" y="209295"/>
                  </a:lnTo>
                  <a:lnTo>
                    <a:pt x="108712" y="208660"/>
                  </a:lnTo>
                  <a:lnTo>
                    <a:pt x="109093" y="208025"/>
                  </a:lnTo>
                  <a:lnTo>
                    <a:pt x="109093" y="206628"/>
                  </a:lnTo>
                  <a:lnTo>
                    <a:pt x="108965" y="206120"/>
                  </a:lnTo>
                  <a:lnTo>
                    <a:pt x="108585" y="205866"/>
                  </a:lnTo>
                  <a:lnTo>
                    <a:pt x="96138" y="193420"/>
                  </a:lnTo>
                  <a:close/>
                </a:path>
                <a:path w="234950" h="255270">
                  <a:moveTo>
                    <a:pt x="48768" y="146176"/>
                  </a:moveTo>
                  <a:lnTo>
                    <a:pt x="47244" y="146176"/>
                  </a:lnTo>
                  <a:lnTo>
                    <a:pt x="46609" y="146557"/>
                  </a:lnTo>
                  <a:lnTo>
                    <a:pt x="45974" y="146812"/>
                  </a:lnTo>
                  <a:lnTo>
                    <a:pt x="45212" y="147446"/>
                  </a:lnTo>
                  <a:lnTo>
                    <a:pt x="44323" y="148081"/>
                  </a:lnTo>
                  <a:lnTo>
                    <a:pt x="43307" y="148843"/>
                  </a:lnTo>
                  <a:lnTo>
                    <a:pt x="42290" y="149732"/>
                  </a:lnTo>
                  <a:lnTo>
                    <a:pt x="39750" y="152272"/>
                  </a:lnTo>
                  <a:lnTo>
                    <a:pt x="38862" y="153415"/>
                  </a:lnTo>
                  <a:lnTo>
                    <a:pt x="37337" y="155193"/>
                  </a:lnTo>
                  <a:lnTo>
                    <a:pt x="36830" y="155955"/>
                  </a:lnTo>
                  <a:lnTo>
                    <a:pt x="36575" y="156590"/>
                  </a:lnTo>
                  <a:lnTo>
                    <a:pt x="36195" y="157225"/>
                  </a:lnTo>
                  <a:lnTo>
                    <a:pt x="36195" y="158750"/>
                  </a:lnTo>
                  <a:lnTo>
                    <a:pt x="36449" y="159130"/>
                  </a:lnTo>
                  <a:lnTo>
                    <a:pt x="59816" y="182498"/>
                  </a:lnTo>
                  <a:lnTo>
                    <a:pt x="59563" y="182498"/>
                  </a:lnTo>
                  <a:lnTo>
                    <a:pt x="36322" y="205866"/>
                  </a:lnTo>
                  <a:lnTo>
                    <a:pt x="57970" y="205866"/>
                  </a:lnTo>
                  <a:lnTo>
                    <a:pt x="70484" y="193420"/>
                  </a:lnTo>
                  <a:lnTo>
                    <a:pt x="96138" y="193420"/>
                  </a:lnTo>
                  <a:lnTo>
                    <a:pt x="49275" y="146557"/>
                  </a:lnTo>
                  <a:lnTo>
                    <a:pt x="48768" y="146176"/>
                  </a:lnTo>
                  <a:close/>
                </a:path>
                <a:path w="234950" h="255270">
                  <a:moveTo>
                    <a:pt x="108679" y="130428"/>
                  </a:moveTo>
                  <a:lnTo>
                    <a:pt x="83058" y="130428"/>
                  </a:lnTo>
                  <a:lnTo>
                    <a:pt x="133223" y="180720"/>
                  </a:lnTo>
                  <a:lnTo>
                    <a:pt x="133667" y="181101"/>
                  </a:lnTo>
                  <a:lnTo>
                    <a:pt x="134238" y="181482"/>
                  </a:lnTo>
                  <a:lnTo>
                    <a:pt x="135445" y="181482"/>
                  </a:lnTo>
                  <a:lnTo>
                    <a:pt x="136398" y="181101"/>
                  </a:lnTo>
                  <a:lnTo>
                    <a:pt x="137033" y="180720"/>
                  </a:lnTo>
                  <a:lnTo>
                    <a:pt x="137795" y="180212"/>
                  </a:lnTo>
                  <a:lnTo>
                    <a:pt x="138684" y="179450"/>
                  </a:lnTo>
                  <a:lnTo>
                    <a:pt x="139700" y="178815"/>
                  </a:lnTo>
                  <a:lnTo>
                    <a:pt x="146431" y="170941"/>
                  </a:lnTo>
                  <a:lnTo>
                    <a:pt x="146812" y="170306"/>
                  </a:lnTo>
                  <a:lnTo>
                    <a:pt x="146685" y="168401"/>
                  </a:lnTo>
                  <a:lnTo>
                    <a:pt x="146304" y="168147"/>
                  </a:lnTo>
                  <a:lnTo>
                    <a:pt x="108679" y="130428"/>
                  </a:lnTo>
                  <a:close/>
                </a:path>
                <a:path w="234950" h="255270">
                  <a:moveTo>
                    <a:pt x="102996" y="91058"/>
                  </a:moveTo>
                  <a:lnTo>
                    <a:pt x="101600" y="91058"/>
                  </a:lnTo>
                  <a:lnTo>
                    <a:pt x="56642" y="136016"/>
                  </a:lnTo>
                  <a:lnTo>
                    <a:pt x="56387" y="136397"/>
                  </a:lnTo>
                  <a:lnTo>
                    <a:pt x="56387" y="137667"/>
                  </a:lnTo>
                  <a:lnTo>
                    <a:pt x="56642" y="138302"/>
                  </a:lnTo>
                  <a:lnTo>
                    <a:pt x="56896" y="138810"/>
                  </a:lnTo>
                  <a:lnTo>
                    <a:pt x="57404" y="139445"/>
                  </a:lnTo>
                  <a:lnTo>
                    <a:pt x="57912" y="140207"/>
                  </a:lnTo>
                  <a:lnTo>
                    <a:pt x="59309" y="141858"/>
                  </a:lnTo>
                  <a:lnTo>
                    <a:pt x="61213" y="143763"/>
                  </a:lnTo>
                  <a:lnTo>
                    <a:pt x="62102" y="144525"/>
                  </a:lnTo>
                  <a:lnTo>
                    <a:pt x="62864" y="145033"/>
                  </a:lnTo>
                  <a:lnTo>
                    <a:pt x="63500" y="145668"/>
                  </a:lnTo>
                  <a:lnTo>
                    <a:pt x="65277" y="146557"/>
                  </a:lnTo>
                  <a:lnTo>
                    <a:pt x="66971" y="146557"/>
                  </a:lnTo>
                  <a:lnTo>
                    <a:pt x="67225" y="146176"/>
                  </a:lnTo>
                  <a:lnTo>
                    <a:pt x="67694" y="145668"/>
                  </a:lnTo>
                  <a:lnTo>
                    <a:pt x="83058" y="130428"/>
                  </a:lnTo>
                  <a:lnTo>
                    <a:pt x="108679" y="130428"/>
                  </a:lnTo>
                  <a:lnTo>
                    <a:pt x="95885" y="117601"/>
                  </a:lnTo>
                  <a:lnTo>
                    <a:pt x="111760" y="101726"/>
                  </a:lnTo>
                  <a:lnTo>
                    <a:pt x="112013" y="101345"/>
                  </a:lnTo>
                  <a:lnTo>
                    <a:pt x="112013" y="99948"/>
                  </a:lnTo>
                  <a:lnTo>
                    <a:pt x="109093" y="95884"/>
                  </a:lnTo>
                  <a:lnTo>
                    <a:pt x="108315" y="94995"/>
                  </a:lnTo>
                  <a:lnTo>
                    <a:pt x="106933" y="93598"/>
                  </a:lnTo>
                  <a:lnTo>
                    <a:pt x="107187" y="93598"/>
                  </a:lnTo>
                  <a:lnTo>
                    <a:pt x="105663" y="92582"/>
                  </a:lnTo>
                  <a:lnTo>
                    <a:pt x="104901" y="91947"/>
                  </a:lnTo>
                  <a:lnTo>
                    <a:pt x="104478" y="91693"/>
                  </a:lnTo>
                  <a:lnTo>
                    <a:pt x="102996" y="91058"/>
                  </a:lnTo>
                  <a:close/>
                </a:path>
                <a:path w="234950" h="255270">
                  <a:moveTo>
                    <a:pt x="170877" y="93598"/>
                  </a:moveTo>
                  <a:lnTo>
                    <a:pt x="145319" y="93598"/>
                  </a:lnTo>
                  <a:lnTo>
                    <a:pt x="182497" y="130682"/>
                  </a:lnTo>
                  <a:lnTo>
                    <a:pt x="183218" y="131444"/>
                  </a:lnTo>
                  <a:lnTo>
                    <a:pt x="183387" y="131698"/>
                  </a:lnTo>
                  <a:lnTo>
                    <a:pt x="183769" y="131825"/>
                  </a:lnTo>
                  <a:lnTo>
                    <a:pt x="185293" y="131825"/>
                  </a:lnTo>
                  <a:lnTo>
                    <a:pt x="185927" y="131444"/>
                  </a:lnTo>
                  <a:lnTo>
                    <a:pt x="186118" y="131444"/>
                  </a:lnTo>
                  <a:lnTo>
                    <a:pt x="196342" y="120776"/>
                  </a:lnTo>
                  <a:lnTo>
                    <a:pt x="196342" y="119252"/>
                  </a:lnTo>
                  <a:lnTo>
                    <a:pt x="196214" y="118871"/>
                  </a:lnTo>
                  <a:lnTo>
                    <a:pt x="195834" y="118617"/>
                  </a:lnTo>
                  <a:lnTo>
                    <a:pt x="171004" y="93725"/>
                  </a:lnTo>
                  <a:lnTo>
                    <a:pt x="170877" y="93598"/>
                  </a:lnTo>
                  <a:close/>
                </a:path>
                <a:path w="234950" h="255270">
                  <a:moveTo>
                    <a:pt x="119888" y="93598"/>
                  </a:moveTo>
                  <a:lnTo>
                    <a:pt x="110188" y="93598"/>
                  </a:lnTo>
                  <a:lnTo>
                    <a:pt x="110744" y="94233"/>
                  </a:lnTo>
                  <a:lnTo>
                    <a:pt x="111633" y="94995"/>
                  </a:lnTo>
                  <a:lnTo>
                    <a:pt x="112395" y="95503"/>
                  </a:lnTo>
                  <a:lnTo>
                    <a:pt x="113157" y="96138"/>
                  </a:lnTo>
                  <a:lnTo>
                    <a:pt x="114300" y="96773"/>
                  </a:lnTo>
                  <a:lnTo>
                    <a:pt x="114935" y="97027"/>
                  </a:lnTo>
                  <a:lnTo>
                    <a:pt x="116459" y="97027"/>
                  </a:lnTo>
                  <a:lnTo>
                    <a:pt x="119888" y="93598"/>
                  </a:lnTo>
                  <a:close/>
                </a:path>
                <a:path w="234950" h="255270">
                  <a:moveTo>
                    <a:pt x="223520" y="93598"/>
                  </a:moveTo>
                  <a:lnTo>
                    <a:pt x="222123" y="93598"/>
                  </a:lnTo>
                  <a:lnTo>
                    <a:pt x="222504" y="93725"/>
                  </a:lnTo>
                  <a:lnTo>
                    <a:pt x="223012" y="93725"/>
                  </a:lnTo>
                  <a:lnTo>
                    <a:pt x="223520" y="93598"/>
                  </a:lnTo>
                  <a:close/>
                </a:path>
                <a:path w="234950" h="255270">
                  <a:moveTo>
                    <a:pt x="109129" y="92582"/>
                  </a:moveTo>
                  <a:lnTo>
                    <a:pt x="105917" y="92582"/>
                  </a:lnTo>
                  <a:lnTo>
                    <a:pt x="106933" y="93598"/>
                  </a:lnTo>
                  <a:lnTo>
                    <a:pt x="110290" y="93598"/>
                  </a:lnTo>
                  <a:lnTo>
                    <a:pt x="109129" y="92582"/>
                  </a:lnTo>
                  <a:close/>
                </a:path>
                <a:path w="234950" h="255270">
                  <a:moveTo>
                    <a:pt x="144301" y="92582"/>
                  </a:moveTo>
                  <a:lnTo>
                    <a:pt x="120904" y="92582"/>
                  </a:lnTo>
                  <a:lnTo>
                    <a:pt x="119888" y="93598"/>
                  </a:lnTo>
                  <a:lnTo>
                    <a:pt x="145319" y="93598"/>
                  </a:lnTo>
                  <a:lnTo>
                    <a:pt x="144301" y="92582"/>
                  </a:lnTo>
                  <a:close/>
                </a:path>
                <a:path w="234950" h="255270">
                  <a:moveTo>
                    <a:pt x="220852" y="92582"/>
                  </a:moveTo>
                  <a:lnTo>
                    <a:pt x="169864" y="92582"/>
                  </a:lnTo>
                  <a:lnTo>
                    <a:pt x="170877" y="93598"/>
                  </a:lnTo>
                  <a:lnTo>
                    <a:pt x="221868" y="93598"/>
                  </a:lnTo>
                  <a:lnTo>
                    <a:pt x="220852" y="92582"/>
                  </a:lnTo>
                  <a:close/>
                </a:path>
                <a:path w="234950" h="255270">
                  <a:moveTo>
                    <a:pt x="203073" y="0"/>
                  </a:moveTo>
                  <a:lnTo>
                    <a:pt x="200151" y="380"/>
                  </a:lnTo>
                  <a:lnTo>
                    <a:pt x="197231" y="1396"/>
                  </a:lnTo>
                  <a:lnTo>
                    <a:pt x="194310" y="2285"/>
                  </a:lnTo>
                  <a:lnTo>
                    <a:pt x="191770" y="3428"/>
                  </a:lnTo>
                  <a:lnTo>
                    <a:pt x="187198" y="6476"/>
                  </a:lnTo>
                  <a:lnTo>
                    <a:pt x="185420" y="7873"/>
                  </a:lnTo>
                  <a:lnTo>
                    <a:pt x="183896" y="9016"/>
                  </a:lnTo>
                  <a:lnTo>
                    <a:pt x="180848" y="11810"/>
                  </a:lnTo>
                  <a:lnTo>
                    <a:pt x="163449" y="29209"/>
                  </a:lnTo>
                  <a:lnTo>
                    <a:pt x="162813" y="30606"/>
                  </a:lnTo>
                  <a:lnTo>
                    <a:pt x="162687" y="33654"/>
                  </a:lnTo>
                  <a:lnTo>
                    <a:pt x="163449" y="35178"/>
                  </a:lnTo>
                  <a:lnTo>
                    <a:pt x="220852" y="92582"/>
                  </a:lnTo>
                  <a:lnTo>
                    <a:pt x="221022" y="92582"/>
                  </a:lnTo>
                  <a:lnTo>
                    <a:pt x="221699" y="93598"/>
                  </a:lnTo>
                  <a:lnTo>
                    <a:pt x="223731" y="93598"/>
                  </a:lnTo>
                  <a:lnTo>
                    <a:pt x="225425" y="92582"/>
                  </a:lnTo>
                  <a:lnTo>
                    <a:pt x="226568" y="91693"/>
                  </a:lnTo>
                  <a:lnTo>
                    <a:pt x="227457" y="91058"/>
                  </a:lnTo>
                  <a:lnTo>
                    <a:pt x="232029" y="86487"/>
                  </a:lnTo>
                  <a:lnTo>
                    <a:pt x="232663" y="85597"/>
                  </a:lnTo>
                  <a:lnTo>
                    <a:pt x="233425" y="84708"/>
                  </a:lnTo>
                  <a:lnTo>
                    <a:pt x="233934" y="83819"/>
                  </a:lnTo>
                  <a:lnTo>
                    <a:pt x="234187" y="83184"/>
                  </a:lnTo>
                  <a:lnTo>
                    <a:pt x="234569" y="82550"/>
                  </a:lnTo>
                  <a:lnTo>
                    <a:pt x="234442" y="80644"/>
                  </a:lnTo>
                  <a:lnTo>
                    <a:pt x="234061" y="80390"/>
                  </a:lnTo>
                  <a:lnTo>
                    <a:pt x="214122" y="60325"/>
                  </a:lnTo>
                  <a:lnTo>
                    <a:pt x="223393" y="51053"/>
                  </a:lnTo>
                  <a:lnTo>
                    <a:pt x="223789" y="50545"/>
                  </a:lnTo>
                  <a:lnTo>
                    <a:pt x="204215" y="50545"/>
                  </a:lnTo>
                  <a:lnTo>
                    <a:pt x="183007" y="29337"/>
                  </a:lnTo>
                  <a:lnTo>
                    <a:pt x="189737" y="22605"/>
                  </a:lnTo>
                  <a:lnTo>
                    <a:pt x="191135" y="21335"/>
                  </a:lnTo>
                  <a:lnTo>
                    <a:pt x="192532" y="20319"/>
                  </a:lnTo>
                  <a:lnTo>
                    <a:pt x="193773" y="19303"/>
                  </a:lnTo>
                  <a:lnTo>
                    <a:pt x="194479" y="18922"/>
                  </a:lnTo>
                  <a:lnTo>
                    <a:pt x="195580" y="18414"/>
                  </a:lnTo>
                  <a:lnTo>
                    <a:pt x="197358" y="18033"/>
                  </a:lnTo>
                  <a:lnTo>
                    <a:pt x="198691" y="17652"/>
                  </a:lnTo>
                  <a:lnTo>
                    <a:pt x="229408" y="17652"/>
                  </a:lnTo>
                  <a:lnTo>
                    <a:pt x="228473" y="15493"/>
                  </a:lnTo>
                  <a:lnTo>
                    <a:pt x="225933" y="11810"/>
                  </a:lnTo>
                  <a:lnTo>
                    <a:pt x="222376" y="8381"/>
                  </a:lnTo>
                  <a:lnTo>
                    <a:pt x="219837" y="5841"/>
                  </a:lnTo>
                  <a:lnTo>
                    <a:pt x="217170" y="3809"/>
                  </a:lnTo>
                  <a:lnTo>
                    <a:pt x="214375" y="2539"/>
                  </a:lnTo>
                  <a:lnTo>
                    <a:pt x="211709" y="1142"/>
                  </a:lnTo>
                  <a:lnTo>
                    <a:pt x="208787" y="380"/>
                  </a:lnTo>
                  <a:lnTo>
                    <a:pt x="207454" y="380"/>
                  </a:lnTo>
                  <a:lnTo>
                    <a:pt x="203073" y="0"/>
                  </a:lnTo>
                  <a:close/>
                </a:path>
                <a:path w="234950" h="255270">
                  <a:moveTo>
                    <a:pt x="153162" y="41655"/>
                  </a:moveTo>
                  <a:lnTo>
                    <a:pt x="151002" y="41655"/>
                  </a:lnTo>
                  <a:lnTo>
                    <a:pt x="106172" y="86487"/>
                  </a:lnTo>
                  <a:lnTo>
                    <a:pt x="106299" y="88645"/>
                  </a:lnTo>
                  <a:lnTo>
                    <a:pt x="106552" y="89280"/>
                  </a:lnTo>
                  <a:lnTo>
                    <a:pt x="106934" y="89915"/>
                  </a:lnTo>
                  <a:lnTo>
                    <a:pt x="107569" y="90677"/>
                  </a:lnTo>
                  <a:lnTo>
                    <a:pt x="107823" y="91058"/>
                  </a:lnTo>
                  <a:lnTo>
                    <a:pt x="108294" y="91693"/>
                  </a:lnTo>
                  <a:lnTo>
                    <a:pt x="109056" y="92582"/>
                  </a:lnTo>
                  <a:lnTo>
                    <a:pt x="120904" y="92582"/>
                  </a:lnTo>
                  <a:lnTo>
                    <a:pt x="132587" y="80898"/>
                  </a:lnTo>
                  <a:lnTo>
                    <a:pt x="158209" y="80898"/>
                  </a:lnTo>
                  <a:lnTo>
                    <a:pt x="145414" y="68071"/>
                  </a:lnTo>
                  <a:lnTo>
                    <a:pt x="161417" y="52069"/>
                  </a:lnTo>
                  <a:lnTo>
                    <a:pt x="161534" y="50545"/>
                  </a:lnTo>
                  <a:lnTo>
                    <a:pt x="161289" y="49783"/>
                  </a:lnTo>
                  <a:lnTo>
                    <a:pt x="161036" y="49275"/>
                  </a:lnTo>
                  <a:lnTo>
                    <a:pt x="160655" y="48640"/>
                  </a:lnTo>
                  <a:lnTo>
                    <a:pt x="160020" y="47878"/>
                  </a:lnTo>
                  <a:lnTo>
                    <a:pt x="159512" y="47116"/>
                  </a:lnTo>
                  <a:lnTo>
                    <a:pt x="158750" y="46227"/>
                  </a:lnTo>
                  <a:lnTo>
                    <a:pt x="157734" y="45338"/>
                  </a:lnTo>
                  <a:lnTo>
                    <a:pt x="156845" y="44322"/>
                  </a:lnTo>
                  <a:lnTo>
                    <a:pt x="155194" y="42925"/>
                  </a:lnTo>
                  <a:lnTo>
                    <a:pt x="154432" y="42417"/>
                  </a:lnTo>
                  <a:lnTo>
                    <a:pt x="153797" y="41909"/>
                  </a:lnTo>
                  <a:lnTo>
                    <a:pt x="153162" y="41655"/>
                  </a:lnTo>
                  <a:close/>
                </a:path>
                <a:path w="234950" h="255270">
                  <a:moveTo>
                    <a:pt x="158209" y="80898"/>
                  </a:moveTo>
                  <a:lnTo>
                    <a:pt x="132587" y="80898"/>
                  </a:lnTo>
                  <a:lnTo>
                    <a:pt x="144301" y="92582"/>
                  </a:lnTo>
                  <a:lnTo>
                    <a:pt x="169864" y="92582"/>
                  </a:lnTo>
                  <a:lnTo>
                    <a:pt x="158209" y="80898"/>
                  </a:lnTo>
                  <a:close/>
                </a:path>
                <a:path w="234950" h="255270">
                  <a:moveTo>
                    <a:pt x="229408" y="17652"/>
                  </a:moveTo>
                  <a:lnTo>
                    <a:pt x="201168" y="17652"/>
                  </a:lnTo>
                  <a:lnTo>
                    <a:pt x="203885" y="18414"/>
                  </a:lnTo>
                  <a:lnTo>
                    <a:pt x="205612" y="18922"/>
                  </a:lnTo>
                  <a:lnTo>
                    <a:pt x="207772" y="20319"/>
                  </a:lnTo>
                  <a:lnTo>
                    <a:pt x="209931" y="22605"/>
                  </a:lnTo>
                  <a:lnTo>
                    <a:pt x="211582" y="24129"/>
                  </a:lnTo>
                  <a:lnTo>
                    <a:pt x="212851" y="25907"/>
                  </a:lnTo>
                  <a:lnTo>
                    <a:pt x="213740" y="27685"/>
                  </a:lnTo>
                  <a:lnTo>
                    <a:pt x="214757" y="29590"/>
                  </a:lnTo>
                  <a:lnTo>
                    <a:pt x="215264" y="31368"/>
                  </a:lnTo>
                  <a:lnTo>
                    <a:pt x="215375" y="35178"/>
                  </a:lnTo>
                  <a:lnTo>
                    <a:pt x="215137" y="36956"/>
                  </a:lnTo>
                  <a:lnTo>
                    <a:pt x="214249" y="38862"/>
                  </a:lnTo>
                  <a:lnTo>
                    <a:pt x="213487" y="40766"/>
                  </a:lnTo>
                  <a:lnTo>
                    <a:pt x="211962" y="42798"/>
                  </a:lnTo>
                  <a:lnTo>
                    <a:pt x="204215" y="50545"/>
                  </a:lnTo>
                  <a:lnTo>
                    <a:pt x="223789" y="50545"/>
                  </a:lnTo>
                  <a:lnTo>
                    <a:pt x="226468" y="47116"/>
                  </a:lnTo>
                  <a:lnTo>
                    <a:pt x="226949" y="46227"/>
                  </a:lnTo>
                  <a:lnTo>
                    <a:pt x="228600" y="42925"/>
                  </a:lnTo>
                  <a:lnTo>
                    <a:pt x="230759" y="38862"/>
                  </a:lnTo>
                  <a:lnTo>
                    <a:pt x="231828" y="35178"/>
                  </a:lnTo>
                  <a:lnTo>
                    <a:pt x="231983" y="33654"/>
                  </a:lnTo>
                  <a:lnTo>
                    <a:pt x="232008" y="33273"/>
                  </a:lnTo>
                  <a:lnTo>
                    <a:pt x="232131" y="31368"/>
                  </a:lnTo>
                  <a:lnTo>
                    <a:pt x="232246" y="29590"/>
                  </a:lnTo>
                  <a:lnTo>
                    <a:pt x="232369" y="27685"/>
                  </a:lnTo>
                  <a:lnTo>
                    <a:pt x="232410" y="27050"/>
                  </a:lnTo>
                  <a:lnTo>
                    <a:pt x="231648" y="23113"/>
                  </a:lnTo>
                  <a:lnTo>
                    <a:pt x="230124" y="19303"/>
                  </a:lnTo>
                  <a:lnTo>
                    <a:pt x="229408" y="17652"/>
                  </a:lnTo>
                  <a:close/>
                </a:path>
              </a:pathLst>
            </a:custGeom>
            <a:solidFill>
              <a:srgbClr val="4F612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p:cNvSpPr/>
            <p:nvPr/>
          </p:nvSpPr>
          <p:spPr>
            <a:xfrm>
              <a:off x="5712967" y="4001515"/>
              <a:ext cx="259715" cy="229870"/>
            </a:xfrm>
            <a:custGeom>
              <a:avLst/>
              <a:gdLst/>
              <a:ahLst/>
              <a:cxnLst/>
              <a:rect l="l" t="t" r="r" b="b"/>
              <a:pathLst>
                <a:path w="259714" h="229870">
                  <a:moveTo>
                    <a:pt x="229235" y="157479"/>
                  </a:moveTo>
                  <a:lnTo>
                    <a:pt x="223266" y="157479"/>
                  </a:lnTo>
                  <a:lnTo>
                    <a:pt x="221742" y="160019"/>
                  </a:lnTo>
                  <a:lnTo>
                    <a:pt x="167259" y="217169"/>
                  </a:lnTo>
                  <a:lnTo>
                    <a:pt x="166878" y="218439"/>
                  </a:lnTo>
                  <a:lnTo>
                    <a:pt x="166624" y="218439"/>
                  </a:lnTo>
                  <a:lnTo>
                    <a:pt x="166624" y="219709"/>
                  </a:lnTo>
                  <a:lnTo>
                    <a:pt x="166751" y="219709"/>
                  </a:lnTo>
                  <a:lnTo>
                    <a:pt x="167132" y="220979"/>
                  </a:lnTo>
                  <a:lnTo>
                    <a:pt x="167386" y="220979"/>
                  </a:lnTo>
                  <a:lnTo>
                    <a:pt x="169545" y="223519"/>
                  </a:lnTo>
                  <a:lnTo>
                    <a:pt x="171831" y="226059"/>
                  </a:lnTo>
                  <a:lnTo>
                    <a:pt x="174244" y="228599"/>
                  </a:lnTo>
                  <a:lnTo>
                    <a:pt x="176022" y="229869"/>
                  </a:lnTo>
                  <a:lnTo>
                    <a:pt x="180086" y="229869"/>
                  </a:lnTo>
                  <a:lnTo>
                    <a:pt x="199644" y="209549"/>
                  </a:lnTo>
                  <a:lnTo>
                    <a:pt x="223139" y="209549"/>
                  </a:lnTo>
                  <a:lnTo>
                    <a:pt x="221107" y="208279"/>
                  </a:lnTo>
                  <a:lnTo>
                    <a:pt x="219202" y="208279"/>
                  </a:lnTo>
                  <a:lnTo>
                    <a:pt x="217170" y="207009"/>
                  </a:lnTo>
                  <a:lnTo>
                    <a:pt x="215137" y="204469"/>
                  </a:lnTo>
                  <a:lnTo>
                    <a:pt x="209169" y="199389"/>
                  </a:lnTo>
                  <a:lnTo>
                    <a:pt x="229743" y="177799"/>
                  </a:lnTo>
                  <a:lnTo>
                    <a:pt x="250062" y="177799"/>
                  </a:lnTo>
                  <a:lnTo>
                    <a:pt x="248793" y="176529"/>
                  </a:lnTo>
                  <a:lnTo>
                    <a:pt x="247396" y="175259"/>
                  </a:lnTo>
                  <a:lnTo>
                    <a:pt x="245872" y="172719"/>
                  </a:lnTo>
                  <a:lnTo>
                    <a:pt x="229235" y="157479"/>
                  </a:lnTo>
                  <a:close/>
                </a:path>
                <a:path w="259714" h="229870">
                  <a:moveTo>
                    <a:pt x="250062" y="177799"/>
                  </a:moveTo>
                  <a:lnTo>
                    <a:pt x="229743" y="177799"/>
                  </a:lnTo>
                  <a:lnTo>
                    <a:pt x="236728" y="184149"/>
                  </a:lnTo>
                  <a:lnTo>
                    <a:pt x="237998" y="185419"/>
                  </a:lnTo>
                  <a:lnTo>
                    <a:pt x="239014" y="186689"/>
                  </a:lnTo>
                  <a:lnTo>
                    <a:pt x="240157" y="187959"/>
                  </a:lnTo>
                  <a:lnTo>
                    <a:pt x="241046" y="189229"/>
                  </a:lnTo>
                  <a:lnTo>
                    <a:pt x="242062" y="193039"/>
                  </a:lnTo>
                  <a:lnTo>
                    <a:pt x="241935" y="195579"/>
                  </a:lnTo>
                  <a:lnTo>
                    <a:pt x="241427" y="196849"/>
                  </a:lnTo>
                  <a:lnTo>
                    <a:pt x="240792" y="199389"/>
                  </a:lnTo>
                  <a:lnTo>
                    <a:pt x="239522" y="201929"/>
                  </a:lnTo>
                  <a:lnTo>
                    <a:pt x="237362" y="204469"/>
                  </a:lnTo>
                  <a:lnTo>
                    <a:pt x="235839" y="205739"/>
                  </a:lnTo>
                  <a:lnTo>
                    <a:pt x="232283" y="208279"/>
                  </a:lnTo>
                  <a:lnTo>
                    <a:pt x="230505" y="208279"/>
                  </a:lnTo>
                  <a:lnTo>
                    <a:pt x="228727" y="209549"/>
                  </a:lnTo>
                  <a:lnTo>
                    <a:pt x="199644" y="209549"/>
                  </a:lnTo>
                  <a:lnTo>
                    <a:pt x="205105" y="214629"/>
                  </a:lnTo>
                  <a:lnTo>
                    <a:pt x="209296" y="218439"/>
                  </a:lnTo>
                  <a:lnTo>
                    <a:pt x="213487" y="220979"/>
                  </a:lnTo>
                  <a:lnTo>
                    <a:pt x="217551" y="223519"/>
                  </a:lnTo>
                  <a:lnTo>
                    <a:pt x="225679" y="226059"/>
                  </a:lnTo>
                  <a:lnTo>
                    <a:pt x="237490" y="226059"/>
                  </a:lnTo>
                  <a:lnTo>
                    <a:pt x="241173" y="223519"/>
                  </a:lnTo>
                  <a:lnTo>
                    <a:pt x="244983" y="222249"/>
                  </a:lnTo>
                  <a:lnTo>
                    <a:pt x="248539" y="219709"/>
                  </a:lnTo>
                  <a:lnTo>
                    <a:pt x="251968" y="215899"/>
                  </a:lnTo>
                  <a:lnTo>
                    <a:pt x="254381" y="213359"/>
                  </a:lnTo>
                  <a:lnTo>
                    <a:pt x="256286" y="210819"/>
                  </a:lnTo>
                  <a:lnTo>
                    <a:pt x="258826" y="204469"/>
                  </a:lnTo>
                  <a:lnTo>
                    <a:pt x="259461" y="201929"/>
                  </a:lnTo>
                  <a:lnTo>
                    <a:pt x="259461" y="195579"/>
                  </a:lnTo>
                  <a:lnTo>
                    <a:pt x="259207" y="193039"/>
                  </a:lnTo>
                  <a:lnTo>
                    <a:pt x="257175" y="187959"/>
                  </a:lnTo>
                  <a:lnTo>
                    <a:pt x="255905" y="185419"/>
                  </a:lnTo>
                  <a:lnTo>
                    <a:pt x="254254" y="182879"/>
                  </a:lnTo>
                  <a:lnTo>
                    <a:pt x="252730" y="180339"/>
                  </a:lnTo>
                  <a:lnTo>
                    <a:pt x="251333" y="179069"/>
                  </a:lnTo>
                  <a:lnTo>
                    <a:pt x="250062" y="177799"/>
                  </a:lnTo>
                  <a:close/>
                </a:path>
                <a:path w="259714" h="229870">
                  <a:moveTo>
                    <a:pt x="169799" y="101599"/>
                  </a:moveTo>
                  <a:lnTo>
                    <a:pt x="169037" y="101599"/>
                  </a:lnTo>
                  <a:lnTo>
                    <a:pt x="168529" y="102869"/>
                  </a:lnTo>
                  <a:lnTo>
                    <a:pt x="166751" y="102869"/>
                  </a:lnTo>
                  <a:lnTo>
                    <a:pt x="165989" y="104139"/>
                  </a:lnTo>
                  <a:lnTo>
                    <a:pt x="165354" y="104139"/>
                  </a:lnTo>
                  <a:lnTo>
                    <a:pt x="163576" y="106679"/>
                  </a:lnTo>
                  <a:lnTo>
                    <a:pt x="162560" y="106679"/>
                  </a:lnTo>
                  <a:lnTo>
                    <a:pt x="161290" y="109219"/>
                  </a:lnTo>
                  <a:lnTo>
                    <a:pt x="160782" y="109219"/>
                  </a:lnTo>
                  <a:lnTo>
                    <a:pt x="160401" y="110489"/>
                  </a:lnTo>
                  <a:lnTo>
                    <a:pt x="160147" y="110489"/>
                  </a:lnTo>
                  <a:lnTo>
                    <a:pt x="159893" y="111759"/>
                  </a:lnTo>
                  <a:lnTo>
                    <a:pt x="159893" y="113029"/>
                  </a:lnTo>
                  <a:lnTo>
                    <a:pt x="160401" y="113029"/>
                  </a:lnTo>
                  <a:lnTo>
                    <a:pt x="176657" y="128269"/>
                  </a:lnTo>
                  <a:lnTo>
                    <a:pt x="127762" y="180339"/>
                  </a:lnTo>
                  <a:lnTo>
                    <a:pt x="127254" y="181609"/>
                  </a:lnTo>
                  <a:lnTo>
                    <a:pt x="127381" y="182879"/>
                  </a:lnTo>
                  <a:lnTo>
                    <a:pt x="127762" y="182879"/>
                  </a:lnTo>
                  <a:lnTo>
                    <a:pt x="128016" y="184149"/>
                  </a:lnTo>
                  <a:lnTo>
                    <a:pt x="130175" y="186689"/>
                  </a:lnTo>
                  <a:lnTo>
                    <a:pt x="131191" y="187959"/>
                  </a:lnTo>
                  <a:lnTo>
                    <a:pt x="132334" y="189229"/>
                  </a:lnTo>
                  <a:lnTo>
                    <a:pt x="133604" y="190499"/>
                  </a:lnTo>
                  <a:lnTo>
                    <a:pt x="135762" y="191769"/>
                  </a:lnTo>
                  <a:lnTo>
                    <a:pt x="136652" y="191769"/>
                  </a:lnTo>
                  <a:lnTo>
                    <a:pt x="137414" y="193039"/>
                  </a:lnTo>
                  <a:lnTo>
                    <a:pt x="140970" y="193039"/>
                  </a:lnTo>
                  <a:lnTo>
                    <a:pt x="189865" y="140969"/>
                  </a:lnTo>
                  <a:lnTo>
                    <a:pt x="211893" y="140969"/>
                  </a:lnTo>
                  <a:lnTo>
                    <a:pt x="170561" y="102869"/>
                  </a:lnTo>
                  <a:lnTo>
                    <a:pt x="169799" y="101599"/>
                  </a:lnTo>
                  <a:close/>
                </a:path>
                <a:path w="259714" h="229870">
                  <a:moveTo>
                    <a:pt x="211893" y="140969"/>
                  </a:moveTo>
                  <a:lnTo>
                    <a:pt x="189865" y="140969"/>
                  </a:lnTo>
                  <a:lnTo>
                    <a:pt x="206248" y="156209"/>
                  </a:lnTo>
                  <a:lnTo>
                    <a:pt x="209169" y="156209"/>
                  </a:lnTo>
                  <a:lnTo>
                    <a:pt x="209804" y="154939"/>
                  </a:lnTo>
                  <a:lnTo>
                    <a:pt x="210439" y="154939"/>
                  </a:lnTo>
                  <a:lnTo>
                    <a:pt x="212090" y="153669"/>
                  </a:lnTo>
                  <a:lnTo>
                    <a:pt x="213868" y="151129"/>
                  </a:lnTo>
                  <a:lnTo>
                    <a:pt x="215265" y="149859"/>
                  </a:lnTo>
                  <a:lnTo>
                    <a:pt x="216154" y="148589"/>
                  </a:lnTo>
                  <a:lnTo>
                    <a:pt x="216408" y="147319"/>
                  </a:lnTo>
                  <a:lnTo>
                    <a:pt x="216535" y="146049"/>
                  </a:lnTo>
                  <a:lnTo>
                    <a:pt x="216027" y="144779"/>
                  </a:lnTo>
                  <a:lnTo>
                    <a:pt x="211893" y="140969"/>
                  </a:lnTo>
                  <a:close/>
                </a:path>
                <a:path w="259714" h="229870">
                  <a:moveTo>
                    <a:pt x="89535" y="144779"/>
                  </a:moveTo>
                  <a:lnTo>
                    <a:pt x="86995" y="144779"/>
                  </a:lnTo>
                  <a:lnTo>
                    <a:pt x="87630" y="146049"/>
                  </a:lnTo>
                  <a:lnTo>
                    <a:pt x="89154" y="146049"/>
                  </a:lnTo>
                  <a:lnTo>
                    <a:pt x="89535" y="144779"/>
                  </a:lnTo>
                  <a:close/>
                </a:path>
                <a:path w="259714" h="229870">
                  <a:moveTo>
                    <a:pt x="119380" y="54609"/>
                  </a:moveTo>
                  <a:lnTo>
                    <a:pt x="116332" y="54609"/>
                  </a:lnTo>
                  <a:lnTo>
                    <a:pt x="114935" y="55879"/>
                  </a:lnTo>
                  <a:lnTo>
                    <a:pt x="114173" y="55879"/>
                  </a:lnTo>
                  <a:lnTo>
                    <a:pt x="111506" y="59689"/>
                  </a:lnTo>
                  <a:lnTo>
                    <a:pt x="110744" y="59689"/>
                  </a:lnTo>
                  <a:lnTo>
                    <a:pt x="110236" y="60959"/>
                  </a:lnTo>
                  <a:lnTo>
                    <a:pt x="109601" y="60959"/>
                  </a:lnTo>
                  <a:lnTo>
                    <a:pt x="108839" y="63499"/>
                  </a:lnTo>
                  <a:lnTo>
                    <a:pt x="108712" y="63499"/>
                  </a:lnTo>
                  <a:lnTo>
                    <a:pt x="108712" y="64769"/>
                  </a:lnTo>
                  <a:lnTo>
                    <a:pt x="109347" y="64769"/>
                  </a:lnTo>
                  <a:lnTo>
                    <a:pt x="125476" y="80009"/>
                  </a:lnTo>
                  <a:lnTo>
                    <a:pt x="76708" y="132079"/>
                  </a:lnTo>
                  <a:lnTo>
                    <a:pt x="76327" y="133349"/>
                  </a:lnTo>
                  <a:lnTo>
                    <a:pt x="76200" y="133349"/>
                  </a:lnTo>
                  <a:lnTo>
                    <a:pt x="76200" y="134619"/>
                  </a:lnTo>
                  <a:lnTo>
                    <a:pt x="76962" y="135889"/>
                  </a:lnTo>
                  <a:lnTo>
                    <a:pt x="77470" y="137159"/>
                  </a:lnTo>
                  <a:lnTo>
                    <a:pt x="78994" y="138429"/>
                  </a:lnTo>
                  <a:lnTo>
                    <a:pt x="81280" y="140969"/>
                  </a:lnTo>
                  <a:lnTo>
                    <a:pt x="83693" y="143509"/>
                  </a:lnTo>
                  <a:lnTo>
                    <a:pt x="84582" y="143509"/>
                  </a:lnTo>
                  <a:lnTo>
                    <a:pt x="85471" y="144779"/>
                  </a:lnTo>
                  <a:lnTo>
                    <a:pt x="89789" y="144779"/>
                  </a:lnTo>
                  <a:lnTo>
                    <a:pt x="138684" y="92709"/>
                  </a:lnTo>
                  <a:lnTo>
                    <a:pt x="159833" y="92709"/>
                  </a:lnTo>
                  <a:lnTo>
                    <a:pt x="119380" y="54609"/>
                  </a:lnTo>
                  <a:close/>
                </a:path>
                <a:path w="259714" h="229870">
                  <a:moveTo>
                    <a:pt x="60706" y="46989"/>
                  </a:moveTo>
                  <a:lnTo>
                    <a:pt x="38100" y="46989"/>
                  </a:lnTo>
                  <a:lnTo>
                    <a:pt x="62357" y="69849"/>
                  </a:lnTo>
                  <a:lnTo>
                    <a:pt x="37846" y="96519"/>
                  </a:lnTo>
                  <a:lnTo>
                    <a:pt x="37337" y="96519"/>
                  </a:lnTo>
                  <a:lnTo>
                    <a:pt x="37337" y="97789"/>
                  </a:lnTo>
                  <a:lnTo>
                    <a:pt x="38100" y="99059"/>
                  </a:lnTo>
                  <a:lnTo>
                    <a:pt x="38608" y="100329"/>
                  </a:lnTo>
                  <a:lnTo>
                    <a:pt x="40132" y="102869"/>
                  </a:lnTo>
                  <a:lnTo>
                    <a:pt x="42418" y="104139"/>
                  </a:lnTo>
                  <a:lnTo>
                    <a:pt x="43687" y="105409"/>
                  </a:lnTo>
                  <a:lnTo>
                    <a:pt x="44831" y="106679"/>
                  </a:lnTo>
                  <a:lnTo>
                    <a:pt x="45720" y="106679"/>
                  </a:lnTo>
                  <a:lnTo>
                    <a:pt x="46609" y="107949"/>
                  </a:lnTo>
                  <a:lnTo>
                    <a:pt x="47371" y="107949"/>
                  </a:lnTo>
                  <a:lnTo>
                    <a:pt x="48133" y="109219"/>
                  </a:lnTo>
                  <a:lnTo>
                    <a:pt x="50927" y="109219"/>
                  </a:lnTo>
                  <a:lnTo>
                    <a:pt x="97891" y="58419"/>
                  </a:lnTo>
                  <a:lnTo>
                    <a:pt x="72771" y="58419"/>
                  </a:lnTo>
                  <a:lnTo>
                    <a:pt x="60706" y="46989"/>
                  </a:lnTo>
                  <a:close/>
                </a:path>
                <a:path w="259714" h="229870">
                  <a:moveTo>
                    <a:pt x="157480" y="107949"/>
                  </a:moveTo>
                  <a:lnTo>
                    <a:pt x="155194" y="107949"/>
                  </a:lnTo>
                  <a:lnTo>
                    <a:pt x="155575" y="109219"/>
                  </a:lnTo>
                  <a:lnTo>
                    <a:pt x="156845" y="109219"/>
                  </a:lnTo>
                  <a:lnTo>
                    <a:pt x="157480" y="107949"/>
                  </a:lnTo>
                  <a:close/>
                </a:path>
                <a:path w="259714" h="229870">
                  <a:moveTo>
                    <a:pt x="159833" y="92709"/>
                  </a:moveTo>
                  <a:lnTo>
                    <a:pt x="138684" y="92709"/>
                  </a:lnTo>
                  <a:lnTo>
                    <a:pt x="154812" y="107949"/>
                  </a:lnTo>
                  <a:lnTo>
                    <a:pt x="157987" y="107949"/>
                  </a:lnTo>
                  <a:lnTo>
                    <a:pt x="159385" y="106679"/>
                  </a:lnTo>
                  <a:lnTo>
                    <a:pt x="160147" y="106679"/>
                  </a:lnTo>
                  <a:lnTo>
                    <a:pt x="160909" y="105409"/>
                  </a:lnTo>
                  <a:lnTo>
                    <a:pt x="161798" y="104139"/>
                  </a:lnTo>
                  <a:lnTo>
                    <a:pt x="162814" y="104139"/>
                  </a:lnTo>
                  <a:lnTo>
                    <a:pt x="163576" y="102869"/>
                  </a:lnTo>
                  <a:lnTo>
                    <a:pt x="164084" y="101599"/>
                  </a:lnTo>
                  <a:lnTo>
                    <a:pt x="164719" y="101599"/>
                  </a:lnTo>
                  <a:lnTo>
                    <a:pt x="165100" y="100329"/>
                  </a:lnTo>
                  <a:lnTo>
                    <a:pt x="165227" y="100329"/>
                  </a:lnTo>
                  <a:lnTo>
                    <a:pt x="165481" y="99059"/>
                  </a:lnTo>
                  <a:lnTo>
                    <a:pt x="165481" y="97789"/>
                  </a:lnTo>
                  <a:lnTo>
                    <a:pt x="165227" y="97789"/>
                  </a:lnTo>
                  <a:lnTo>
                    <a:pt x="159833" y="92709"/>
                  </a:lnTo>
                  <a:close/>
                </a:path>
                <a:path w="259714" h="229870">
                  <a:moveTo>
                    <a:pt x="61214" y="0"/>
                  </a:moveTo>
                  <a:lnTo>
                    <a:pt x="57785" y="0"/>
                  </a:lnTo>
                  <a:lnTo>
                    <a:pt x="508" y="60959"/>
                  </a:lnTo>
                  <a:lnTo>
                    <a:pt x="0" y="62229"/>
                  </a:lnTo>
                  <a:lnTo>
                    <a:pt x="127" y="63499"/>
                  </a:lnTo>
                  <a:lnTo>
                    <a:pt x="508" y="64769"/>
                  </a:lnTo>
                  <a:lnTo>
                    <a:pt x="762" y="64769"/>
                  </a:lnTo>
                  <a:lnTo>
                    <a:pt x="2159" y="66039"/>
                  </a:lnTo>
                  <a:lnTo>
                    <a:pt x="2794" y="67309"/>
                  </a:lnTo>
                  <a:lnTo>
                    <a:pt x="3810" y="68579"/>
                  </a:lnTo>
                  <a:lnTo>
                    <a:pt x="6477" y="71119"/>
                  </a:lnTo>
                  <a:lnTo>
                    <a:pt x="7493" y="71119"/>
                  </a:lnTo>
                  <a:lnTo>
                    <a:pt x="8509" y="72389"/>
                  </a:lnTo>
                  <a:lnTo>
                    <a:pt x="9398" y="72389"/>
                  </a:lnTo>
                  <a:lnTo>
                    <a:pt x="10160" y="73659"/>
                  </a:lnTo>
                  <a:lnTo>
                    <a:pt x="13589" y="73659"/>
                  </a:lnTo>
                  <a:lnTo>
                    <a:pt x="38100" y="46989"/>
                  </a:lnTo>
                  <a:lnTo>
                    <a:pt x="60706" y="46989"/>
                  </a:lnTo>
                  <a:lnTo>
                    <a:pt x="48641" y="35559"/>
                  </a:lnTo>
                  <a:lnTo>
                    <a:pt x="70866" y="12699"/>
                  </a:lnTo>
                  <a:lnTo>
                    <a:pt x="71247" y="12699"/>
                  </a:lnTo>
                  <a:lnTo>
                    <a:pt x="71374" y="11429"/>
                  </a:lnTo>
                  <a:lnTo>
                    <a:pt x="71501" y="11429"/>
                  </a:lnTo>
                  <a:lnTo>
                    <a:pt x="71374" y="10159"/>
                  </a:lnTo>
                  <a:lnTo>
                    <a:pt x="70612" y="8889"/>
                  </a:lnTo>
                  <a:lnTo>
                    <a:pt x="70104" y="8889"/>
                  </a:lnTo>
                  <a:lnTo>
                    <a:pt x="67564" y="5079"/>
                  </a:lnTo>
                  <a:lnTo>
                    <a:pt x="63881" y="2539"/>
                  </a:lnTo>
                  <a:lnTo>
                    <a:pt x="62992" y="1269"/>
                  </a:lnTo>
                  <a:lnTo>
                    <a:pt x="62103" y="1269"/>
                  </a:lnTo>
                  <a:lnTo>
                    <a:pt x="61214" y="0"/>
                  </a:lnTo>
                  <a:close/>
                </a:path>
                <a:path w="259714" h="229870">
                  <a:moveTo>
                    <a:pt x="97282" y="34289"/>
                  </a:moveTo>
                  <a:lnTo>
                    <a:pt x="95758" y="34289"/>
                  </a:lnTo>
                  <a:lnTo>
                    <a:pt x="94996" y="35559"/>
                  </a:lnTo>
                  <a:lnTo>
                    <a:pt x="72771" y="58419"/>
                  </a:lnTo>
                  <a:lnTo>
                    <a:pt x="97891" y="58419"/>
                  </a:lnTo>
                  <a:lnTo>
                    <a:pt x="108458" y="46989"/>
                  </a:lnTo>
                  <a:lnTo>
                    <a:pt x="108585" y="45719"/>
                  </a:lnTo>
                  <a:lnTo>
                    <a:pt x="108204" y="44449"/>
                  </a:lnTo>
                  <a:lnTo>
                    <a:pt x="107950" y="44449"/>
                  </a:lnTo>
                  <a:lnTo>
                    <a:pt x="106553" y="41909"/>
                  </a:lnTo>
                  <a:lnTo>
                    <a:pt x="105918" y="41909"/>
                  </a:lnTo>
                  <a:lnTo>
                    <a:pt x="103632" y="39369"/>
                  </a:lnTo>
                  <a:lnTo>
                    <a:pt x="101219" y="36829"/>
                  </a:lnTo>
                  <a:lnTo>
                    <a:pt x="100203" y="36829"/>
                  </a:lnTo>
                  <a:lnTo>
                    <a:pt x="99314" y="35559"/>
                  </a:lnTo>
                  <a:lnTo>
                    <a:pt x="98552" y="35559"/>
                  </a:lnTo>
                  <a:lnTo>
                    <a:pt x="97282" y="34289"/>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2" name="object 32"/>
            <p:cNvPicPr/>
            <p:nvPr/>
          </p:nvPicPr>
          <p:blipFill>
            <a:blip r:embed="rId9" cstate="print"/>
            <a:stretch>
              <a:fillRect/>
            </a:stretch>
          </p:blipFill>
          <p:spPr>
            <a:xfrm>
              <a:off x="7423403" y="3918178"/>
              <a:ext cx="233172" cy="559333"/>
            </a:xfrm>
            <a:prstGeom prst="rect">
              <a:avLst/>
            </a:prstGeom>
          </p:spPr>
        </p:pic>
        <p:sp>
          <p:nvSpPr>
            <p:cNvPr id="33" name="object 33"/>
            <p:cNvSpPr/>
            <p:nvPr/>
          </p:nvSpPr>
          <p:spPr>
            <a:xfrm>
              <a:off x="7504682" y="3940301"/>
              <a:ext cx="76200" cy="402590"/>
            </a:xfrm>
            <a:custGeom>
              <a:avLst/>
              <a:gdLst/>
              <a:ahLst/>
              <a:cxnLst/>
              <a:rect l="l" t="t" r="r" b="b"/>
              <a:pathLst>
                <a:path w="76200" h="402589">
                  <a:moveTo>
                    <a:pt x="25213" y="326135"/>
                  </a:moveTo>
                  <a:lnTo>
                    <a:pt x="0" y="326135"/>
                  </a:lnTo>
                  <a:lnTo>
                    <a:pt x="37593" y="402209"/>
                  </a:lnTo>
                  <a:lnTo>
                    <a:pt x="69704" y="338836"/>
                  </a:lnTo>
                  <a:lnTo>
                    <a:pt x="25146" y="338836"/>
                  </a:lnTo>
                  <a:lnTo>
                    <a:pt x="25213" y="326135"/>
                  </a:lnTo>
                  <a:close/>
                </a:path>
                <a:path w="76200" h="402589">
                  <a:moveTo>
                    <a:pt x="52325" y="0"/>
                  </a:moveTo>
                  <a:lnTo>
                    <a:pt x="26924" y="0"/>
                  </a:lnTo>
                  <a:lnTo>
                    <a:pt x="25213" y="326135"/>
                  </a:lnTo>
                  <a:lnTo>
                    <a:pt x="25146" y="338836"/>
                  </a:lnTo>
                  <a:lnTo>
                    <a:pt x="50547" y="338836"/>
                  </a:lnTo>
                  <a:lnTo>
                    <a:pt x="52325" y="0"/>
                  </a:lnTo>
                  <a:close/>
                </a:path>
                <a:path w="76200" h="402589">
                  <a:moveTo>
                    <a:pt x="50614" y="326135"/>
                  </a:moveTo>
                  <a:lnTo>
                    <a:pt x="50547" y="338836"/>
                  </a:lnTo>
                  <a:lnTo>
                    <a:pt x="69704" y="338836"/>
                  </a:lnTo>
                  <a:lnTo>
                    <a:pt x="76074" y="326263"/>
                  </a:lnTo>
                  <a:lnTo>
                    <a:pt x="50614" y="326135"/>
                  </a:lnTo>
                  <a:close/>
                </a:path>
              </a:pathLst>
            </a:custGeom>
            <a:solidFill>
              <a:srgbClr val="375F9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4" name="object 34"/>
            <p:cNvPicPr/>
            <p:nvPr/>
          </p:nvPicPr>
          <p:blipFill>
            <a:blip r:embed="rId10" cstate="print"/>
            <a:stretch>
              <a:fillRect/>
            </a:stretch>
          </p:blipFill>
          <p:spPr>
            <a:xfrm>
              <a:off x="7406639" y="2961093"/>
              <a:ext cx="234670" cy="585254"/>
            </a:xfrm>
            <a:prstGeom prst="rect">
              <a:avLst/>
            </a:prstGeom>
          </p:spPr>
        </p:pic>
        <p:sp>
          <p:nvSpPr>
            <p:cNvPr id="35" name="object 35"/>
            <p:cNvSpPr/>
            <p:nvPr/>
          </p:nvSpPr>
          <p:spPr>
            <a:xfrm>
              <a:off x="7488301" y="3060445"/>
              <a:ext cx="76200" cy="428625"/>
            </a:xfrm>
            <a:custGeom>
              <a:avLst/>
              <a:gdLst/>
              <a:ahLst/>
              <a:cxnLst/>
              <a:rect l="l" t="t" r="r" b="b"/>
              <a:pathLst>
                <a:path w="76200" h="428625">
                  <a:moveTo>
                    <a:pt x="50800" y="63500"/>
                  </a:moveTo>
                  <a:lnTo>
                    <a:pt x="25400" y="63500"/>
                  </a:lnTo>
                  <a:lnTo>
                    <a:pt x="25400" y="428370"/>
                  </a:lnTo>
                  <a:lnTo>
                    <a:pt x="50800" y="428370"/>
                  </a:lnTo>
                  <a:lnTo>
                    <a:pt x="50800" y="63500"/>
                  </a:lnTo>
                  <a:close/>
                </a:path>
                <a:path w="76200" h="428625">
                  <a:moveTo>
                    <a:pt x="38100" y="0"/>
                  </a:moveTo>
                  <a:lnTo>
                    <a:pt x="0" y="76200"/>
                  </a:lnTo>
                  <a:lnTo>
                    <a:pt x="25400" y="76200"/>
                  </a:lnTo>
                  <a:lnTo>
                    <a:pt x="25400" y="63500"/>
                  </a:lnTo>
                  <a:lnTo>
                    <a:pt x="69850" y="63500"/>
                  </a:lnTo>
                  <a:lnTo>
                    <a:pt x="38100" y="0"/>
                  </a:lnTo>
                  <a:close/>
                </a:path>
                <a:path w="76200" h="428625">
                  <a:moveTo>
                    <a:pt x="69850" y="63500"/>
                  </a:moveTo>
                  <a:lnTo>
                    <a:pt x="50800" y="63500"/>
                  </a:lnTo>
                  <a:lnTo>
                    <a:pt x="50800" y="76200"/>
                  </a:lnTo>
                  <a:lnTo>
                    <a:pt x="76200" y="76200"/>
                  </a:lnTo>
                  <a:lnTo>
                    <a:pt x="69850" y="6350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6" name="object 36"/>
            <p:cNvPicPr/>
            <p:nvPr/>
          </p:nvPicPr>
          <p:blipFill>
            <a:blip r:embed="rId11" cstate="print"/>
            <a:stretch>
              <a:fillRect/>
            </a:stretch>
          </p:blipFill>
          <p:spPr>
            <a:xfrm>
              <a:off x="8148827" y="3619525"/>
              <a:ext cx="2110739" cy="234670"/>
            </a:xfrm>
            <a:prstGeom prst="rect">
              <a:avLst/>
            </a:prstGeom>
          </p:spPr>
        </p:pic>
        <p:sp>
          <p:nvSpPr>
            <p:cNvPr id="37" name="object 37"/>
            <p:cNvSpPr/>
            <p:nvPr/>
          </p:nvSpPr>
          <p:spPr>
            <a:xfrm>
              <a:off x="8190738" y="3680967"/>
              <a:ext cx="1954530" cy="76200"/>
            </a:xfrm>
            <a:custGeom>
              <a:avLst/>
              <a:gdLst/>
              <a:ahLst/>
              <a:cxnLst/>
              <a:rect l="l" t="t" r="r" b="b"/>
              <a:pathLst>
                <a:path w="1954529" h="76200">
                  <a:moveTo>
                    <a:pt x="1878329" y="0"/>
                  </a:moveTo>
                  <a:lnTo>
                    <a:pt x="1878255" y="14858"/>
                  </a:lnTo>
                  <a:lnTo>
                    <a:pt x="1878137" y="38480"/>
                  </a:lnTo>
                  <a:lnTo>
                    <a:pt x="1878075" y="50799"/>
                  </a:lnTo>
                  <a:lnTo>
                    <a:pt x="1877948" y="76199"/>
                  </a:lnTo>
                  <a:lnTo>
                    <a:pt x="1929433" y="50799"/>
                  </a:lnTo>
                  <a:lnTo>
                    <a:pt x="1890776" y="50799"/>
                  </a:lnTo>
                  <a:lnTo>
                    <a:pt x="1890902" y="25399"/>
                  </a:lnTo>
                  <a:lnTo>
                    <a:pt x="1928543" y="25399"/>
                  </a:lnTo>
                  <a:lnTo>
                    <a:pt x="1878329" y="0"/>
                  </a:lnTo>
                  <a:close/>
                </a:path>
                <a:path w="1954529" h="76200">
                  <a:moveTo>
                    <a:pt x="126" y="14858"/>
                  </a:moveTo>
                  <a:lnTo>
                    <a:pt x="0" y="40258"/>
                  </a:lnTo>
                  <a:lnTo>
                    <a:pt x="1890775" y="50799"/>
                  </a:lnTo>
                  <a:lnTo>
                    <a:pt x="1878075" y="50799"/>
                  </a:lnTo>
                  <a:lnTo>
                    <a:pt x="1878137" y="38480"/>
                  </a:lnTo>
                  <a:lnTo>
                    <a:pt x="1878202" y="25399"/>
                  </a:lnTo>
                  <a:lnTo>
                    <a:pt x="1890902" y="25399"/>
                  </a:lnTo>
                  <a:lnTo>
                    <a:pt x="126" y="14858"/>
                  </a:lnTo>
                  <a:close/>
                </a:path>
                <a:path w="1954529" h="76200">
                  <a:moveTo>
                    <a:pt x="1928543" y="25399"/>
                  </a:moveTo>
                  <a:lnTo>
                    <a:pt x="1890902" y="25399"/>
                  </a:lnTo>
                  <a:lnTo>
                    <a:pt x="1890776" y="50799"/>
                  </a:lnTo>
                  <a:lnTo>
                    <a:pt x="1929433" y="50799"/>
                  </a:lnTo>
                  <a:lnTo>
                    <a:pt x="1954402" y="38480"/>
                  </a:lnTo>
                  <a:lnTo>
                    <a:pt x="1928543" y="25399"/>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8"/>
            <p:cNvSpPr/>
            <p:nvPr/>
          </p:nvSpPr>
          <p:spPr>
            <a:xfrm>
              <a:off x="3490848" y="3475685"/>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p:cNvSpPr/>
            <p:nvPr/>
          </p:nvSpPr>
          <p:spPr>
            <a:xfrm>
              <a:off x="3490848" y="3475685"/>
              <a:ext cx="1752600" cy="410209"/>
            </a:xfrm>
            <a:custGeom>
              <a:avLst/>
              <a:gdLst/>
              <a:ahLst/>
              <a:cxnLst/>
              <a:rect l="l" t="t" r="r" b="b"/>
              <a:pathLst>
                <a:path w="1752600" h="410210">
                  <a:moveTo>
                    <a:pt x="0" y="409752"/>
                  </a:moveTo>
                  <a:lnTo>
                    <a:pt x="1752600" y="409752"/>
                  </a:lnTo>
                  <a:lnTo>
                    <a:pt x="1752600" y="0"/>
                  </a:lnTo>
                  <a:lnTo>
                    <a:pt x="0" y="0"/>
                  </a:lnTo>
                  <a:lnTo>
                    <a:pt x="0" y="409752"/>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44"/>
          <p:cNvSpPr txBox="1"/>
          <p:nvPr/>
        </p:nvSpPr>
        <p:spPr>
          <a:xfrm>
            <a:off x="674319" y="2800553"/>
            <a:ext cx="3804920" cy="548640"/>
          </a:xfrm>
          <a:prstGeom prst="rect">
            <a:avLst/>
          </a:prstGeom>
        </p:spPr>
        <p:txBody>
          <a:bodyPr vert="horz" wrap="square" lIns="0" tIns="12700" rIns="0" bIns="0" rtlCol="0">
            <a:spAutoFit/>
          </a:bodyPr>
          <a:lstStyle/>
          <a:p>
            <a:pPr marL="149352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rgbClr val="0F42D2"/>
                </a:solidFill>
                <a:effectLst/>
                <a:uLnTx/>
                <a:uFillTx/>
                <a:latin typeface="Calibri"/>
                <a:cs typeface="Calibri"/>
              </a:rPr>
              <a:t>WIS2-</a:t>
            </a:r>
            <a:r>
              <a:rPr kumimoji="0" sz="1800" b="1" i="0" u="none" strike="noStrike" kern="0" cap="none" spc="0" normalizeH="0" baseline="0" noProof="0" dirty="0">
                <a:ln>
                  <a:noFill/>
                </a:ln>
                <a:solidFill>
                  <a:srgbClr val="0F42D2"/>
                </a:solidFill>
                <a:effectLst/>
                <a:uLnTx/>
                <a:uFillTx/>
                <a:latin typeface="Calibri"/>
                <a:cs typeface="Calibri"/>
              </a:rPr>
              <a:t>Node</a:t>
            </a:r>
            <a:r>
              <a:rPr kumimoji="0" sz="1800" b="1" i="0" u="none" strike="noStrike" kern="0" cap="none" spc="-50" normalizeH="0" baseline="0" noProof="0" dirty="0">
                <a:ln>
                  <a:noFill/>
                </a:ln>
                <a:solidFill>
                  <a:srgbClr val="0F42D2"/>
                </a:solidFill>
                <a:effectLst/>
                <a:uLnTx/>
                <a:uFillTx/>
                <a:latin typeface="Calibri"/>
                <a:cs typeface="Calibri"/>
              </a:rPr>
              <a:t> </a:t>
            </a:r>
            <a:r>
              <a:rPr kumimoji="0" sz="1800" b="0" i="0" u="none" strike="noStrike" kern="0" cap="none" spc="0" normalizeH="0" baseline="0" noProof="0" dirty="0">
                <a:ln>
                  <a:noFill/>
                </a:ln>
                <a:solidFill>
                  <a:srgbClr val="0F42D2"/>
                </a:solidFill>
                <a:effectLst/>
                <a:uLnTx/>
                <a:uFillTx/>
                <a:latin typeface="Calibri"/>
                <a:cs typeface="Calibri"/>
              </a:rPr>
              <a:t>publishes</a:t>
            </a:r>
            <a:r>
              <a:rPr kumimoji="0" sz="1800" b="0" i="0" u="none" strike="noStrike" kern="0" cap="none" spc="-5" normalizeH="0" baseline="0" noProof="0" dirty="0">
                <a:ln>
                  <a:noFill/>
                </a:ln>
                <a:solidFill>
                  <a:srgbClr val="0F42D2"/>
                </a:solidFill>
                <a:effectLst/>
                <a:uLnTx/>
                <a:uFillTx/>
                <a:latin typeface="Calibri"/>
                <a:cs typeface="Calibri"/>
              </a:rPr>
              <a:t> </a:t>
            </a:r>
            <a:r>
              <a:rPr kumimoji="0" sz="1800" b="0" i="0" u="none" strike="noStrike" kern="0" cap="none" spc="-25" normalizeH="0" baseline="0" noProof="0" dirty="0">
                <a:ln>
                  <a:noFill/>
                </a:ln>
                <a:solidFill>
                  <a:srgbClr val="0F42D2"/>
                </a:solidFill>
                <a:effectLst/>
                <a:uLnTx/>
                <a:uFillTx/>
                <a:latin typeface="Calibri"/>
                <a:cs typeface="Calibri"/>
              </a:rPr>
              <a:t>on</a:t>
            </a:r>
            <a:endParaRPr kumimoji="0" sz="18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1600" b="0" i="0" u="none" strike="noStrike" kern="0" cap="none" spc="-10" normalizeH="0" baseline="0" noProof="0" dirty="0">
                <a:ln>
                  <a:noFill/>
                </a:ln>
                <a:solidFill>
                  <a:srgbClr val="0F42D2"/>
                </a:solidFill>
                <a:effectLst/>
                <a:uLnTx/>
                <a:uFillTx/>
                <a:latin typeface="Consolas"/>
                <a:cs typeface="Consolas"/>
              </a:rPr>
              <a:t>origin/a/wis2/…/data/recommended/…</a:t>
            </a:r>
            <a:endParaRPr kumimoji="0" sz="1600" b="0" i="0" u="none" strike="noStrike" kern="0" cap="none" spc="0" normalizeH="0" baseline="0" noProof="0">
              <a:ln>
                <a:noFill/>
              </a:ln>
              <a:solidFill>
                <a:sysClr val="windowText" lastClr="000000"/>
              </a:solidFill>
              <a:effectLst/>
              <a:uLnTx/>
              <a:uFillTx/>
              <a:latin typeface="Consolas"/>
              <a:cs typeface="Consolas"/>
            </a:endParaRPr>
          </a:p>
        </p:txBody>
      </p:sp>
      <p:sp>
        <p:nvSpPr>
          <p:cNvPr id="45" name="object 45"/>
          <p:cNvSpPr txBox="1"/>
          <p:nvPr/>
        </p:nvSpPr>
        <p:spPr>
          <a:xfrm>
            <a:off x="8364728" y="2625293"/>
            <a:ext cx="3804920" cy="81915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ysClr val="windowText" lastClr="000000"/>
                </a:solidFill>
                <a:effectLst/>
                <a:uLnTx/>
                <a:uFillTx/>
                <a:latin typeface="Calibri"/>
                <a:cs typeface="Calibri"/>
              </a:rPr>
              <a:t>Data</a:t>
            </a:r>
            <a:r>
              <a:rPr kumimoji="0" sz="1800" b="1" i="0" u="none" strike="noStrike" kern="0" cap="none" spc="-40" normalizeH="0" baseline="0" noProof="0" dirty="0">
                <a:ln>
                  <a:noFill/>
                </a:ln>
                <a:solidFill>
                  <a:sysClr val="windowText" lastClr="000000"/>
                </a:solidFill>
                <a:effectLst/>
                <a:uLnTx/>
                <a:uFillTx/>
                <a:latin typeface="Calibri"/>
                <a:cs typeface="Calibri"/>
              </a:rPr>
              <a:t> </a:t>
            </a:r>
            <a:r>
              <a:rPr kumimoji="0" sz="1800" b="1" i="0" u="none" strike="noStrike" kern="0" cap="none" spc="0" normalizeH="0" baseline="0" noProof="0" dirty="0">
                <a:ln>
                  <a:noFill/>
                </a:ln>
                <a:solidFill>
                  <a:sysClr val="windowText" lastClr="000000"/>
                </a:solidFill>
                <a:effectLst/>
                <a:uLnTx/>
                <a:uFillTx/>
                <a:latin typeface="Calibri"/>
                <a:cs typeface="Calibri"/>
              </a:rPr>
              <a:t>Consumer</a:t>
            </a:r>
            <a:r>
              <a:rPr kumimoji="0" sz="1800" b="1" i="0" u="none" strike="noStrike" kern="0" cap="none" spc="-70"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subscribes</a:t>
            </a:r>
            <a:r>
              <a:rPr kumimoji="0" sz="1800" b="0" i="0" u="none" strike="noStrike" kern="0" cap="none" spc="-35" normalizeH="0" baseline="0" noProof="0" dirty="0">
                <a:ln>
                  <a:noFill/>
                </a:ln>
                <a:solidFill>
                  <a:sysClr val="windowText" lastClr="000000"/>
                </a:solidFill>
                <a:effectLst/>
                <a:uLnTx/>
                <a:uFillTx/>
                <a:latin typeface="Calibri"/>
                <a:cs typeface="Calibri"/>
              </a:rPr>
              <a:t> </a:t>
            </a:r>
            <a:r>
              <a:rPr kumimoji="0" sz="1800" b="0" i="0" u="none" strike="noStrike" kern="0" cap="none" spc="-25" normalizeH="0" baseline="0" noProof="0" dirty="0">
                <a:ln>
                  <a:noFill/>
                </a:ln>
                <a:solidFill>
                  <a:sysClr val="windowText" lastClr="000000"/>
                </a:solidFill>
                <a:effectLst/>
                <a:uLnTx/>
                <a:uFillTx/>
                <a:latin typeface="Calibri"/>
                <a:cs typeface="Calibri"/>
              </a:rPr>
              <a:t>to </a:t>
            </a:r>
            <a:r>
              <a:rPr kumimoji="0" sz="1600" b="0" i="0" u="none" strike="noStrike" kern="0" cap="none" spc="-10" normalizeH="0" baseline="0" noProof="0" dirty="0">
                <a:ln>
                  <a:noFill/>
                </a:ln>
                <a:solidFill>
                  <a:sysClr val="windowText" lastClr="000000"/>
                </a:solidFill>
                <a:effectLst/>
                <a:uLnTx/>
                <a:uFillTx/>
                <a:latin typeface="Consolas"/>
                <a:cs typeface="Consolas"/>
              </a:rPr>
              <a:t>origin/a/wis2/…/data/recommended/… </a:t>
            </a:r>
            <a:r>
              <a:rPr kumimoji="0" sz="1800" b="0" i="0" u="none" strike="noStrike" kern="0" cap="none" spc="0" normalizeH="0" baseline="0" noProof="0" dirty="0">
                <a:ln>
                  <a:noFill/>
                </a:ln>
                <a:solidFill>
                  <a:sysClr val="windowText" lastClr="000000"/>
                </a:solidFill>
                <a:effectLst/>
                <a:uLnTx/>
                <a:uFillTx/>
                <a:latin typeface="Calibri"/>
                <a:cs typeface="Calibri"/>
              </a:rPr>
              <a:t>and</a:t>
            </a:r>
            <a:r>
              <a:rPr kumimoji="0" sz="1800" b="0" i="0" u="none" strike="noStrike" kern="0" cap="none" spc="-15" normalizeH="0" baseline="0" noProof="0" dirty="0">
                <a:ln>
                  <a:noFill/>
                </a:ln>
                <a:solidFill>
                  <a:sysClr val="windowText" lastClr="000000"/>
                </a:solidFill>
                <a:effectLst/>
                <a:uLnTx/>
                <a:uFillTx/>
                <a:latin typeface="Calibri"/>
                <a:cs typeface="Calibri"/>
              </a:rPr>
              <a:t> </a:t>
            </a:r>
            <a:r>
              <a:rPr kumimoji="0" sz="1800" b="0" i="0" u="none" strike="noStrike" kern="0" cap="none" spc="-10" normalizeH="0" baseline="0" noProof="0" dirty="0">
                <a:ln>
                  <a:noFill/>
                </a:ln>
                <a:solidFill>
                  <a:sysClr val="windowText" lastClr="000000"/>
                </a:solidFill>
                <a:effectLst/>
                <a:uLnTx/>
                <a:uFillTx/>
                <a:latin typeface="Calibri"/>
                <a:cs typeface="Calibri"/>
              </a:rPr>
              <a:t>downloads </a:t>
            </a:r>
            <a:r>
              <a:rPr kumimoji="0" sz="1800" b="0" i="0" u="none" strike="noStrike" kern="0" cap="none" spc="0" normalizeH="0" baseline="0" noProof="0" dirty="0">
                <a:ln>
                  <a:noFill/>
                </a:ln>
                <a:solidFill>
                  <a:sysClr val="windowText" lastClr="000000"/>
                </a:solidFill>
                <a:effectLst/>
                <a:uLnTx/>
                <a:uFillTx/>
                <a:latin typeface="Calibri"/>
                <a:cs typeface="Calibri"/>
              </a:rPr>
              <a:t>data</a:t>
            </a:r>
            <a:r>
              <a:rPr kumimoji="0" sz="1800" b="0" i="0" u="none" strike="noStrike" kern="0" cap="none" spc="-30"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from</a:t>
            </a:r>
            <a:r>
              <a:rPr kumimoji="0" sz="1800" b="0" i="0" u="none" strike="noStrike" kern="0" cap="none" spc="-25" normalizeH="0" baseline="0" noProof="0" dirty="0">
                <a:ln>
                  <a:noFill/>
                </a:ln>
                <a:solidFill>
                  <a:sysClr val="windowText" lastClr="000000"/>
                </a:solidFill>
                <a:effectLst/>
                <a:uLnTx/>
                <a:uFillTx/>
                <a:latin typeface="Calibri"/>
                <a:cs typeface="Calibri"/>
              </a:rPr>
              <a:t> </a:t>
            </a:r>
            <a:r>
              <a:rPr kumimoji="0" sz="1800" b="0" i="0" u="none" strike="noStrike" kern="0" cap="none" spc="0" normalizeH="0" baseline="0" noProof="0" dirty="0">
                <a:ln>
                  <a:noFill/>
                </a:ln>
                <a:solidFill>
                  <a:sysClr val="windowText" lastClr="000000"/>
                </a:solidFill>
                <a:effectLst/>
                <a:uLnTx/>
                <a:uFillTx/>
                <a:latin typeface="Calibri"/>
                <a:cs typeface="Calibri"/>
              </a:rPr>
              <a:t>WIS2-</a:t>
            </a:r>
            <a:r>
              <a:rPr kumimoji="0" sz="1800" b="0" i="0" u="none" strike="noStrike" kern="0" cap="none" spc="-20" normalizeH="0" baseline="0" noProof="0" dirty="0">
                <a:ln>
                  <a:noFill/>
                </a:ln>
                <a:solidFill>
                  <a:sysClr val="windowText" lastClr="000000"/>
                </a:solidFill>
                <a:effectLst/>
                <a:uLnTx/>
                <a:uFillTx/>
                <a:latin typeface="Calibri"/>
                <a:cs typeface="Calibri"/>
              </a:rPr>
              <a:t>Node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40" name="object 40"/>
          <p:cNvSpPr txBox="1"/>
          <p:nvPr/>
        </p:nvSpPr>
        <p:spPr>
          <a:xfrm>
            <a:off x="4080764" y="3516248"/>
            <a:ext cx="1082040"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F42D2"/>
                </a:solidFill>
                <a:effectLst/>
                <a:uLnTx/>
                <a:uFillTx/>
                <a:latin typeface="Calibri"/>
                <a:cs typeface="Calibri"/>
              </a:rPr>
              <a:t>WIS2</a:t>
            </a:r>
            <a:r>
              <a:rPr kumimoji="0" sz="1800" b="1" i="0" u="none" strike="noStrike" kern="0" cap="none" spc="-40" normalizeH="0" baseline="0" noProof="0" dirty="0">
                <a:ln>
                  <a:noFill/>
                </a:ln>
                <a:solidFill>
                  <a:srgbClr val="0F42D2"/>
                </a:solidFill>
                <a:effectLst/>
                <a:uLnTx/>
                <a:uFillTx/>
                <a:latin typeface="Calibri"/>
                <a:cs typeface="Calibri"/>
              </a:rPr>
              <a:t> </a:t>
            </a:r>
            <a:r>
              <a:rPr kumimoji="0" sz="1800" b="1" i="0" u="none" strike="noStrike" kern="0" cap="none" spc="-20" normalizeH="0" baseline="0" noProof="0" dirty="0">
                <a:ln>
                  <a:noFill/>
                </a:ln>
                <a:solidFill>
                  <a:srgbClr val="0F42D2"/>
                </a:solidFill>
                <a:effectLst/>
                <a:uLnTx/>
                <a:uFillTx/>
                <a:latin typeface="Calibri"/>
                <a:cs typeface="Calibri"/>
              </a:rPr>
              <a:t>Node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grpSp>
        <p:nvGrpSpPr>
          <p:cNvPr id="41" name="object 41"/>
          <p:cNvGrpSpPr/>
          <p:nvPr/>
        </p:nvGrpSpPr>
        <p:grpSpPr>
          <a:xfrm>
            <a:off x="3571875" y="3504209"/>
            <a:ext cx="7059295" cy="430530"/>
            <a:chOff x="3571875" y="3504209"/>
            <a:chExt cx="7059295" cy="430530"/>
          </a:xfrm>
        </p:grpSpPr>
        <p:pic>
          <p:nvPicPr>
            <p:cNvPr id="42" name="object 42"/>
            <p:cNvPicPr/>
            <p:nvPr/>
          </p:nvPicPr>
          <p:blipFill>
            <a:blip r:embed="rId12" cstate="print"/>
            <a:stretch>
              <a:fillRect/>
            </a:stretch>
          </p:blipFill>
          <p:spPr>
            <a:xfrm>
              <a:off x="3571875" y="3513924"/>
              <a:ext cx="389559" cy="356400"/>
            </a:xfrm>
            <a:prstGeom prst="rect">
              <a:avLst/>
            </a:prstGeom>
          </p:spPr>
        </p:pic>
        <p:pic>
          <p:nvPicPr>
            <p:cNvPr id="43" name="object 43" descr="User icon in flat style. person icon. Client Symbol 7296447 ..."/>
            <p:cNvPicPr/>
            <p:nvPr/>
          </p:nvPicPr>
          <p:blipFill>
            <a:blip r:embed="rId13" cstate="print"/>
            <a:stretch>
              <a:fillRect/>
            </a:stretch>
          </p:blipFill>
          <p:spPr>
            <a:xfrm>
              <a:off x="10145141" y="3504209"/>
              <a:ext cx="485775" cy="430504"/>
            </a:xfrm>
            <a:prstGeom prst="rect">
              <a:avLst/>
            </a:prstGeom>
          </p:spPr>
        </p:pic>
      </p:grpSp>
      <p:sp>
        <p:nvSpPr>
          <p:cNvPr id="46" name="object 46"/>
          <p:cNvSpPr txBox="1"/>
          <p:nvPr/>
        </p:nvSpPr>
        <p:spPr>
          <a:xfrm>
            <a:off x="8482076" y="5263134"/>
            <a:ext cx="1775460"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375F92"/>
                </a:solidFill>
                <a:effectLst/>
                <a:uLnTx/>
                <a:uFillTx/>
                <a:latin typeface="Calibri"/>
                <a:cs typeface="Calibri"/>
              </a:rPr>
              <a:t>download</a:t>
            </a:r>
            <a:r>
              <a:rPr kumimoji="0" sz="1100" b="1" i="0" u="none" strike="noStrike" kern="0" cap="none" spc="-50" normalizeH="0" baseline="0" noProof="0" dirty="0">
                <a:ln>
                  <a:noFill/>
                </a:ln>
                <a:solidFill>
                  <a:srgbClr val="375F92"/>
                </a:solidFill>
                <a:effectLst/>
                <a:uLnTx/>
                <a:uFillTx/>
                <a:latin typeface="Calibri"/>
                <a:cs typeface="Calibri"/>
              </a:rPr>
              <a:t> </a:t>
            </a:r>
            <a:r>
              <a:rPr kumimoji="0" sz="1100" b="1" i="0" u="none" strike="noStrike" kern="0" cap="none" spc="0" normalizeH="0" baseline="0" noProof="0" dirty="0">
                <a:ln>
                  <a:noFill/>
                </a:ln>
                <a:solidFill>
                  <a:srgbClr val="375F92"/>
                </a:solidFill>
                <a:effectLst/>
                <a:uLnTx/>
                <a:uFillTx/>
                <a:latin typeface="Calibri"/>
                <a:cs typeface="Calibri"/>
              </a:rPr>
              <a:t>recommended</a:t>
            </a:r>
            <a:r>
              <a:rPr kumimoji="0" sz="1100" b="1" i="0" u="none" strike="noStrike" kern="0" cap="none" spc="-60" normalizeH="0" baseline="0" noProof="0" dirty="0">
                <a:ln>
                  <a:noFill/>
                </a:ln>
                <a:solidFill>
                  <a:srgbClr val="375F92"/>
                </a:solidFill>
                <a:effectLst/>
                <a:uLnTx/>
                <a:uFillTx/>
                <a:latin typeface="Calibri"/>
                <a:cs typeface="Calibri"/>
              </a:rPr>
              <a:t> </a:t>
            </a:r>
            <a:r>
              <a:rPr kumimoji="0" sz="1100" b="1" i="0" u="none" strike="noStrike" kern="0" cap="none" spc="-20" normalizeH="0" baseline="0" noProof="0" dirty="0">
                <a:ln>
                  <a:noFill/>
                </a:ln>
                <a:solidFill>
                  <a:srgbClr val="375F92"/>
                </a:solidFill>
                <a:effectLst/>
                <a:uLnTx/>
                <a:uFillTx/>
                <a:latin typeface="Calibri"/>
                <a:cs typeface="Calibri"/>
              </a:rPr>
              <a:t>data</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47" name="object 47"/>
          <p:cNvGrpSpPr/>
          <p:nvPr/>
        </p:nvGrpSpPr>
        <p:grpSpPr>
          <a:xfrm>
            <a:off x="4209034" y="3785628"/>
            <a:ext cx="6230620" cy="1811020"/>
            <a:chOff x="4209034" y="3785628"/>
            <a:chExt cx="6230620" cy="1811020"/>
          </a:xfrm>
        </p:grpSpPr>
        <p:pic>
          <p:nvPicPr>
            <p:cNvPr id="48" name="object 48"/>
            <p:cNvPicPr/>
            <p:nvPr/>
          </p:nvPicPr>
          <p:blipFill>
            <a:blip r:embed="rId14" cstate="print"/>
            <a:stretch>
              <a:fillRect/>
            </a:stretch>
          </p:blipFill>
          <p:spPr>
            <a:xfrm>
              <a:off x="4247388" y="3785628"/>
              <a:ext cx="6192012" cy="1810512"/>
            </a:xfrm>
            <a:prstGeom prst="rect">
              <a:avLst/>
            </a:prstGeom>
          </p:spPr>
        </p:pic>
        <p:sp>
          <p:nvSpPr>
            <p:cNvPr id="49" name="object 49"/>
            <p:cNvSpPr/>
            <p:nvPr/>
          </p:nvSpPr>
          <p:spPr>
            <a:xfrm>
              <a:off x="4329049" y="3885437"/>
              <a:ext cx="6071870" cy="1653539"/>
            </a:xfrm>
            <a:custGeom>
              <a:avLst/>
              <a:gdLst/>
              <a:ahLst/>
              <a:cxnLst/>
              <a:rect l="l" t="t" r="r" b="b"/>
              <a:pathLst>
                <a:path w="6071870" h="1653539">
                  <a:moveTo>
                    <a:pt x="50800" y="63500"/>
                  </a:moveTo>
                  <a:lnTo>
                    <a:pt x="25400" y="63500"/>
                  </a:lnTo>
                  <a:lnTo>
                    <a:pt x="25400" y="1647317"/>
                  </a:lnTo>
                  <a:lnTo>
                    <a:pt x="31114" y="1653032"/>
                  </a:lnTo>
                  <a:lnTo>
                    <a:pt x="6065901" y="1653032"/>
                  </a:lnTo>
                  <a:lnTo>
                    <a:pt x="6071616" y="1647317"/>
                  </a:lnTo>
                  <a:lnTo>
                    <a:pt x="6071616" y="1640332"/>
                  </a:lnTo>
                  <a:lnTo>
                    <a:pt x="50800" y="1640332"/>
                  </a:lnTo>
                  <a:lnTo>
                    <a:pt x="38100" y="1627632"/>
                  </a:lnTo>
                  <a:lnTo>
                    <a:pt x="50800" y="1627632"/>
                  </a:lnTo>
                  <a:lnTo>
                    <a:pt x="50800" y="63500"/>
                  </a:lnTo>
                  <a:close/>
                </a:path>
                <a:path w="6071870" h="1653539">
                  <a:moveTo>
                    <a:pt x="50800" y="1627632"/>
                  </a:moveTo>
                  <a:lnTo>
                    <a:pt x="38100" y="1627632"/>
                  </a:lnTo>
                  <a:lnTo>
                    <a:pt x="50800" y="1640332"/>
                  </a:lnTo>
                  <a:lnTo>
                    <a:pt x="50800" y="1627632"/>
                  </a:lnTo>
                  <a:close/>
                </a:path>
                <a:path w="6071870" h="1653539">
                  <a:moveTo>
                    <a:pt x="6046216" y="1627632"/>
                  </a:moveTo>
                  <a:lnTo>
                    <a:pt x="50800" y="1627632"/>
                  </a:lnTo>
                  <a:lnTo>
                    <a:pt x="50800" y="1640332"/>
                  </a:lnTo>
                  <a:lnTo>
                    <a:pt x="6046216" y="1640332"/>
                  </a:lnTo>
                  <a:lnTo>
                    <a:pt x="6046216" y="1627632"/>
                  </a:lnTo>
                  <a:close/>
                </a:path>
                <a:path w="6071870" h="1653539">
                  <a:moveTo>
                    <a:pt x="6071616" y="49275"/>
                  </a:moveTo>
                  <a:lnTo>
                    <a:pt x="6046216" y="49275"/>
                  </a:lnTo>
                  <a:lnTo>
                    <a:pt x="6046216" y="1640332"/>
                  </a:lnTo>
                  <a:lnTo>
                    <a:pt x="6058916" y="1627632"/>
                  </a:lnTo>
                  <a:lnTo>
                    <a:pt x="6071616" y="1627632"/>
                  </a:lnTo>
                  <a:lnTo>
                    <a:pt x="6071616" y="49275"/>
                  </a:lnTo>
                  <a:close/>
                </a:path>
                <a:path w="6071870" h="1653539">
                  <a:moveTo>
                    <a:pt x="6071616" y="1627632"/>
                  </a:moveTo>
                  <a:lnTo>
                    <a:pt x="6058916" y="1627632"/>
                  </a:lnTo>
                  <a:lnTo>
                    <a:pt x="6046216" y="1640332"/>
                  </a:lnTo>
                  <a:lnTo>
                    <a:pt x="6071616" y="1640332"/>
                  </a:lnTo>
                  <a:lnTo>
                    <a:pt x="6071616" y="1627632"/>
                  </a:lnTo>
                  <a:close/>
                </a:path>
                <a:path w="6071870" h="1653539">
                  <a:moveTo>
                    <a:pt x="38100" y="0"/>
                  </a:moveTo>
                  <a:lnTo>
                    <a:pt x="0" y="76200"/>
                  </a:lnTo>
                  <a:lnTo>
                    <a:pt x="25400" y="76200"/>
                  </a:lnTo>
                  <a:lnTo>
                    <a:pt x="25400" y="63500"/>
                  </a:lnTo>
                  <a:lnTo>
                    <a:pt x="69850" y="63500"/>
                  </a:lnTo>
                  <a:lnTo>
                    <a:pt x="38100" y="0"/>
                  </a:lnTo>
                  <a:close/>
                </a:path>
                <a:path w="6071870" h="1653539">
                  <a:moveTo>
                    <a:pt x="69850" y="63500"/>
                  </a:moveTo>
                  <a:lnTo>
                    <a:pt x="50800" y="63500"/>
                  </a:lnTo>
                  <a:lnTo>
                    <a:pt x="50800" y="76200"/>
                  </a:lnTo>
                  <a:lnTo>
                    <a:pt x="76200" y="76200"/>
                  </a:lnTo>
                  <a:lnTo>
                    <a:pt x="69850" y="6350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50"/>
            <p:cNvSpPr/>
            <p:nvPr/>
          </p:nvSpPr>
          <p:spPr>
            <a:xfrm>
              <a:off x="4209034" y="4192370"/>
              <a:ext cx="318770" cy="417195"/>
            </a:xfrm>
            <a:custGeom>
              <a:avLst/>
              <a:gdLst/>
              <a:ahLst/>
              <a:cxnLst/>
              <a:rect l="l" t="t" r="r" b="b"/>
              <a:pathLst>
                <a:path w="318770" h="417195">
                  <a:moveTo>
                    <a:pt x="159006" y="190132"/>
                  </a:moveTo>
                  <a:lnTo>
                    <a:pt x="197" y="190132"/>
                  </a:lnTo>
                  <a:lnTo>
                    <a:pt x="197" y="405789"/>
                  </a:lnTo>
                  <a:lnTo>
                    <a:pt x="158987" y="417137"/>
                  </a:lnTo>
                  <a:lnTo>
                    <a:pt x="317777" y="405789"/>
                  </a:lnTo>
                  <a:lnTo>
                    <a:pt x="159337" y="405789"/>
                  </a:lnTo>
                  <a:lnTo>
                    <a:pt x="11558" y="395221"/>
                  </a:lnTo>
                  <a:lnTo>
                    <a:pt x="11558" y="200677"/>
                  </a:lnTo>
                  <a:lnTo>
                    <a:pt x="159006" y="190132"/>
                  </a:lnTo>
                  <a:close/>
                </a:path>
                <a:path w="318770" h="417195">
                  <a:moveTo>
                    <a:pt x="317777" y="190132"/>
                  </a:moveTo>
                  <a:lnTo>
                    <a:pt x="159006" y="190132"/>
                  </a:lnTo>
                  <a:lnTo>
                    <a:pt x="306454" y="200677"/>
                  </a:lnTo>
                  <a:lnTo>
                    <a:pt x="306454" y="395221"/>
                  </a:lnTo>
                  <a:lnTo>
                    <a:pt x="158676" y="405789"/>
                  </a:lnTo>
                  <a:lnTo>
                    <a:pt x="317777" y="405789"/>
                  </a:lnTo>
                  <a:lnTo>
                    <a:pt x="317777" y="190132"/>
                  </a:lnTo>
                  <a:close/>
                </a:path>
                <a:path w="318770" h="417195">
                  <a:moveTo>
                    <a:pt x="159001" y="0"/>
                  </a:moveTo>
                  <a:lnTo>
                    <a:pt x="112588" y="9372"/>
                  </a:lnTo>
                  <a:lnTo>
                    <a:pt x="74686" y="34933"/>
                  </a:lnTo>
                  <a:lnTo>
                    <a:pt x="49133" y="72849"/>
                  </a:lnTo>
                  <a:lnTo>
                    <a:pt x="39791" y="119143"/>
                  </a:lnTo>
                  <a:lnTo>
                    <a:pt x="39697" y="187285"/>
                  </a:lnTo>
                  <a:lnTo>
                    <a:pt x="0" y="190132"/>
                  </a:lnTo>
                  <a:lnTo>
                    <a:pt x="318175" y="190132"/>
                  </a:lnTo>
                  <a:lnTo>
                    <a:pt x="278240" y="187286"/>
                  </a:lnTo>
                  <a:lnTo>
                    <a:pt x="278240" y="186524"/>
                  </a:lnTo>
                  <a:lnTo>
                    <a:pt x="51114" y="186524"/>
                  </a:lnTo>
                  <a:lnTo>
                    <a:pt x="51133" y="119143"/>
                  </a:lnTo>
                  <a:lnTo>
                    <a:pt x="59583" y="77264"/>
                  </a:lnTo>
                  <a:lnTo>
                    <a:pt x="82705" y="42949"/>
                  </a:lnTo>
                  <a:lnTo>
                    <a:pt x="117001" y="19813"/>
                  </a:lnTo>
                  <a:lnTo>
                    <a:pt x="159001" y="11329"/>
                  </a:lnTo>
                  <a:lnTo>
                    <a:pt x="208317" y="11329"/>
                  </a:lnTo>
                  <a:lnTo>
                    <a:pt x="205415" y="9372"/>
                  </a:lnTo>
                  <a:lnTo>
                    <a:pt x="159001" y="0"/>
                  </a:lnTo>
                  <a:close/>
                </a:path>
                <a:path w="318770" h="417195">
                  <a:moveTo>
                    <a:pt x="159006" y="28356"/>
                  </a:moveTo>
                  <a:lnTo>
                    <a:pt x="123687" y="35491"/>
                  </a:lnTo>
                  <a:lnTo>
                    <a:pt x="94845" y="54947"/>
                  </a:lnTo>
                  <a:lnTo>
                    <a:pt x="75399" y="83805"/>
                  </a:lnTo>
                  <a:lnTo>
                    <a:pt x="68269" y="119143"/>
                  </a:lnTo>
                  <a:lnTo>
                    <a:pt x="68269" y="185380"/>
                  </a:lnTo>
                  <a:lnTo>
                    <a:pt x="50971" y="186524"/>
                  </a:lnTo>
                  <a:lnTo>
                    <a:pt x="266898" y="186524"/>
                  </a:lnTo>
                  <a:lnTo>
                    <a:pt x="249743" y="185380"/>
                  </a:lnTo>
                  <a:lnTo>
                    <a:pt x="249743" y="184586"/>
                  </a:lnTo>
                  <a:lnTo>
                    <a:pt x="79611" y="184586"/>
                  </a:lnTo>
                  <a:lnTo>
                    <a:pt x="79611" y="119143"/>
                  </a:lnTo>
                  <a:lnTo>
                    <a:pt x="85851" y="88223"/>
                  </a:lnTo>
                  <a:lnTo>
                    <a:pt x="102866" y="62972"/>
                  </a:lnTo>
                  <a:lnTo>
                    <a:pt x="128103" y="45948"/>
                  </a:lnTo>
                  <a:lnTo>
                    <a:pt x="159006" y="39705"/>
                  </a:lnTo>
                  <a:lnTo>
                    <a:pt x="200572" y="39705"/>
                  </a:lnTo>
                  <a:lnTo>
                    <a:pt x="194325" y="35491"/>
                  </a:lnTo>
                  <a:lnTo>
                    <a:pt x="159006" y="28356"/>
                  </a:lnTo>
                  <a:close/>
                </a:path>
                <a:path w="318770" h="417195">
                  <a:moveTo>
                    <a:pt x="208317" y="11329"/>
                  </a:moveTo>
                  <a:lnTo>
                    <a:pt x="159001" y="11329"/>
                  </a:lnTo>
                  <a:lnTo>
                    <a:pt x="200999" y="19813"/>
                  </a:lnTo>
                  <a:lnTo>
                    <a:pt x="235295" y="42949"/>
                  </a:lnTo>
                  <a:lnTo>
                    <a:pt x="258419" y="77264"/>
                  </a:lnTo>
                  <a:lnTo>
                    <a:pt x="266870" y="119143"/>
                  </a:lnTo>
                  <a:lnTo>
                    <a:pt x="266898" y="186524"/>
                  </a:lnTo>
                  <a:lnTo>
                    <a:pt x="278240" y="186524"/>
                  </a:lnTo>
                  <a:lnTo>
                    <a:pt x="278212" y="119143"/>
                  </a:lnTo>
                  <a:lnTo>
                    <a:pt x="268870" y="72849"/>
                  </a:lnTo>
                  <a:lnTo>
                    <a:pt x="243316" y="34933"/>
                  </a:lnTo>
                  <a:lnTo>
                    <a:pt x="208317" y="11329"/>
                  </a:lnTo>
                  <a:close/>
                </a:path>
                <a:path w="318770" h="417195">
                  <a:moveTo>
                    <a:pt x="159006" y="178755"/>
                  </a:moveTo>
                  <a:lnTo>
                    <a:pt x="79611" y="184586"/>
                  </a:lnTo>
                  <a:lnTo>
                    <a:pt x="238401" y="184586"/>
                  </a:lnTo>
                  <a:lnTo>
                    <a:pt x="159006" y="178755"/>
                  </a:lnTo>
                  <a:close/>
                </a:path>
                <a:path w="318770" h="417195">
                  <a:moveTo>
                    <a:pt x="200572" y="39705"/>
                  </a:moveTo>
                  <a:lnTo>
                    <a:pt x="159006" y="39705"/>
                  </a:lnTo>
                  <a:lnTo>
                    <a:pt x="189909" y="45948"/>
                  </a:lnTo>
                  <a:lnTo>
                    <a:pt x="215146" y="62972"/>
                  </a:lnTo>
                  <a:lnTo>
                    <a:pt x="232161" y="88223"/>
                  </a:lnTo>
                  <a:lnTo>
                    <a:pt x="238401" y="119143"/>
                  </a:lnTo>
                  <a:lnTo>
                    <a:pt x="238401" y="184586"/>
                  </a:lnTo>
                  <a:lnTo>
                    <a:pt x="249743" y="184586"/>
                  </a:lnTo>
                  <a:lnTo>
                    <a:pt x="249743" y="119143"/>
                  </a:lnTo>
                  <a:lnTo>
                    <a:pt x="242613" y="83805"/>
                  </a:lnTo>
                  <a:lnTo>
                    <a:pt x="223167" y="54947"/>
                  </a:lnTo>
                  <a:lnTo>
                    <a:pt x="200572" y="39705"/>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1" name="object 51"/>
            <p:cNvPicPr/>
            <p:nvPr/>
          </p:nvPicPr>
          <p:blipFill>
            <a:blip r:embed="rId15" cstate="print"/>
            <a:stretch>
              <a:fillRect/>
            </a:stretch>
          </p:blipFill>
          <p:spPr>
            <a:xfrm>
              <a:off x="4328339" y="4444914"/>
              <a:ext cx="79399" cy="107837"/>
            </a:xfrm>
            <a:prstGeom prst="rect">
              <a:avLst/>
            </a:prstGeom>
          </p:spPr>
        </p:pic>
      </p:grpSp>
      <p:sp>
        <p:nvSpPr>
          <p:cNvPr id="52" name="object 52"/>
          <p:cNvSpPr txBox="1"/>
          <p:nvPr/>
        </p:nvSpPr>
        <p:spPr>
          <a:xfrm>
            <a:off x="3336163" y="3964051"/>
            <a:ext cx="100076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17375E"/>
                </a:solidFill>
                <a:effectLst/>
                <a:uLnTx/>
                <a:uFillTx/>
                <a:latin typeface="Arial MT"/>
                <a:cs typeface="Arial MT"/>
              </a:rPr>
              <a:t>access</a:t>
            </a:r>
            <a:r>
              <a:rPr kumimoji="0" sz="1200" b="0" i="0" u="none" strike="noStrike" kern="0" cap="none" spc="-20" normalizeH="0" baseline="0" noProof="0" dirty="0">
                <a:ln>
                  <a:noFill/>
                </a:ln>
                <a:solidFill>
                  <a:srgbClr val="17375E"/>
                </a:solidFill>
                <a:effectLst/>
                <a:uLnTx/>
                <a:uFillTx/>
                <a:latin typeface="Arial MT"/>
                <a:cs typeface="Arial MT"/>
              </a:rPr>
              <a:t> </a:t>
            </a:r>
            <a:r>
              <a:rPr kumimoji="0" sz="1200" b="0" i="0" u="none" strike="noStrike" kern="0" cap="none" spc="-10" normalizeH="0" baseline="0" noProof="0" dirty="0">
                <a:ln>
                  <a:noFill/>
                </a:ln>
                <a:solidFill>
                  <a:srgbClr val="17375E"/>
                </a:solidFill>
                <a:effectLst/>
                <a:uLnTx/>
                <a:uFillTx/>
                <a:latin typeface="Arial MT"/>
                <a:cs typeface="Arial MT"/>
              </a:rPr>
              <a:t>control</a:t>
            </a:r>
            <a:endParaRPr kumimoji="0" sz="1200" b="0" i="0" u="none" strike="noStrike" kern="0" cap="none" spc="0" normalizeH="0" baseline="0" noProof="0">
              <a:ln>
                <a:noFill/>
              </a:ln>
              <a:solidFill>
                <a:sysClr val="windowText" lastClr="000000"/>
              </a:solidFill>
              <a:effectLst/>
              <a:uLnTx/>
              <a:uFillTx/>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387472"/>
            <a:ext cx="2089926" cy="2470526"/>
          </a:xfrm>
          <a:prstGeom prst="rect">
            <a:avLst/>
          </a:prstGeom>
        </p:spPr>
      </p:pic>
      <p:sp>
        <p:nvSpPr>
          <p:cNvPr id="3" name="object 3"/>
          <p:cNvSpPr/>
          <p:nvPr/>
        </p:nvSpPr>
        <p:spPr>
          <a:xfrm>
            <a:off x="3175" y="-62"/>
            <a:ext cx="12188825" cy="90170"/>
          </a:xfrm>
          <a:custGeom>
            <a:avLst/>
            <a:gdLst/>
            <a:ahLst/>
            <a:cxnLst/>
            <a:rect l="l" t="t" r="r" b="b"/>
            <a:pathLst>
              <a:path w="12188825" h="90170">
                <a:moveTo>
                  <a:pt x="0" y="62"/>
                </a:moveTo>
                <a:lnTo>
                  <a:pt x="0" y="90105"/>
                </a:lnTo>
                <a:lnTo>
                  <a:pt x="12188825" y="90105"/>
                </a:lnTo>
                <a:lnTo>
                  <a:pt x="12188825" y="0"/>
                </a:lnTo>
                <a:lnTo>
                  <a:pt x="0" y="62"/>
                </a:lnTo>
                <a:close/>
              </a:path>
            </a:pathLst>
          </a:custGeom>
          <a:solidFill>
            <a:srgbClr val="4471C4"/>
          </a:solidFill>
        </p:spPr>
        <p:txBody>
          <a:bodyPr wrap="square" lIns="0" tIns="0" rIns="0" bIns="0" rtlCol="0"/>
          <a:lstStyle/>
          <a:p>
            <a:endParaRPr/>
          </a:p>
        </p:txBody>
      </p:sp>
      <p:sp>
        <p:nvSpPr>
          <p:cNvPr id="4" name="object 4"/>
          <p:cNvSpPr txBox="1"/>
          <p:nvPr/>
        </p:nvSpPr>
        <p:spPr>
          <a:xfrm>
            <a:off x="11562333" y="6517640"/>
            <a:ext cx="141605" cy="162560"/>
          </a:xfrm>
          <a:prstGeom prst="rect">
            <a:avLst/>
          </a:prstGeom>
        </p:spPr>
        <p:txBody>
          <a:bodyPr vert="horz" wrap="square" lIns="0" tIns="12700" rIns="0" bIns="0" rtlCol="0">
            <a:spAutoFit/>
          </a:bodyPr>
          <a:lstStyle/>
          <a:p>
            <a:pPr marL="12700">
              <a:lnSpc>
                <a:spcPct val="100000"/>
              </a:lnSpc>
              <a:spcBef>
                <a:spcPts val="100"/>
              </a:spcBef>
            </a:pPr>
            <a:r>
              <a:rPr sz="900" spc="-25" dirty="0">
                <a:latin typeface="Calibri"/>
                <a:cs typeface="Calibri"/>
              </a:rPr>
              <a:t>15</a:t>
            </a:r>
            <a:endParaRPr sz="900">
              <a:latin typeface="Calibri"/>
              <a:cs typeface="Calibri"/>
            </a:endParaRPr>
          </a:p>
        </p:txBody>
      </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3765550">
              <a:lnSpc>
                <a:spcPct val="100000"/>
              </a:lnSpc>
              <a:spcBef>
                <a:spcPts val="100"/>
              </a:spcBef>
            </a:pPr>
            <a:r>
              <a:rPr sz="3600" dirty="0">
                <a:solidFill>
                  <a:srgbClr val="005A9C"/>
                </a:solidFill>
                <a:latin typeface="Arial"/>
                <a:cs typeface="Arial"/>
              </a:rPr>
              <a:t>Datasets</a:t>
            </a:r>
            <a:r>
              <a:rPr sz="3600" spc="-45" dirty="0">
                <a:solidFill>
                  <a:srgbClr val="005A9C"/>
                </a:solidFill>
                <a:latin typeface="Arial"/>
                <a:cs typeface="Arial"/>
              </a:rPr>
              <a:t> </a:t>
            </a:r>
            <a:r>
              <a:rPr sz="3600" dirty="0">
                <a:solidFill>
                  <a:srgbClr val="005A9C"/>
                </a:solidFill>
                <a:latin typeface="Arial"/>
                <a:cs typeface="Arial"/>
              </a:rPr>
              <a:t>in</a:t>
            </a:r>
            <a:r>
              <a:rPr sz="3600" spc="-15" dirty="0">
                <a:solidFill>
                  <a:srgbClr val="005A9C"/>
                </a:solidFill>
                <a:latin typeface="Arial"/>
                <a:cs typeface="Arial"/>
              </a:rPr>
              <a:t> </a:t>
            </a:r>
            <a:r>
              <a:rPr sz="3600" spc="-20" dirty="0">
                <a:solidFill>
                  <a:srgbClr val="005A9C"/>
                </a:solidFill>
                <a:latin typeface="Arial"/>
                <a:cs typeface="Arial"/>
              </a:rPr>
              <a:t>WIS2</a:t>
            </a:r>
            <a:endParaRPr sz="3600">
              <a:latin typeface="Arial"/>
              <a:cs typeface="Arial"/>
            </a:endParaRPr>
          </a:p>
        </p:txBody>
      </p:sp>
      <p:sp>
        <p:nvSpPr>
          <p:cNvPr id="6" name="object 6"/>
          <p:cNvSpPr txBox="1"/>
          <p:nvPr/>
        </p:nvSpPr>
        <p:spPr>
          <a:xfrm>
            <a:off x="330200" y="1087628"/>
            <a:ext cx="11403965" cy="1919605"/>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Trebuchet MS"/>
                <a:cs typeface="Trebuchet MS"/>
              </a:rPr>
              <a:t>The</a:t>
            </a:r>
            <a:r>
              <a:rPr sz="2400" b="1" spc="-204" dirty="0">
                <a:latin typeface="Trebuchet MS"/>
                <a:cs typeface="Trebuchet MS"/>
              </a:rPr>
              <a:t> </a:t>
            </a:r>
            <a:r>
              <a:rPr sz="2400" b="1" dirty="0">
                <a:latin typeface="Trebuchet MS"/>
                <a:cs typeface="Trebuchet MS"/>
              </a:rPr>
              <a:t>Dataset</a:t>
            </a:r>
            <a:r>
              <a:rPr sz="2400" b="1" spc="-190" dirty="0">
                <a:latin typeface="Trebuchet MS"/>
                <a:cs typeface="Trebuchet MS"/>
              </a:rPr>
              <a:t> </a:t>
            </a:r>
            <a:r>
              <a:rPr sz="2400" b="1" dirty="0">
                <a:latin typeface="Trebuchet MS"/>
                <a:cs typeface="Trebuchet MS"/>
              </a:rPr>
              <a:t>concept</a:t>
            </a:r>
            <a:r>
              <a:rPr sz="2400" b="1" spc="-210" dirty="0">
                <a:latin typeface="Trebuchet MS"/>
                <a:cs typeface="Trebuchet MS"/>
              </a:rPr>
              <a:t> </a:t>
            </a:r>
            <a:r>
              <a:rPr sz="2400" b="1" spc="60" dirty="0">
                <a:latin typeface="Trebuchet MS"/>
                <a:cs typeface="Trebuchet MS"/>
              </a:rPr>
              <a:t>is</a:t>
            </a:r>
            <a:r>
              <a:rPr sz="2400" b="1" spc="-220" dirty="0">
                <a:latin typeface="Trebuchet MS"/>
                <a:cs typeface="Trebuchet MS"/>
              </a:rPr>
              <a:t> </a:t>
            </a:r>
            <a:r>
              <a:rPr sz="2400" b="1" spc="-50" dirty="0">
                <a:latin typeface="Trebuchet MS"/>
                <a:cs typeface="Trebuchet MS"/>
              </a:rPr>
              <a:t>central</a:t>
            </a:r>
            <a:r>
              <a:rPr sz="2400" b="1" spc="-204" dirty="0">
                <a:latin typeface="Trebuchet MS"/>
                <a:cs typeface="Trebuchet MS"/>
              </a:rPr>
              <a:t> </a:t>
            </a:r>
            <a:r>
              <a:rPr sz="2400" b="1" spc="-95" dirty="0">
                <a:latin typeface="Trebuchet MS"/>
                <a:cs typeface="Trebuchet MS"/>
              </a:rPr>
              <a:t>for</a:t>
            </a:r>
            <a:r>
              <a:rPr sz="2400" b="1" spc="-204" dirty="0">
                <a:latin typeface="Trebuchet MS"/>
                <a:cs typeface="Trebuchet MS"/>
              </a:rPr>
              <a:t> </a:t>
            </a:r>
            <a:r>
              <a:rPr sz="2400" b="1" spc="114" dirty="0">
                <a:latin typeface="Trebuchet MS"/>
                <a:cs typeface="Trebuchet MS"/>
              </a:rPr>
              <a:t>WIS</a:t>
            </a:r>
            <a:r>
              <a:rPr sz="2400" b="1" spc="-200" dirty="0">
                <a:latin typeface="Trebuchet MS"/>
                <a:cs typeface="Trebuchet MS"/>
              </a:rPr>
              <a:t> </a:t>
            </a:r>
            <a:r>
              <a:rPr sz="2400" b="1" spc="-20" dirty="0">
                <a:latin typeface="Trebuchet MS"/>
                <a:cs typeface="Trebuchet MS"/>
              </a:rPr>
              <a:t>2.0:</a:t>
            </a:r>
            <a:endParaRPr sz="2400">
              <a:latin typeface="Trebuchet MS"/>
              <a:cs typeface="Trebuchet MS"/>
            </a:endParaRPr>
          </a:p>
          <a:p>
            <a:pPr marL="354965" indent="-342265">
              <a:lnSpc>
                <a:spcPct val="100000"/>
              </a:lnSpc>
              <a:spcBef>
                <a:spcPts val="25"/>
              </a:spcBef>
              <a:buFont typeface="Arial MT"/>
              <a:buChar char="•"/>
              <a:tabLst>
                <a:tab pos="354965" algn="l"/>
              </a:tabLst>
            </a:pPr>
            <a:r>
              <a:rPr sz="2000" b="1" dirty="0">
                <a:latin typeface="Trebuchet MS"/>
                <a:cs typeface="Trebuchet MS"/>
              </a:rPr>
              <a:t>Dataset</a:t>
            </a:r>
            <a:r>
              <a:rPr sz="2000" b="1" spc="-150" dirty="0">
                <a:latin typeface="Trebuchet MS"/>
                <a:cs typeface="Trebuchet MS"/>
              </a:rPr>
              <a:t> </a:t>
            </a:r>
            <a:r>
              <a:rPr sz="2000" b="1" dirty="0">
                <a:latin typeface="Trebuchet MS"/>
                <a:cs typeface="Trebuchet MS"/>
              </a:rPr>
              <a:t>groups</a:t>
            </a:r>
            <a:r>
              <a:rPr sz="2000" b="1" spc="-130" dirty="0">
                <a:latin typeface="Trebuchet MS"/>
                <a:cs typeface="Trebuchet MS"/>
              </a:rPr>
              <a:t> </a:t>
            </a:r>
            <a:r>
              <a:rPr sz="2000" b="1" spc="-10" dirty="0">
                <a:latin typeface="Trebuchet MS"/>
                <a:cs typeface="Trebuchet MS"/>
              </a:rPr>
              <a:t>data</a:t>
            </a:r>
            <a:r>
              <a:rPr sz="2000" b="1" spc="-150" dirty="0">
                <a:latin typeface="Trebuchet MS"/>
                <a:cs typeface="Trebuchet MS"/>
              </a:rPr>
              <a:t> </a:t>
            </a:r>
            <a:r>
              <a:rPr sz="2000" b="1" dirty="0">
                <a:latin typeface="Trebuchet MS"/>
                <a:cs typeface="Trebuchet MS"/>
              </a:rPr>
              <a:t>items</a:t>
            </a:r>
            <a:r>
              <a:rPr sz="2000" b="1" spc="-140" dirty="0">
                <a:latin typeface="Trebuchet MS"/>
                <a:cs typeface="Trebuchet MS"/>
              </a:rPr>
              <a:t> </a:t>
            </a:r>
            <a:r>
              <a:rPr sz="2000" b="1" spc="-50" dirty="0">
                <a:latin typeface="Trebuchet MS"/>
                <a:cs typeface="Trebuchet MS"/>
              </a:rPr>
              <a:t>into</a:t>
            </a:r>
            <a:r>
              <a:rPr sz="2000" b="1" spc="-130" dirty="0">
                <a:latin typeface="Trebuchet MS"/>
                <a:cs typeface="Trebuchet MS"/>
              </a:rPr>
              <a:t> </a:t>
            </a:r>
            <a:r>
              <a:rPr sz="2000" b="1" dirty="0">
                <a:latin typeface="Trebuchet MS"/>
                <a:cs typeface="Trebuchet MS"/>
              </a:rPr>
              <a:t>a</a:t>
            </a:r>
            <a:r>
              <a:rPr sz="2000" b="1" spc="-150" dirty="0">
                <a:latin typeface="Trebuchet MS"/>
                <a:cs typeface="Trebuchet MS"/>
              </a:rPr>
              <a:t> </a:t>
            </a:r>
            <a:r>
              <a:rPr sz="2000" b="1" spc="-30" dirty="0">
                <a:latin typeface="Trebuchet MS"/>
                <a:cs typeface="Trebuchet MS"/>
              </a:rPr>
              <a:t>single,</a:t>
            </a:r>
            <a:r>
              <a:rPr sz="2000" b="1" spc="-145" dirty="0">
                <a:latin typeface="Trebuchet MS"/>
                <a:cs typeface="Trebuchet MS"/>
              </a:rPr>
              <a:t> </a:t>
            </a:r>
            <a:r>
              <a:rPr sz="2000" b="1" spc="-10" dirty="0">
                <a:latin typeface="Trebuchet MS"/>
                <a:cs typeface="Trebuchet MS"/>
              </a:rPr>
              <a:t>conceptual</a:t>
            </a:r>
            <a:r>
              <a:rPr sz="2000" b="1" spc="-170" dirty="0">
                <a:latin typeface="Trebuchet MS"/>
                <a:cs typeface="Trebuchet MS"/>
              </a:rPr>
              <a:t> </a:t>
            </a:r>
            <a:r>
              <a:rPr sz="2000" b="1" spc="-10" dirty="0">
                <a:latin typeface="Trebuchet MS"/>
                <a:cs typeface="Trebuchet MS"/>
              </a:rPr>
              <a:t>resource</a:t>
            </a:r>
            <a:endParaRPr sz="2000">
              <a:latin typeface="Trebuchet MS"/>
              <a:cs typeface="Trebuchet MS"/>
            </a:endParaRPr>
          </a:p>
          <a:p>
            <a:pPr marL="354965" indent="-342265">
              <a:lnSpc>
                <a:spcPct val="100000"/>
              </a:lnSpc>
              <a:buFont typeface="Arial MT"/>
              <a:buChar char="•"/>
              <a:tabLst>
                <a:tab pos="354965" algn="l"/>
              </a:tabLst>
            </a:pPr>
            <a:r>
              <a:rPr sz="2000" b="1" dirty="0">
                <a:latin typeface="Trebuchet MS"/>
                <a:cs typeface="Trebuchet MS"/>
              </a:rPr>
              <a:t>Dataset</a:t>
            </a:r>
            <a:r>
              <a:rPr sz="2000" b="1" spc="-150" dirty="0">
                <a:latin typeface="Trebuchet MS"/>
                <a:cs typeface="Trebuchet MS"/>
              </a:rPr>
              <a:t> </a:t>
            </a:r>
            <a:r>
              <a:rPr sz="2000" b="1" spc="-35" dirty="0">
                <a:latin typeface="Trebuchet MS"/>
                <a:cs typeface="Trebuchet MS"/>
              </a:rPr>
              <a:t>properties</a:t>
            </a:r>
            <a:r>
              <a:rPr sz="2000" b="1" spc="-145" dirty="0">
                <a:latin typeface="Trebuchet MS"/>
                <a:cs typeface="Trebuchet MS"/>
              </a:rPr>
              <a:t> </a:t>
            </a:r>
            <a:r>
              <a:rPr sz="2000" spc="-50" dirty="0">
                <a:latin typeface="Trebuchet MS"/>
                <a:cs typeface="Trebuchet MS"/>
              </a:rPr>
              <a:t>provided</a:t>
            </a:r>
            <a:r>
              <a:rPr sz="2000" spc="-175" dirty="0">
                <a:latin typeface="Trebuchet MS"/>
                <a:cs typeface="Trebuchet MS"/>
              </a:rPr>
              <a:t> </a:t>
            </a:r>
            <a:r>
              <a:rPr sz="2000" spc="-60" dirty="0">
                <a:latin typeface="Trebuchet MS"/>
                <a:cs typeface="Trebuchet MS"/>
              </a:rPr>
              <a:t>by</a:t>
            </a:r>
            <a:r>
              <a:rPr sz="2000" spc="-130" dirty="0">
                <a:latin typeface="Trebuchet MS"/>
                <a:cs typeface="Trebuchet MS"/>
              </a:rPr>
              <a:t> </a:t>
            </a:r>
            <a:r>
              <a:rPr sz="2000" b="1" i="1" spc="-25" dirty="0">
                <a:solidFill>
                  <a:srgbClr val="0033CC"/>
                </a:solidFill>
                <a:latin typeface="Trebuchet MS"/>
                <a:cs typeface="Trebuchet MS"/>
              </a:rPr>
              <a:t>Discovery</a:t>
            </a:r>
            <a:r>
              <a:rPr sz="2000" b="1" i="1" spc="-130" dirty="0">
                <a:solidFill>
                  <a:srgbClr val="0033CC"/>
                </a:solidFill>
                <a:latin typeface="Trebuchet MS"/>
                <a:cs typeface="Trebuchet MS"/>
              </a:rPr>
              <a:t> </a:t>
            </a:r>
            <a:r>
              <a:rPr sz="2000" b="1" i="1" spc="-80" dirty="0">
                <a:solidFill>
                  <a:srgbClr val="0033CC"/>
                </a:solidFill>
                <a:latin typeface="Trebuchet MS"/>
                <a:cs typeface="Trebuchet MS"/>
              </a:rPr>
              <a:t>Metadata</a:t>
            </a:r>
            <a:r>
              <a:rPr sz="2000" b="1" i="1" spc="-170" dirty="0">
                <a:solidFill>
                  <a:srgbClr val="0033CC"/>
                </a:solidFill>
                <a:latin typeface="Trebuchet MS"/>
                <a:cs typeface="Trebuchet MS"/>
              </a:rPr>
              <a:t> </a:t>
            </a:r>
            <a:r>
              <a:rPr sz="2000" dirty="0">
                <a:latin typeface="Trebuchet MS"/>
                <a:cs typeface="Trebuchet MS"/>
              </a:rPr>
              <a:t>using</a:t>
            </a:r>
            <a:r>
              <a:rPr sz="2000" spc="-145" dirty="0">
                <a:latin typeface="Trebuchet MS"/>
                <a:cs typeface="Trebuchet MS"/>
              </a:rPr>
              <a:t> </a:t>
            </a:r>
            <a:r>
              <a:rPr sz="2000" b="1" spc="105" dirty="0">
                <a:solidFill>
                  <a:srgbClr val="0033CC"/>
                </a:solidFill>
                <a:latin typeface="Trebuchet MS"/>
                <a:cs typeface="Trebuchet MS"/>
              </a:rPr>
              <a:t>WMO</a:t>
            </a:r>
            <a:r>
              <a:rPr sz="2000" b="1" spc="-155" dirty="0">
                <a:solidFill>
                  <a:srgbClr val="0033CC"/>
                </a:solidFill>
                <a:latin typeface="Trebuchet MS"/>
                <a:cs typeface="Trebuchet MS"/>
              </a:rPr>
              <a:t> </a:t>
            </a:r>
            <a:r>
              <a:rPr sz="2000" b="1" spc="-10" dirty="0">
                <a:solidFill>
                  <a:srgbClr val="0033CC"/>
                </a:solidFill>
                <a:latin typeface="Trebuchet MS"/>
                <a:cs typeface="Trebuchet MS"/>
              </a:rPr>
              <a:t>Core</a:t>
            </a:r>
            <a:r>
              <a:rPr sz="2000" b="1" spc="-160" dirty="0">
                <a:solidFill>
                  <a:srgbClr val="0033CC"/>
                </a:solidFill>
                <a:latin typeface="Trebuchet MS"/>
                <a:cs typeface="Trebuchet MS"/>
              </a:rPr>
              <a:t> </a:t>
            </a:r>
            <a:r>
              <a:rPr sz="2000" b="1" dirty="0">
                <a:solidFill>
                  <a:srgbClr val="0033CC"/>
                </a:solidFill>
                <a:latin typeface="Trebuchet MS"/>
                <a:cs typeface="Trebuchet MS"/>
              </a:rPr>
              <a:t>Metadata</a:t>
            </a:r>
            <a:r>
              <a:rPr sz="2000" b="1" spc="-160" dirty="0">
                <a:solidFill>
                  <a:srgbClr val="0033CC"/>
                </a:solidFill>
                <a:latin typeface="Trebuchet MS"/>
                <a:cs typeface="Trebuchet MS"/>
              </a:rPr>
              <a:t> </a:t>
            </a:r>
            <a:r>
              <a:rPr sz="2000" b="1" spc="-50" dirty="0">
                <a:solidFill>
                  <a:srgbClr val="0033CC"/>
                </a:solidFill>
                <a:latin typeface="Trebuchet MS"/>
                <a:cs typeface="Trebuchet MS"/>
              </a:rPr>
              <a:t>Profile</a:t>
            </a:r>
            <a:r>
              <a:rPr sz="2000" b="1" spc="-145" dirty="0">
                <a:solidFill>
                  <a:srgbClr val="0033CC"/>
                </a:solidFill>
                <a:latin typeface="Trebuchet MS"/>
                <a:cs typeface="Trebuchet MS"/>
              </a:rPr>
              <a:t> </a:t>
            </a:r>
            <a:r>
              <a:rPr sz="2000" b="1" spc="-114" dirty="0">
                <a:solidFill>
                  <a:srgbClr val="0033CC"/>
                </a:solidFill>
                <a:latin typeface="Trebuchet MS"/>
                <a:cs typeface="Trebuchet MS"/>
              </a:rPr>
              <a:t>2</a:t>
            </a:r>
            <a:r>
              <a:rPr sz="2000" b="1" spc="-150" dirty="0">
                <a:solidFill>
                  <a:srgbClr val="0033CC"/>
                </a:solidFill>
                <a:latin typeface="Trebuchet MS"/>
                <a:cs typeface="Trebuchet MS"/>
              </a:rPr>
              <a:t> </a:t>
            </a:r>
            <a:r>
              <a:rPr sz="2000" b="1" spc="-10" dirty="0">
                <a:solidFill>
                  <a:srgbClr val="0033CC"/>
                </a:solidFill>
                <a:latin typeface="Trebuchet MS"/>
                <a:cs typeface="Trebuchet MS"/>
              </a:rPr>
              <a:t>(WCMP2)</a:t>
            </a:r>
            <a:endParaRPr sz="2000">
              <a:latin typeface="Trebuchet MS"/>
              <a:cs typeface="Trebuchet MS"/>
            </a:endParaRPr>
          </a:p>
          <a:p>
            <a:pPr marL="354965" indent="-342265">
              <a:lnSpc>
                <a:spcPct val="100000"/>
              </a:lnSpc>
              <a:buFont typeface="Arial MT"/>
              <a:buChar char="•"/>
              <a:tabLst>
                <a:tab pos="354965" algn="l"/>
              </a:tabLst>
            </a:pPr>
            <a:r>
              <a:rPr sz="2000" dirty="0">
                <a:latin typeface="Trebuchet MS"/>
                <a:cs typeface="Trebuchet MS"/>
              </a:rPr>
              <a:t>Search</a:t>
            </a:r>
            <a:r>
              <a:rPr sz="2000" spc="-155" dirty="0">
                <a:latin typeface="Trebuchet MS"/>
                <a:cs typeface="Trebuchet MS"/>
              </a:rPr>
              <a:t> </a:t>
            </a:r>
            <a:r>
              <a:rPr sz="2000" spc="-90" dirty="0">
                <a:latin typeface="Trebuchet MS"/>
                <a:cs typeface="Trebuchet MS"/>
              </a:rPr>
              <a:t>for</a:t>
            </a:r>
            <a:r>
              <a:rPr sz="2000" spc="-130" dirty="0">
                <a:latin typeface="Trebuchet MS"/>
                <a:cs typeface="Trebuchet MS"/>
              </a:rPr>
              <a:t> </a:t>
            </a:r>
            <a:r>
              <a:rPr sz="2000" dirty="0">
                <a:latin typeface="Trebuchet MS"/>
                <a:cs typeface="Trebuchet MS"/>
              </a:rPr>
              <a:t>Datasets</a:t>
            </a:r>
            <a:r>
              <a:rPr sz="2000" spc="-120" dirty="0">
                <a:latin typeface="Trebuchet MS"/>
                <a:cs typeface="Trebuchet MS"/>
              </a:rPr>
              <a:t> </a:t>
            </a:r>
            <a:r>
              <a:rPr sz="2000" dirty="0">
                <a:latin typeface="Trebuchet MS"/>
                <a:cs typeface="Trebuchet MS"/>
              </a:rPr>
              <a:t>using</a:t>
            </a:r>
            <a:r>
              <a:rPr sz="2000" spc="-130" dirty="0">
                <a:latin typeface="Trebuchet MS"/>
                <a:cs typeface="Trebuchet MS"/>
              </a:rPr>
              <a:t> </a:t>
            </a:r>
            <a:r>
              <a:rPr sz="2000" spc="-65" dirty="0">
                <a:latin typeface="Trebuchet MS"/>
                <a:cs typeface="Trebuchet MS"/>
              </a:rPr>
              <a:t>the</a:t>
            </a:r>
            <a:r>
              <a:rPr sz="2000" spc="-135" dirty="0">
                <a:latin typeface="Trebuchet MS"/>
                <a:cs typeface="Trebuchet MS"/>
              </a:rPr>
              <a:t> </a:t>
            </a:r>
            <a:r>
              <a:rPr sz="2000" b="1" dirty="0">
                <a:solidFill>
                  <a:srgbClr val="538235"/>
                </a:solidFill>
                <a:latin typeface="Trebuchet MS"/>
                <a:cs typeface="Trebuchet MS"/>
              </a:rPr>
              <a:t>Global</a:t>
            </a:r>
            <a:r>
              <a:rPr sz="2000" b="1" spc="-125" dirty="0">
                <a:solidFill>
                  <a:srgbClr val="538235"/>
                </a:solidFill>
                <a:latin typeface="Trebuchet MS"/>
                <a:cs typeface="Trebuchet MS"/>
              </a:rPr>
              <a:t> </a:t>
            </a:r>
            <a:r>
              <a:rPr sz="2000" b="1" dirty="0">
                <a:solidFill>
                  <a:srgbClr val="538235"/>
                </a:solidFill>
                <a:latin typeface="Trebuchet MS"/>
                <a:cs typeface="Trebuchet MS"/>
              </a:rPr>
              <a:t>Discovery</a:t>
            </a:r>
            <a:r>
              <a:rPr sz="2000" b="1" spc="-120" dirty="0">
                <a:solidFill>
                  <a:srgbClr val="538235"/>
                </a:solidFill>
                <a:latin typeface="Trebuchet MS"/>
                <a:cs typeface="Trebuchet MS"/>
              </a:rPr>
              <a:t> </a:t>
            </a:r>
            <a:r>
              <a:rPr sz="2000" b="1" dirty="0">
                <a:solidFill>
                  <a:srgbClr val="538235"/>
                </a:solidFill>
                <a:latin typeface="Trebuchet MS"/>
                <a:cs typeface="Trebuchet MS"/>
              </a:rPr>
              <a:t>Catalogue</a:t>
            </a:r>
            <a:r>
              <a:rPr sz="2000" b="1" spc="-135" dirty="0">
                <a:solidFill>
                  <a:srgbClr val="538235"/>
                </a:solidFill>
                <a:latin typeface="Trebuchet MS"/>
                <a:cs typeface="Trebuchet MS"/>
              </a:rPr>
              <a:t> </a:t>
            </a:r>
            <a:r>
              <a:rPr sz="2000" b="1" spc="-10" dirty="0">
                <a:solidFill>
                  <a:srgbClr val="538235"/>
                </a:solidFill>
                <a:latin typeface="Trebuchet MS"/>
                <a:cs typeface="Trebuchet MS"/>
              </a:rPr>
              <a:t>(GDC</a:t>
            </a:r>
            <a:r>
              <a:rPr sz="2000" b="1" spc="-10" dirty="0">
                <a:latin typeface="Trebuchet MS"/>
                <a:cs typeface="Trebuchet MS"/>
              </a:rPr>
              <a:t>)</a:t>
            </a:r>
            <a:endParaRPr sz="2000">
              <a:latin typeface="Trebuchet MS"/>
              <a:cs typeface="Trebuchet MS"/>
            </a:endParaRPr>
          </a:p>
          <a:p>
            <a:pPr marL="354965" indent="-342265">
              <a:lnSpc>
                <a:spcPct val="100000"/>
              </a:lnSpc>
              <a:spcBef>
                <a:spcPts val="5"/>
              </a:spcBef>
              <a:buFont typeface="Arial MT"/>
              <a:buChar char="•"/>
              <a:tabLst>
                <a:tab pos="354965" algn="l"/>
              </a:tabLst>
            </a:pPr>
            <a:r>
              <a:rPr sz="2000" b="1" dirty="0">
                <a:latin typeface="Trebuchet MS"/>
                <a:cs typeface="Trebuchet MS"/>
              </a:rPr>
              <a:t>Subscribe</a:t>
            </a:r>
            <a:r>
              <a:rPr sz="2000" b="1" spc="-135" dirty="0">
                <a:latin typeface="Trebuchet MS"/>
                <a:cs typeface="Trebuchet MS"/>
              </a:rPr>
              <a:t> </a:t>
            </a:r>
            <a:r>
              <a:rPr sz="2000" spc="-75" dirty="0">
                <a:latin typeface="Trebuchet MS"/>
                <a:cs typeface="Trebuchet MS"/>
              </a:rPr>
              <a:t>to</a:t>
            </a:r>
            <a:r>
              <a:rPr sz="2000" spc="-125" dirty="0">
                <a:latin typeface="Trebuchet MS"/>
                <a:cs typeface="Trebuchet MS"/>
              </a:rPr>
              <a:t> </a:t>
            </a:r>
            <a:r>
              <a:rPr sz="2000" spc="-45" dirty="0">
                <a:latin typeface="Trebuchet MS"/>
                <a:cs typeface="Trebuchet MS"/>
              </a:rPr>
              <a:t>notifications</a:t>
            </a:r>
            <a:r>
              <a:rPr sz="2000" spc="-160" dirty="0">
                <a:latin typeface="Trebuchet MS"/>
                <a:cs typeface="Trebuchet MS"/>
              </a:rPr>
              <a:t> </a:t>
            </a:r>
            <a:r>
              <a:rPr sz="2000" spc="-25" dirty="0">
                <a:latin typeface="Trebuchet MS"/>
                <a:cs typeface="Trebuchet MS"/>
              </a:rPr>
              <a:t>about</a:t>
            </a:r>
            <a:r>
              <a:rPr sz="2000" spc="-140" dirty="0">
                <a:latin typeface="Trebuchet MS"/>
                <a:cs typeface="Trebuchet MS"/>
              </a:rPr>
              <a:t> </a:t>
            </a:r>
            <a:r>
              <a:rPr sz="2000" b="1" dirty="0">
                <a:latin typeface="Trebuchet MS"/>
                <a:cs typeface="Trebuchet MS"/>
              </a:rPr>
              <a:t>updates</a:t>
            </a:r>
            <a:r>
              <a:rPr sz="2000" b="1" spc="-125" dirty="0">
                <a:latin typeface="Trebuchet MS"/>
                <a:cs typeface="Trebuchet MS"/>
              </a:rPr>
              <a:t> </a:t>
            </a:r>
            <a:r>
              <a:rPr sz="2000" b="1" spc="-70" dirty="0">
                <a:latin typeface="Trebuchet MS"/>
                <a:cs typeface="Trebuchet MS"/>
              </a:rPr>
              <a:t>for</a:t>
            </a:r>
            <a:r>
              <a:rPr sz="2000" b="1" spc="-125" dirty="0">
                <a:latin typeface="Trebuchet MS"/>
                <a:cs typeface="Trebuchet MS"/>
              </a:rPr>
              <a:t> </a:t>
            </a:r>
            <a:r>
              <a:rPr sz="2000" b="1" dirty="0">
                <a:latin typeface="Trebuchet MS"/>
                <a:cs typeface="Trebuchet MS"/>
              </a:rPr>
              <a:t>a</a:t>
            </a:r>
            <a:r>
              <a:rPr sz="2000" b="1" spc="-135" dirty="0">
                <a:latin typeface="Trebuchet MS"/>
                <a:cs typeface="Trebuchet MS"/>
              </a:rPr>
              <a:t> </a:t>
            </a:r>
            <a:r>
              <a:rPr sz="2000" b="1" dirty="0">
                <a:latin typeface="Trebuchet MS"/>
                <a:cs typeface="Trebuchet MS"/>
              </a:rPr>
              <a:t>Dataset</a:t>
            </a:r>
            <a:r>
              <a:rPr sz="2000" b="1" spc="-135" dirty="0">
                <a:latin typeface="Trebuchet MS"/>
                <a:cs typeface="Trebuchet MS"/>
              </a:rPr>
              <a:t> </a:t>
            </a:r>
            <a:r>
              <a:rPr sz="2000" spc="-70" dirty="0">
                <a:latin typeface="Trebuchet MS"/>
                <a:cs typeface="Trebuchet MS"/>
              </a:rPr>
              <a:t>via</a:t>
            </a:r>
            <a:r>
              <a:rPr sz="2000" spc="-135" dirty="0">
                <a:latin typeface="Trebuchet MS"/>
                <a:cs typeface="Trebuchet MS"/>
              </a:rPr>
              <a:t> </a:t>
            </a:r>
            <a:r>
              <a:rPr sz="2000" dirty="0">
                <a:latin typeface="Trebuchet MS"/>
                <a:cs typeface="Trebuchet MS"/>
              </a:rPr>
              <a:t>a</a:t>
            </a:r>
            <a:r>
              <a:rPr sz="2000" spc="-130" dirty="0">
                <a:latin typeface="Trebuchet MS"/>
                <a:cs typeface="Trebuchet MS"/>
              </a:rPr>
              <a:t> </a:t>
            </a:r>
            <a:r>
              <a:rPr sz="2000" b="1" dirty="0">
                <a:latin typeface="Trebuchet MS"/>
                <a:cs typeface="Trebuchet MS"/>
              </a:rPr>
              <a:t>Global</a:t>
            </a:r>
            <a:r>
              <a:rPr sz="2000" b="1" spc="-150" dirty="0">
                <a:latin typeface="Trebuchet MS"/>
                <a:cs typeface="Trebuchet MS"/>
              </a:rPr>
              <a:t> </a:t>
            </a:r>
            <a:r>
              <a:rPr sz="2000" b="1" spc="-65" dirty="0">
                <a:latin typeface="Trebuchet MS"/>
                <a:cs typeface="Trebuchet MS"/>
              </a:rPr>
              <a:t>Broker</a:t>
            </a:r>
            <a:r>
              <a:rPr sz="2000" b="1" spc="-140" dirty="0">
                <a:latin typeface="Trebuchet MS"/>
                <a:cs typeface="Trebuchet MS"/>
              </a:rPr>
              <a:t> </a:t>
            </a:r>
            <a:r>
              <a:rPr sz="2000" b="1" spc="-20" dirty="0">
                <a:latin typeface="Trebuchet MS"/>
                <a:cs typeface="Trebuchet MS"/>
              </a:rPr>
              <a:t>(GB)</a:t>
            </a:r>
            <a:endParaRPr sz="2000">
              <a:latin typeface="Trebuchet MS"/>
              <a:cs typeface="Trebuchet MS"/>
            </a:endParaRPr>
          </a:p>
          <a:p>
            <a:pPr marL="354965" indent="-342265">
              <a:lnSpc>
                <a:spcPct val="100000"/>
              </a:lnSpc>
              <a:buFont typeface="Arial MT"/>
              <a:buChar char="•"/>
              <a:tabLst>
                <a:tab pos="354965" algn="l"/>
              </a:tabLst>
            </a:pPr>
            <a:r>
              <a:rPr sz="2000" b="1" spc="65" dirty="0">
                <a:latin typeface="Trebuchet MS"/>
                <a:cs typeface="Trebuchet MS"/>
              </a:rPr>
              <a:t>Access</a:t>
            </a:r>
            <a:r>
              <a:rPr sz="2000" b="1" spc="-170" dirty="0">
                <a:latin typeface="Trebuchet MS"/>
                <a:cs typeface="Trebuchet MS"/>
              </a:rPr>
              <a:t> </a:t>
            </a:r>
            <a:r>
              <a:rPr sz="2000" b="1" spc="-65" dirty="0">
                <a:latin typeface="Trebuchet MS"/>
                <a:cs typeface="Trebuchet MS"/>
              </a:rPr>
              <a:t>the</a:t>
            </a:r>
            <a:r>
              <a:rPr sz="2000" b="1" spc="-140" dirty="0">
                <a:latin typeface="Trebuchet MS"/>
                <a:cs typeface="Trebuchet MS"/>
              </a:rPr>
              <a:t> </a:t>
            </a:r>
            <a:r>
              <a:rPr sz="2000" b="1" spc="-10" dirty="0">
                <a:latin typeface="Trebuchet MS"/>
                <a:cs typeface="Trebuchet MS"/>
              </a:rPr>
              <a:t>data</a:t>
            </a:r>
            <a:r>
              <a:rPr sz="2000" b="1" spc="-160" dirty="0">
                <a:latin typeface="Trebuchet MS"/>
                <a:cs typeface="Trebuchet MS"/>
              </a:rPr>
              <a:t> </a:t>
            </a:r>
            <a:r>
              <a:rPr sz="2000" spc="-75" dirty="0">
                <a:latin typeface="Trebuchet MS"/>
                <a:cs typeface="Trebuchet MS"/>
              </a:rPr>
              <a:t>that</a:t>
            </a:r>
            <a:r>
              <a:rPr sz="2000" spc="-175" dirty="0">
                <a:latin typeface="Trebuchet MS"/>
                <a:cs typeface="Trebuchet MS"/>
              </a:rPr>
              <a:t> </a:t>
            </a:r>
            <a:r>
              <a:rPr sz="2000" dirty="0">
                <a:latin typeface="Trebuchet MS"/>
                <a:cs typeface="Trebuchet MS"/>
              </a:rPr>
              <a:t>comprises</a:t>
            </a:r>
            <a:r>
              <a:rPr sz="2000" spc="-170" dirty="0">
                <a:latin typeface="Trebuchet MS"/>
                <a:cs typeface="Trebuchet MS"/>
              </a:rPr>
              <a:t> </a:t>
            </a:r>
            <a:r>
              <a:rPr sz="2000" dirty="0">
                <a:latin typeface="Trebuchet MS"/>
                <a:cs typeface="Trebuchet MS"/>
              </a:rPr>
              <a:t>a</a:t>
            </a:r>
            <a:r>
              <a:rPr sz="2000" spc="-160" dirty="0">
                <a:latin typeface="Trebuchet MS"/>
                <a:cs typeface="Trebuchet MS"/>
              </a:rPr>
              <a:t> </a:t>
            </a:r>
            <a:r>
              <a:rPr sz="2000" spc="-10" dirty="0">
                <a:latin typeface="Trebuchet MS"/>
                <a:cs typeface="Trebuchet MS"/>
              </a:rPr>
              <a:t>Dataset</a:t>
            </a:r>
            <a:r>
              <a:rPr sz="2000" spc="-165" dirty="0">
                <a:latin typeface="Trebuchet MS"/>
                <a:cs typeface="Trebuchet MS"/>
              </a:rPr>
              <a:t> </a:t>
            </a:r>
            <a:r>
              <a:rPr sz="2000" dirty="0">
                <a:latin typeface="Trebuchet MS"/>
                <a:cs typeface="Trebuchet MS"/>
              </a:rPr>
              <a:t>using</a:t>
            </a:r>
            <a:r>
              <a:rPr sz="2000" spc="-165" dirty="0">
                <a:latin typeface="Trebuchet MS"/>
                <a:cs typeface="Trebuchet MS"/>
              </a:rPr>
              <a:t> </a:t>
            </a:r>
            <a:r>
              <a:rPr sz="2000" dirty="0">
                <a:latin typeface="Trebuchet MS"/>
                <a:cs typeface="Trebuchet MS"/>
              </a:rPr>
              <a:t>a</a:t>
            </a:r>
            <a:r>
              <a:rPr sz="2000" spc="-160" dirty="0">
                <a:latin typeface="Trebuchet MS"/>
                <a:cs typeface="Trebuchet MS"/>
              </a:rPr>
              <a:t> </a:t>
            </a:r>
            <a:r>
              <a:rPr sz="2000" spc="-75" dirty="0">
                <a:latin typeface="Trebuchet MS"/>
                <a:cs typeface="Trebuchet MS"/>
              </a:rPr>
              <a:t>well</a:t>
            </a:r>
            <a:r>
              <a:rPr sz="2000" spc="-145" dirty="0">
                <a:latin typeface="Trebuchet MS"/>
                <a:cs typeface="Trebuchet MS"/>
              </a:rPr>
              <a:t> </a:t>
            </a:r>
            <a:r>
              <a:rPr sz="2000" spc="-10" dirty="0">
                <a:latin typeface="Trebuchet MS"/>
                <a:cs typeface="Trebuchet MS"/>
              </a:rPr>
              <a:t>described</a:t>
            </a:r>
            <a:r>
              <a:rPr sz="2000" spc="-175" dirty="0">
                <a:latin typeface="Trebuchet MS"/>
                <a:cs typeface="Trebuchet MS"/>
              </a:rPr>
              <a:t> </a:t>
            </a:r>
            <a:r>
              <a:rPr sz="2000" dirty="0">
                <a:latin typeface="Trebuchet MS"/>
                <a:cs typeface="Trebuchet MS"/>
              </a:rPr>
              <a:t>mechanism;</a:t>
            </a:r>
            <a:r>
              <a:rPr sz="2000" spc="-185" dirty="0">
                <a:latin typeface="Trebuchet MS"/>
                <a:cs typeface="Trebuchet MS"/>
              </a:rPr>
              <a:t> </a:t>
            </a:r>
            <a:r>
              <a:rPr sz="2000" b="1" spc="-20" dirty="0">
                <a:latin typeface="Trebuchet MS"/>
                <a:cs typeface="Trebuchet MS"/>
              </a:rPr>
              <a:t>HTTP</a:t>
            </a:r>
            <a:endParaRPr sz="2000">
              <a:latin typeface="Trebuchet MS"/>
              <a:cs typeface="Trebuchet MS"/>
            </a:endParaRPr>
          </a:p>
        </p:txBody>
      </p:sp>
      <p:sp>
        <p:nvSpPr>
          <p:cNvPr id="7" name="object 7"/>
          <p:cNvSpPr txBox="1"/>
          <p:nvPr/>
        </p:nvSpPr>
        <p:spPr>
          <a:xfrm>
            <a:off x="8121142" y="882777"/>
            <a:ext cx="4051300" cy="177800"/>
          </a:xfrm>
          <a:prstGeom prst="rect">
            <a:avLst/>
          </a:prstGeom>
        </p:spPr>
        <p:txBody>
          <a:bodyPr vert="horz" wrap="square" lIns="0" tIns="12065" rIns="0" bIns="0" rtlCol="0">
            <a:spAutoFit/>
          </a:bodyPr>
          <a:lstStyle/>
          <a:p>
            <a:pPr marL="38100">
              <a:lnSpc>
                <a:spcPct val="100000"/>
              </a:lnSpc>
              <a:spcBef>
                <a:spcPts val="95"/>
              </a:spcBef>
            </a:pPr>
            <a:r>
              <a:rPr sz="975" baseline="25641" dirty="0">
                <a:latin typeface="Calibri"/>
                <a:cs typeface="Calibri"/>
              </a:rPr>
              <a:t>1</a:t>
            </a:r>
            <a:r>
              <a:rPr sz="975" spc="82" baseline="25641" dirty="0">
                <a:latin typeface="Calibri"/>
                <a:cs typeface="Calibri"/>
              </a:rPr>
              <a:t> </a:t>
            </a:r>
            <a:r>
              <a:rPr sz="1000" dirty="0">
                <a:latin typeface="Calibri"/>
                <a:cs typeface="Calibri"/>
              </a:rPr>
              <a:t>Guide</a:t>
            </a:r>
            <a:r>
              <a:rPr sz="1000" spc="-20" dirty="0">
                <a:latin typeface="Calibri"/>
                <a:cs typeface="Calibri"/>
              </a:rPr>
              <a:t> </a:t>
            </a:r>
            <a:r>
              <a:rPr sz="1000" dirty="0">
                <a:latin typeface="Calibri"/>
                <a:cs typeface="Calibri"/>
              </a:rPr>
              <a:t>to</a:t>
            </a:r>
            <a:r>
              <a:rPr sz="1000" spc="-30" dirty="0">
                <a:latin typeface="Calibri"/>
                <a:cs typeface="Calibri"/>
              </a:rPr>
              <a:t> </a:t>
            </a:r>
            <a:r>
              <a:rPr sz="1000" dirty="0">
                <a:latin typeface="Calibri"/>
                <a:cs typeface="Calibri"/>
              </a:rPr>
              <a:t>WIS</a:t>
            </a:r>
            <a:r>
              <a:rPr sz="1000" spc="-15" dirty="0">
                <a:latin typeface="Calibri"/>
                <a:cs typeface="Calibri"/>
              </a:rPr>
              <a:t> </a:t>
            </a:r>
            <a:r>
              <a:rPr sz="1000" dirty="0">
                <a:latin typeface="Calibri"/>
                <a:cs typeface="Calibri"/>
              </a:rPr>
              <a:t>(WMO</a:t>
            </a:r>
            <a:r>
              <a:rPr sz="1000" spc="-20" dirty="0">
                <a:latin typeface="Calibri"/>
                <a:cs typeface="Calibri"/>
              </a:rPr>
              <a:t> </a:t>
            </a:r>
            <a:r>
              <a:rPr sz="1000" dirty="0">
                <a:latin typeface="Calibri"/>
                <a:cs typeface="Calibri"/>
              </a:rPr>
              <a:t>No.</a:t>
            </a:r>
            <a:r>
              <a:rPr sz="1000" spc="-15" dirty="0">
                <a:latin typeface="Calibri"/>
                <a:cs typeface="Calibri"/>
              </a:rPr>
              <a:t> </a:t>
            </a:r>
            <a:r>
              <a:rPr sz="1000" dirty="0">
                <a:latin typeface="Calibri"/>
                <a:cs typeface="Calibri"/>
              </a:rPr>
              <a:t>1061),</a:t>
            </a:r>
            <a:r>
              <a:rPr sz="1000" spc="5" dirty="0">
                <a:latin typeface="Calibri"/>
                <a:cs typeface="Calibri"/>
              </a:rPr>
              <a:t> </a:t>
            </a:r>
            <a:r>
              <a:rPr sz="1000" dirty="0">
                <a:latin typeface="Calibri"/>
                <a:cs typeface="Calibri"/>
              </a:rPr>
              <a:t>Vol</a:t>
            </a:r>
            <a:r>
              <a:rPr sz="1000" spc="-30" dirty="0">
                <a:latin typeface="Calibri"/>
                <a:cs typeface="Calibri"/>
              </a:rPr>
              <a:t> </a:t>
            </a:r>
            <a:r>
              <a:rPr sz="1000" dirty="0">
                <a:latin typeface="Calibri"/>
                <a:cs typeface="Calibri"/>
              </a:rPr>
              <a:t>II,</a:t>
            </a:r>
            <a:r>
              <a:rPr sz="1000" spc="-10" dirty="0">
                <a:latin typeface="Calibri"/>
                <a:cs typeface="Calibri"/>
              </a:rPr>
              <a:t> </a:t>
            </a:r>
            <a:r>
              <a:rPr sz="1000" dirty="0">
                <a:solidFill>
                  <a:srgbClr val="1F1F1F"/>
                </a:solidFill>
                <a:latin typeface="Calibri"/>
                <a:cs typeface="Calibri"/>
              </a:rPr>
              <a:t>§1.1.4</a:t>
            </a:r>
            <a:r>
              <a:rPr sz="1000" spc="15" dirty="0">
                <a:solidFill>
                  <a:srgbClr val="1F1F1F"/>
                </a:solidFill>
                <a:latin typeface="Calibri"/>
                <a:cs typeface="Calibri"/>
              </a:rPr>
              <a:t> </a:t>
            </a:r>
            <a:r>
              <a:rPr sz="1000" u="sng" dirty="0">
                <a:solidFill>
                  <a:srgbClr val="0462C1"/>
                </a:solidFill>
                <a:uFill>
                  <a:solidFill>
                    <a:srgbClr val="0462C1"/>
                  </a:solidFill>
                </a:uFill>
                <a:latin typeface="Calibri"/>
                <a:cs typeface="Calibri"/>
                <a:hlinkClick r:id="rId3"/>
              </a:rPr>
              <a:t>Why</a:t>
            </a:r>
            <a:r>
              <a:rPr sz="1000" u="sng" spc="-30" dirty="0">
                <a:solidFill>
                  <a:srgbClr val="0462C1"/>
                </a:solidFill>
                <a:uFill>
                  <a:solidFill>
                    <a:srgbClr val="0462C1"/>
                  </a:solidFill>
                </a:uFill>
                <a:latin typeface="Calibri"/>
                <a:cs typeface="Calibri"/>
                <a:hlinkClick r:id="rId3"/>
              </a:rPr>
              <a:t> </a:t>
            </a:r>
            <a:r>
              <a:rPr sz="1000" u="sng" dirty="0">
                <a:solidFill>
                  <a:srgbClr val="0462C1"/>
                </a:solidFill>
                <a:uFill>
                  <a:solidFill>
                    <a:srgbClr val="0462C1"/>
                  </a:solidFill>
                </a:uFill>
                <a:latin typeface="Calibri"/>
                <a:cs typeface="Calibri"/>
                <a:hlinkClick r:id="rId3"/>
              </a:rPr>
              <a:t>are</a:t>
            </a:r>
            <a:r>
              <a:rPr sz="1000" u="sng" spc="-20" dirty="0">
                <a:solidFill>
                  <a:srgbClr val="0462C1"/>
                </a:solidFill>
                <a:uFill>
                  <a:solidFill>
                    <a:srgbClr val="0462C1"/>
                  </a:solidFill>
                </a:uFill>
                <a:latin typeface="Calibri"/>
                <a:cs typeface="Calibri"/>
                <a:hlinkClick r:id="rId3"/>
              </a:rPr>
              <a:t> </a:t>
            </a:r>
            <a:r>
              <a:rPr sz="1000" u="sng" dirty="0">
                <a:solidFill>
                  <a:srgbClr val="0462C1"/>
                </a:solidFill>
                <a:uFill>
                  <a:solidFill>
                    <a:srgbClr val="0462C1"/>
                  </a:solidFill>
                </a:uFill>
                <a:latin typeface="Calibri"/>
                <a:cs typeface="Calibri"/>
                <a:hlinkClick r:id="rId3"/>
              </a:rPr>
              <a:t>datasets</a:t>
            </a:r>
            <a:r>
              <a:rPr sz="1000" u="sng" spc="-20" dirty="0">
                <a:solidFill>
                  <a:srgbClr val="0462C1"/>
                </a:solidFill>
                <a:uFill>
                  <a:solidFill>
                    <a:srgbClr val="0462C1"/>
                  </a:solidFill>
                </a:uFill>
                <a:latin typeface="Calibri"/>
                <a:cs typeface="Calibri"/>
                <a:hlinkClick r:id="rId3"/>
              </a:rPr>
              <a:t> </a:t>
            </a:r>
            <a:r>
              <a:rPr sz="1000" u="sng" dirty="0">
                <a:solidFill>
                  <a:srgbClr val="0462C1"/>
                </a:solidFill>
                <a:uFill>
                  <a:solidFill>
                    <a:srgbClr val="0462C1"/>
                  </a:solidFill>
                </a:uFill>
                <a:latin typeface="Calibri"/>
                <a:cs typeface="Calibri"/>
                <a:hlinkClick r:id="rId3"/>
              </a:rPr>
              <a:t>so</a:t>
            </a:r>
            <a:r>
              <a:rPr sz="1000" u="sng" spc="-20" dirty="0">
                <a:solidFill>
                  <a:srgbClr val="0462C1"/>
                </a:solidFill>
                <a:uFill>
                  <a:solidFill>
                    <a:srgbClr val="0462C1"/>
                  </a:solidFill>
                </a:uFill>
                <a:latin typeface="Calibri"/>
                <a:cs typeface="Calibri"/>
                <a:hlinkClick r:id="rId3"/>
              </a:rPr>
              <a:t> </a:t>
            </a:r>
            <a:r>
              <a:rPr sz="1000" u="sng" spc="-10" dirty="0">
                <a:solidFill>
                  <a:srgbClr val="0462C1"/>
                </a:solidFill>
                <a:uFill>
                  <a:solidFill>
                    <a:srgbClr val="0462C1"/>
                  </a:solidFill>
                </a:uFill>
                <a:latin typeface="Calibri"/>
                <a:cs typeface="Calibri"/>
                <a:hlinkClick r:id="rId3"/>
              </a:rPr>
              <a:t>important</a:t>
            </a:r>
            <a:endParaRPr sz="1000">
              <a:latin typeface="Calibri"/>
              <a:cs typeface="Calibri"/>
            </a:endParaRPr>
          </a:p>
        </p:txBody>
      </p:sp>
      <p:sp>
        <p:nvSpPr>
          <p:cNvPr id="8" name="object 8"/>
          <p:cNvSpPr/>
          <p:nvPr/>
        </p:nvSpPr>
        <p:spPr>
          <a:xfrm>
            <a:off x="2302001" y="3556239"/>
            <a:ext cx="3951604" cy="3290570"/>
          </a:xfrm>
          <a:custGeom>
            <a:avLst/>
            <a:gdLst/>
            <a:ahLst/>
            <a:cxnLst/>
            <a:rect l="l" t="t" r="r" b="b"/>
            <a:pathLst>
              <a:path w="3951604" h="3290570">
                <a:moveTo>
                  <a:pt x="3951224" y="0"/>
                </a:moveTo>
                <a:lnTo>
                  <a:pt x="0" y="0"/>
                </a:lnTo>
                <a:lnTo>
                  <a:pt x="0" y="3290570"/>
                </a:lnTo>
                <a:lnTo>
                  <a:pt x="3951224" y="3290570"/>
                </a:lnTo>
                <a:lnTo>
                  <a:pt x="3951224" y="0"/>
                </a:lnTo>
                <a:close/>
              </a:path>
            </a:pathLst>
          </a:custGeom>
          <a:solidFill>
            <a:srgbClr val="E2EBF8"/>
          </a:solidFill>
        </p:spPr>
        <p:txBody>
          <a:bodyPr wrap="square" lIns="0" tIns="0" rIns="0" bIns="0" rtlCol="0"/>
          <a:lstStyle/>
          <a:p>
            <a:endParaRPr/>
          </a:p>
        </p:txBody>
      </p:sp>
      <p:sp>
        <p:nvSpPr>
          <p:cNvPr id="9" name="object 9"/>
          <p:cNvSpPr txBox="1"/>
          <p:nvPr/>
        </p:nvSpPr>
        <p:spPr>
          <a:xfrm>
            <a:off x="5589523" y="3599179"/>
            <a:ext cx="585470" cy="239395"/>
          </a:xfrm>
          <a:prstGeom prst="rect">
            <a:avLst/>
          </a:prstGeom>
        </p:spPr>
        <p:txBody>
          <a:bodyPr vert="horz" wrap="square" lIns="0" tIns="12700" rIns="0" bIns="0" rtlCol="0">
            <a:spAutoFit/>
          </a:bodyPr>
          <a:lstStyle/>
          <a:p>
            <a:pPr marL="12700">
              <a:lnSpc>
                <a:spcPct val="100000"/>
              </a:lnSpc>
              <a:spcBef>
                <a:spcPts val="100"/>
              </a:spcBef>
            </a:pPr>
            <a:r>
              <a:rPr sz="1400" b="1" i="1" dirty="0">
                <a:solidFill>
                  <a:srgbClr val="0F243E"/>
                </a:solidFill>
                <a:latin typeface="Calibri"/>
                <a:cs typeface="Calibri"/>
              </a:rPr>
              <a:t>WIS</a:t>
            </a:r>
            <a:r>
              <a:rPr sz="1400" b="1" i="1" spc="-25" dirty="0">
                <a:solidFill>
                  <a:srgbClr val="0F243E"/>
                </a:solidFill>
                <a:latin typeface="Calibri"/>
                <a:cs typeface="Calibri"/>
              </a:rPr>
              <a:t> 2.0</a:t>
            </a:r>
            <a:endParaRPr sz="1400">
              <a:latin typeface="Calibri"/>
              <a:cs typeface="Calibri"/>
            </a:endParaRPr>
          </a:p>
        </p:txBody>
      </p:sp>
      <p:grpSp>
        <p:nvGrpSpPr>
          <p:cNvPr id="10" name="object 10"/>
          <p:cNvGrpSpPr/>
          <p:nvPr/>
        </p:nvGrpSpPr>
        <p:grpSpPr>
          <a:xfrm>
            <a:off x="4001008" y="4232147"/>
            <a:ext cx="3329940" cy="2047875"/>
            <a:chOff x="4001008" y="4232147"/>
            <a:chExt cx="3329940" cy="2047875"/>
          </a:xfrm>
        </p:grpSpPr>
        <p:pic>
          <p:nvPicPr>
            <p:cNvPr id="11" name="object 11"/>
            <p:cNvPicPr/>
            <p:nvPr/>
          </p:nvPicPr>
          <p:blipFill>
            <a:blip r:embed="rId4" cstate="print"/>
            <a:stretch>
              <a:fillRect/>
            </a:stretch>
          </p:blipFill>
          <p:spPr>
            <a:xfrm>
              <a:off x="6004560" y="4232147"/>
              <a:ext cx="1325880" cy="233171"/>
            </a:xfrm>
            <a:prstGeom prst="rect">
              <a:avLst/>
            </a:prstGeom>
          </p:spPr>
        </p:pic>
        <p:sp>
          <p:nvSpPr>
            <p:cNvPr id="12" name="object 12"/>
            <p:cNvSpPr/>
            <p:nvPr/>
          </p:nvSpPr>
          <p:spPr>
            <a:xfrm>
              <a:off x="6123813" y="4292853"/>
              <a:ext cx="1169035" cy="76200"/>
            </a:xfrm>
            <a:custGeom>
              <a:avLst/>
              <a:gdLst/>
              <a:ahLst/>
              <a:cxnLst/>
              <a:rect l="l" t="t" r="r" b="b"/>
              <a:pathLst>
                <a:path w="1169034" h="76200">
                  <a:moveTo>
                    <a:pt x="76200" y="0"/>
                  </a:moveTo>
                  <a:lnTo>
                    <a:pt x="0" y="38100"/>
                  </a:lnTo>
                  <a:lnTo>
                    <a:pt x="76200" y="76200"/>
                  </a:lnTo>
                  <a:lnTo>
                    <a:pt x="76200" y="50800"/>
                  </a:lnTo>
                  <a:lnTo>
                    <a:pt x="63500" y="50800"/>
                  </a:lnTo>
                  <a:lnTo>
                    <a:pt x="63500" y="25400"/>
                  </a:lnTo>
                  <a:lnTo>
                    <a:pt x="76200" y="25400"/>
                  </a:lnTo>
                  <a:lnTo>
                    <a:pt x="76200" y="0"/>
                  </a:lnTo>
                  <a:close/>
                </a:path>
                <a:path w="1169034" h="76200">
                  <a:moveTo>
                    <a:pt x="76200" y="25400"/>
                  </a:moveTo>
                  <a:lnTo>
                    <a:pt x="63500" y="25400"/>
                  </a:lnTo>
                  <a:lnTo>
                    <a:pt x="63500" y="50800"/>
                  </a:lnTo>
                  <a:lnTo>
                    <a:pt x="76200" y="50800"/>
                  </a:lnTo>
                  <a:lnTo>
                    <a:pt x="76200" y="25400"/>
                  </a:lnTo>
                  <a:close/>
                </a:path>
                <a:path w="1169034" h="76200">
                  <a:moveTo>
                    <a:pt x="1169035" y="25400"/>
                  </a:moveTo>
                  <a:lnTo>
                    <a:pt x="76200" y="25400"/>
                  </a:lnTo>
                  <a:lnTo>
                    <a:pt x="76200" y="50800"/>
                  </a:lnTo>
                  <a:lnTo>
                    <a:pt x="1169035" y="50800"/>
                  </a:lnTo>
                  <a:lnTo>
                    <a:pt x="1169035" y="25400"/>
                  </a:lnTo>
                  <a:close/>
                </a:path>
              </a:pathLst>
            </a:custGeom>
            <a:solidFill>
              <a:srgbClr val="9BBA58"/>
            </a:solidFill>
          </p:spPr>
          <p:txBody>
            <a:bodyPr wrap="square" lIns="0" tIns="0" rIns="0" bIns="0" rtlCol="0"/>
            <a:lstStyle/>
            <a:p>
              <a:endParaRPr/>
            </a:p>
          </p:txBody>
        </p:sp>
        <p:sp>
          <p:nvSpPr>
            <p:cNvPr id="13" name="object 13"/>
            <p:cNvSpPr/>
            <p:nvPr/>
          </p:nvSpPr>
          <p:spPr>
            <a:xfrm>
              <a:off x="4001008" y="5826823"/>
              <a:ext cx="2122805" cy="452755"/>
            </a:xfrm>
            <a:custGeom>
              <a:avLst/>
              <a:gdLst/>
              <a:ahLst/>
              <a:cxnLst/>
              <a:rect l="l" t="t" r="r" b="b"/>
              <a:pathLst>
                <a:path w="2122804" h="452754">
                  <a:moveTo>
                    <a:pt x="2122805" y="0"/>
                  </a:moveTo>
                  <a:lnTo>
                    <a:pt x="0" y="0"/>
                  </a:lnTo>
                  <a:lnTo>
                    <a:pt x="0" y="452602"/>
                  </a:lnTo>
                  <a:lnTo>
                    <a:pt x="2122805" y="452602"/>
                  </a:lnTo>
                  <a:lnTo>
                    <a:pt x="2122805" y="0"/>
                  </a:lnTo>
                  <a:close/>
                </a:path>
              </a:pathLst>
            </a:custGeom>
            <a:solidFill>
              <a:srgbClr val="8EB4E2"/>
            </a:solidFill>
          </p:spPr>
          <p:txBody>
            <a:bodyPr wrap="square" lIns="0" tIns="0" rIns="0" bIns="0" rtlCol="0"/>
            <a:lstStyle/>
            <a:p>
              <a:endParaRPr/>
            </a:p>
          </p:txBody>
        </p:sp>
      </p:grpSp>
      <p:sp>
        <p:nvSpPr>
          <p:cNvPr id="14" name="object 14"/>
          <p:cNvSpPr txBox="1"/>
          <p:nvPr/>
        </p:nvSpPr>
        <p:spPr>
          <a:xfrm>
            <a:off x="4921758" y="5907430"/>
            <a:ext cx="112204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Calibri"/>
                <a:cs typeface="Calibri"/>
              </a:rPr>
              <a:t>Global</a:t>
            </a:r>
            <a:r>
              <a:rPr sz="1600" b="1" spc="-35" dirty="0">
                <a:latin typeface="Calibri"/>
                <a:cs typeface="Calibri"/>
              </a:rPr>
              <a:t> </a:t>
            </a:r>
            <a:r>
              <a:rPr sz="1600" b="1" spc="-20" dirty="0">
                <a:latin typeface="Calibri"/>
                <a:cs typeface="Calibri"/>
              </a:rPr>
              <a:t>Cache</a:t>
            </a:r>
            <a:endParaRPr sz="1600">
              <a:latin typeface="Calibri"/>
              <a:cs typeface="Calibri"/>
            </a:endParaRPr>
          </a:p>
        </p:txBody>
      </p:sp>
      <p:sp>
        <p:nvSpPr>
          <p:cNvPr id="15" name="object 15"/>
          <p:cNvSpPr/>
          <p:nvPr/>
        </p:nvSpPr>
        <p:spPr>
          <a:xfrm>
            <a:off x="3996816" y="4959819"/>
            <a:ext cx="2127250" cy="453390"/>
          </a:xfrm>
          <a:custGeom>
            <a:avLst/>
            <a:gdLst/>
            <a:ahLst/>
            <a:cxnLst/>
            <a:rect l="l" t="t" r="r" b="b"/>
            <a:pathLst>
              <a:path w="2127250" h="453389">
                <a:moveTo>
                  <a:pt x="2126995" y="0"/>
                </a:moveTo>
                <a:lnTo>
                  <a:pt x="0" y="0"/>
                </a:lnTo>
                <a:lnTo>
                  <a:pt x="0" y="453174"/>
                </a:lnTo>
                <a:lnTo>
                  <a:pt x="2126995" y="453174"/>
                </a:lnTo>
                <a:lnTo>
                  <a:pt x="2126995" y="0"/>
                </a:lnTo>
                <a:close/>
              </a:path>
            </a:pathLst>
          </a:custGeom>
          <a:solidFill>
            <a:srgbClr val="E6B8B8"/>
          </a:solidFill>
        </p:spPr>
        <p:txBody>
          <a:bodyPr wrap="square" lIns="0" tIns="0" rIns="0" bIns="0" rtlCol="0"/>
          <a:lstStyle/>
          <a:p>
            <a:endParaRPr/>
          </a:p>
        </p:txBody>
      </p:sp>
      <p:sp>
        <p:nvSpPr>
          <p:cNvPr id="16" name="object 16"/>
          <p:cNvSpPr txBox="1"/>
          <p:nvPr/>
        </p:nvSpPr>
        <p:spPr>
          <a:xfrm>
            <a:off x="4858003" y="5040629"/>
            <a:ext cx="118618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Calibri"/>
                <a:cs typeface="Calibri"/>
              </a:rPr>
              <a:t>Global</a:t>
            </a:r>
            <a:r>
              <a:rPr sz="1600" b="1" spc="-35" dirty="0">
                <a:latin typeface="Calibri"/>
                <a:cs typeface="Calibri"/>
              </a:rPr>
              <a:t> </a:t>
            </a:r>
            <a:r>
              <a:rPr sz="1600" b="1" spc="-10" dirty="0">
                <a:latin typeface="Calibri"/>
                <a:cs typeface="Calibri"/>
              </a:rPr>
              <a:t>Broker</a:t>
            </a:r>
            <a:endParaRPr sz="1600">
              <a:latin typeface="Calibri"/>
              <a:cs typeface="Calibri"/>
            </a:endParaRPr>
          </a:p>
        </p:txBody>
      </p:sp>
      <p:grpSp>
        <p:nvGrpSpPr>
          <p:cNvPr id="17" name="object 17"/>
          <p:cNvGrpSpPr/>
          <p:nvPr/>
        </p:nvGrpSpPr>
        <p:grpSpPr>
          <a:xfrm>
            <a:off x="2360295" y="3597135"/>
            <a:ext cx="3763645" cy="2614930"/>
            <a:chOff x="2360295" y="3597135"/>
            <a:chExt cx="3763645" cy="2614930"/>
          </a:xfrm>
        </p:grpSpPr>
        <p:sp>
          <p:nvSpPr>
            <p:cNvPr id="18" name="object 18"/>
            <p:cNvSpPr/>
            <p:nvPr/>
          </p:nvSpPr>
          <p:spPr>
            <a:xfrm>
              <a:off x="4108772" y="5062611"/>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5"/>
                  </a:moveTo>
                  <a:lnTo>
                    <a:pt x="42352" y="204030"/>
                  </a:lnTo>
                  <a:lnTo>
                    <a:pt x="34335" y="209697"/>
                  </a:lnTo>
                  <a:lnTo>
                    <a:pt x="27912" y="219417"/>
                  </a:lnTo>
                  <a:lnTo>
                    <a:pt x="25771" y="230519"/>
                  </a:lnTo>
                  <a:lnTo>
                    <a:pt x="27912" y="241621"/>
                  </a:lnTo>
                  <a:lnTo>
                    <a:pt x="34335" y="251341"/>
                  </a:lnTo>
                  <a:lnTo>
                    <a:pt x="44050" y="257768"/>
                  </a:lnTo>
                  <a:lnTo>
                    <a:pt x="55146" y="259910"/>
                  </a:lnTo>
                  <a:lnTo>
                    <a:pt x="66242" y="257768"/>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5"/>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1" y="141149"/>
                  </a:lnTo>
                  <a:lnTo>
                    <a:pt x="175775" y="140043"/>
                  </a:lnTo>
                  <a:lnTo>
                    <a:pt x="208850" y="126505"/>
                  </a:lnTo>
                  <a:lnTo>
                    <a:pt x="170691" y="126505"/>
                  </a:lnTo>
                  <a:lnTo>
                    <a:pt x="170345" y="126039"/>
                  </a:lnTo>
                  <a:lnTo>
                    <a:pt x="106528"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89"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3" y="8660"/>
                  </a:lnTo>
                  <a:lnTo>
                    <a:pt x="111432" y="18035"/>
                  </a:lnTo>
                  <a:lnTo>
                    <a:pt x="109107" y="29482"/>
                  </a:lnTo>
                  <a:lnTo>
                    <a:pt x="110799" y="39203"/>
                  </a:lnTo>
                  <a:lnTo>
                    <a:pt x="115461" y="47541"/>
                  </a:lnTo>
                  <a:lnTo>
                    <a:pt x="122470" y="53944"/>
                  </a:lnTo>
                  <a:lnTo>
                    <a:pt x="131207" y="57860"/>
                  </a:lnTo>
                  <a:lnTo>
                    <a:pt x="131207" y="108718"/>
                  </a:lnTo>
                  <a:lnTo>
                    <a:pt x="123570" y="110958"/>
                  </a:lnTo>
                  <a:lnTo>
                    <a:pt x="116796" y="114752"/>
                  </a:lnTo>
                  <a:lnTo>
                    <a:pt x="111058" y="119860"/>
                  </a:lnTo>
                  <a:lnTo>
                    <a:pt x="106528" y="126039"/>
                  </a:lnTo>
                  <a:lnTo>
                    <a:pt x="170345" y="126039"/>
                  </a:lnTo>
                  <a:lnTo>
                    <a:pt x="166037" y="120229"/>
                  </a:lnTo>
                  <a:lnTo>
                    <a:pt x="160213" y="115121"/>
                  </a:lnTo>
                  <a:lnTo>
                    <a:pt x="153422" y="111326"/>
                  </a:lnTo>
                  <a:lnTo>
                    <a:pt x="145940" y="109086"/>
                  </a:lnTo>
                  <a:lnTo>
                    <a:pt x="145940" y="57860"/>
                  </a:lnTo>
                  <a:lnTo>
                    <a:pt x="154677"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endParaRPr/>
            </a:p>
          </p:txBody>
        </p:sp>
        <p:pic>
          <p:nvPicPr>
            <p:cNvPr id="19" name="object 19" descr="A picture containing text, balloon, transport, aircraft  Description automatically generated"/>
            <p:cNvPicPr/>
            <p:nvPr/>
          </p:nvPicPr>
          <p:blipFill>
            <a:blip r:embed="rId5" cstate="print"/>
            <a:stretch>
              <a:fillRect/>
            </a:stretch>
          </p:blipFill>
          <p:spPr>
            <a:xfrm>
              <a:off x="2360295" y="3597135"/>
              <a:ext cx="708545" cy="708545"/>
            </a:xfrm>
            <a:prstGeom prst="rect">
              <a:avLst/>
            </a:prstGeom>
          </p:spPr>
        </p:pic>
        <p:pic>
          <p:nvPicPr>
            <p:cNvPr id="20" name="object 20"/>
            <p:cNvPicPr/>
            <p:nvPr/>
          </p:nvPicPr>
          <p:blipFill>
            <a:blip r:embed="rId6" cstate="print"/>
            <a:stretch>
              <a:fillRect/>
            </a:stretch>
          </p:blipFill>
          <p:spPr>
            <a:xfrm>
              <a:off x="4134772" y="5895797"/>
              <a:ext cx="225384" cy="316201"/>
            </a:xfrm>
            <a:prstGeom prst="rect">
              <a:avLst/>
            </a:prstGeom>
          </p:spPr>
        </p:pic>
        <p:sp>
          <p:nvSpPr>
            <p:cNvPr id="21" name="object 21"/>
            <p:cNvSpPr/>
            <p:nvPr/>
          </p:nvSpPr>
          <p:spPr>
            <a:xfrm>
              <a:off x="4001008" y="4104348"/>
              <a:ext cx="2122805" cy="453390"/>
            </a:xfrm>
            <a:custGeom>
              <a:avLst/>
              <a:gdLst/>
              <a:ahLst/>
              <a:cxnLst/>
              <a:rect l="l" t="t" r="r" b="b"/>
              <a:pathLst>
                <a:path w="2122804" h="453389">
                  <a:moveTo>
                    <a:pt x="2122805" y="0"/>
                  </a:moveTo>
                  <a:lnTo>
                    <a:pt x="0" y="0"/>
                  </a:lnTo>
                  <a:lnTo>
                    <a:pt x="0" y="453174"/>
                  </a:lnTo>
                  <a:lnTo>
                    <a:pt x="2122805" y="453174"/>
                  </a:lnTo>
                  <a:lnTo>
                    <a:pt x="2122805" y="0"/>
                  </a:lnTo>
                  <a:close/>
                </a:path>
              </a:pathLst>
            </a:custGeom>
            <a:solidFill>
              <a:srgbClr val="D6E3BC"/>
            </a:solidFill>
          </p:spPr>
          <p:txBody>
            <a:bodyPr wrap="square" lIns="0" tIns="0" rIns="0" bIns="0" rtlCol="0"/>
            <a:lstStyle/>
            <a:p>
              <a:endParaRPr/>
            </a:p>
          </p:txBody>
        </p:sp>
      </p:grpSp>
      <p:sp>
        <p:nvSpPr>
          <p:cNvPr id="22" name="object 22"/>
          <p:cNvSpPr txBox="1"/>
          <p:nvPr/>
        </p:nvSpPr>
        <p:spPr>
          <a:xfrm>
            <a:off x="4604765" y="4063110"/>
            <a:ext cx="1440180" cy="513080"/>
          </a:xfrm>
          <a:prstGeom prst="rect">
            <a:avLst/>
          </a:prstGeom>
        </p:spPr>
        <p:txBody>
          <a:bodyPr vert="horz" wrap="square" lIns="0" tIns="12065" rIns="0" bIns="0" rtlCol="0">
            <a:spAutoFit/>
          </a:bodyPr>
          <a:lstStyle/>
          <a:p>
            <a:pPr marR="5080" algn="r">
              <a:lnSpc>
                <a:spcPct val="100000"/>
              </a:lnSpc>
              <a:spcBef>
                <a:spcPts val="95"/>
              </a:spcBef>
            </a:pPr>
            <a:r>
              <a:rPr sz="1600" b="1" dirty="0">
                <a:latin typeface="Calibri"/>
                <a:cs typeface="Calibri"/>
              </a:rPr>
              <a:t>Global</a:t>
            </a:r>
            <a:r>
              <a:rPr sz="1600" b="1" spc="-35" dirty="0">
                <a:latin typeface="Calibri"/>
                <a:cs typeface="Calibri"/>
              </a:rPr>
              <a:t> </a:t>
            </a:r>
            <a:r>
              <a:rPr sz="1600" b="1" spc="-10" dirty="0">
                <a:latin typeface="Calibri"/>
                <a:cs typeface="Calibri"/>
              </a:rPr>
              <a:t>Discovery</a:t>
            </a:r>
            <a:endParaRPr sz="1600">
              <a:latin typeface="Calibri"/>
              <a:cs typeface="Calibri"/>
            </a:endParaRPr>
          </a:p>
          <a:p>
            <a:pPr marR="5080" algn="r">
              <a:lnSpc>
                <a:spcPct val="100000"/>
              </a:lnSpc>
            </a:pPr>
            <a:r>
              <a:rPr sz="1600" b="1" spc="-10" dirty="0">
                <a:latin typeface="Calibri"/>
                <a:cs typeface="Calibri"/>
              </a:rPr>
              <a:t>Catalogue</a:t>
            </a:r>
            <a:endParaRPr sz="1600">
              <a:latin typeface="Calibri"/>
              <a:cs typeface="Calibri"/>
            </a:endParaRPr>
          </a:p>
        </p:txBody>
      </p:sp>
      <p:grpSp>
        <p:nvGrpSpPr>
          <p:cNvPr id="23" name="object 23"/>
          <p:cNvGrpSpPr/>
          <p:nvPr/>
        </p:nvGrpSpPr>
        <p:grpSpPr>
          <a:xfrm>
            <a:off x="2926079" y="4189074"/>
            <a:ext cx="2249805" cy="1931670"/>
            <a:chOff x="2926079" y="4189074"/>
            <a:chExt cx="2249805" cy="1931670"/>
          </a:xfrm>
        </p:grpSpPr>
        <p:sp>
          <p:nvSpPr>
            <p:cNvPr id="24" name="object 24"/>
            <p:cNvSpPr/>
            <p:nvPr/>
          </p:nvSpPr>
          <p:spPr>
            <a:xfrm>
              <a:off x="4087778" y="4189074"/>
              <a:ext cx="348615" cy="311150"/>
            </a:xfrm>
            <a:custGeom>
              <a:avLst/>
              <a:gdLst/>
              <a:ahLst/>
              <a:cxnLst/>
              <a:rect l="l" t="t" r="r" b="b"/>
              <a:pathLst>
                <a:path w="348614" h="311150">
                  <a:moveTo>
                    <a:pt x="206967"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90"/>
                  </a:lnTo>
                  <a:lnTo>
                    <a:pt x="8116" y="190509"/>
                  </a:lnTo>
                  <a:lnTo>
                    <a:pt x="14155" y="200163"/>
                  </a:lnTo>
                  <a:lnTo>
                    <a:pt x="14243" y="200726"/>
                  </a:lnTo>
                  <a:lnTo>
                    <a:pt x="12612" y="207078"/>
                  </a:lnTo>
                  <a:lnTo>
                    <a:pt x="11818" y="213682"/>
                  </a:lnTo>
                  <a:lnTo>
                    <a:pt x="11898" y="220309"/>
                  </a:lnTo>
                  <a:lnTo>
                    <a:pt x="22472" y="257579"/>
                  </a:lnTo>
                  <a:lnTo>
                    <a:pt x="153258" y="310950"/>
                  </a:lnTo>
                  <a:lnTo>
                    <a:pt x="155252" y="310950"/>
                  </a:lnTo>
                  <a:lnTo>
                    <a:pt x="175407" y="302802"/>
                  </a:lnTo>
                  <a:lnTo>
                    <a:pt x="154252" y="302802"/>
                  </a:lnTo>
                  <a:lnTo>
                    <a:pt x="29600" y="253728"/>
                  </a:lnTo>
                  <a:lnTo>
                    <a:pt x="19724" y="213682"/>
                  </a:lnTo>
                  <a:lnTo>
                    <a:pt x="20623" y="207078"/>
                  </a:lnTo>
                  <a:lnTo>
                    <a:pt x="22507" y="200726"/>
                  </a:lnTo>
                  <a:lnTo>
                    <a:pt x="22937" y="199376"/>
                  </a:lnTo>
                  <a:lnTo>
                    <a:pt x="22613" y="197902"/>
                  </a:lnTo>
                  <a:lnTo>
                    <a:pt x="7941" y="156817"/>
                  </a:lnTo>
                  <a:lnTo>
                    <a:pt x="9738" y="142849"/>
                  </a:lnTo>
                  <a:lnTo>
                    <a:pt x="9852" y="141964"/>
                  </a:lnTo>
                  <a:lnTo>
                    <a:pt x="13976" y="132575"/>
                  </a:lnTo>
                  <a:lnTo>
                    <a:pt x="14096" y="132302"/>
                  </a:lnTo>
                  <a:lnTo>
                    <a:pt x="18435" y="127007"/>
                  </a:lnTo>
                  <a:lnTo>
                    <a:pt x="20630" y="125273"/>
                  </a:lnTo>
                  <a:lnTo>
                    <a:pt x="22219" y="124354"/>
                  </a:lnTo>
                  <a:lnTo>
                    <a:pt x="22966" y="122466"/>
                  </a:lnTo>
                  <a:lnTo>
                    <a:pt x="22444" y="120706"/>
                  </a:lnTo>
                  <a:lnTo>
                    <a:pt x="20649" y="114384"/>
                  </a:lnTo>
                  <a:lnTo>
                    <a:pt x="19901" y="108792"/>
                  </a:lnTo>
                  <a:lnTo>
                    <a:pt x="19961" y="99979"/>
                  </a:lnTo>
                  <a:lnTo>
                    <a:pt x="206409" y="8267"/>
                  </a:lnTo>
                  <a:lnTo>
                    <a:pt x="229308" y="8267"/>
                  </a:lnTo>
                  <a:lnTo>
                    <a:pt x="207823" y="330"/>
                  </a:lnTo>
                  <a:lnTo>
                    <a:pt x="206967" y="0"/>
                  </a:lnTo>
                  <a:close/>
                </a:path>
                <a:path w="348614" h="311150">
                  <a:moveTo>
                    <a:pt x="341504" y="225292"/>
                  </a:moveTo>
                  <a:lnTo>
                    <a:pt x="318063" y="225292"/>
                  </a:lnTo>
                  <a:lnTo>
                    <a:pt x="332705" y="230583"/>
                  </a:lnTo>
                  <a:lnTo>
                    <a:pt x="154252" y="302802"/>
                  </a:lnTo>
                  <a:lnTo>
                    <a:pt x="175407" y="302802"/>
                  </a:lnTo>
                  <a:lnTo>
                    <a:pt x="347478" y="233239"/>
                  </a:lnTo>
                  <a:lnTo>
                    <a:pt x="348470" y="230927"/>
                  </a:lnTo>
                  <a:lnTo>
                    <a:pt x="347214" y="227839"/>
                  </a:lnTo>
                  <a:lnTo>
                    <a:pt x="346387" y="227019"/>
                  </a:lnTo>
                  <a:lnTo>
                    <a:pt x="341504" y="225292"/>
                  </a:lnTo>
                  <a:close/>
                </a:path>
                <a:path w="348614" h="311150">
                  <a:moveTo>
                    <a:pt x="35879" y="196658"/>
                  </a:moveTo>
                  <a:lnTo>
                    <a:pt x="33579" y="197660"/>
                  </a:lnTo>
                  <a:lnTo>
                    <a:pt x="32594" y="200163"/>
                  </a:lnTo>
                  <a:lnTo>
                    <a:pt x="32501" y="242465"/>
                  </a:lnTo>
                  <a:lnTo>
                    <a:pt x="33496" y="243930"/>
                  </a:lnTo>
                  <a:lnTo>
                    <a:pt x="153753" y="291304"/>
                  </a:lnTo>
                  <a:lnTo>
                    <a:pt x="154808" y="291304"/>
                  </a:lnTo>
                  <a:lnTo>
                    <a:pt x="175442" y="282961"/>
                  </a:lnTo>
                  <a:lnTo>
                    <a:pt x="154252" y="282961"/>
                  </a:lnTo>
                  <a:lnTo>
                    <a:pt x="40726" y="238237"/>
                  </a:lnTo>
                  <a:lnTo>
                    <a:pt x="40427" y="238237"/>
                  </a:lnTo>
                  <a:lnTo>
                    <a:pt x="40427" y="207078"/>
                  </a:lnTo>
                  <a:lnTo>
                    <a:pt x="62336" y="207078"/>
                  </a:lnTo>
                  <a:lnTo>
                    <a:pt x="35879" y="196658"/>
                  </a:lnTo>
                  <a:close/>
                </a:path>
                <a:path w="348614" h="311150">
                  <a:moveTo>
                    <a:pt x="323847" y="186477"/>
                  </a:moveTo>
                  <a:lnTo>
                    <a:pt x="315915" y="186477"/>
                  </a:lnTo>
                  <a:lnTo>
                    <a:pt x="315915" y="217597"/>
                  </a:lnTo>
                  <a:lnTo>
                    <a:pt x="154252" y="282961"/>
                  </a:lnTo>
                  <a:lnTo>
                    <a:pt x="175442" y="282961"/>
                  </a:lnTo>
                  <a:lnTo>
                    <a:pt x="318063" y="225292"/>
                  </a:lnTo>
                  <a:lnTo>
                    <a:pt x="341504" y="225292"/>
                  </a:lnTo>
                  <a:lnTo>
                    <a:pt x="323847" y="219026"/>
                  </a:lnTo>
                  <a:lnTo>
                    <a:pt x="323847" y="186477"/>
                  </a:lnTo>
                  <a:close/>
                </a:path>
                <a:path w="348614" h="311150">
                  <a:moveTo>
                    <a:pt x="62336" y="207078"/>
                  </a:moveTo>
                  <a:lnTo>
                    <a:pt x="40704" y="207078"/>
                  </a:lnTo>
                  <a:lnTo>
                    <a:pt x="153753" y="251622"/>
                  </a:lnTo>
                  <a:lnTo>
                    <a:pt x="154808" y="251622"/>
                  </a:lnTo>
                  <a:lnTo>
                    <a:pt x="175441" y="243278"/>
                  </a:lnTo>
                  <a:lnTo>
                    <a:pt x="154252" y="243278"/>
                  </a:lnTo>
                  <a:lnTo>
                    <a:pt x="62336" y="207078"/>
                  </a:lnTo>
                  <a:close/>
                </a:path>
                <a:path w="348614"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4" h="311150">
                  <a:moveTo>
                    <a:pt x="24090" y="132575"/>
                  </a:moveTo>
                  <a:lnTo>
                    <a:pt x="23882" y="132575"/>
                  </a:lnTo>
                  <a:lnTo>
                    <a:pt x="21681" y="133534"/>
                  </a:lnTo>
                  <a:lnTo>
                    <a:pt x="20696" y="136037"/>
                  </a:lnTo>
                  <a:lnTo>
                    <a:pt x="20603" y="178973"/>
                  </a:lnTo>
                  <a:lnTo>
                    <a:pt x="21598" y="180438"/>
                  </a:lnTo>
                  <a:lnTo>
                    <a:pt x="153578" y="232422"/>
                  </a:lnTo>
                  <a:lnTo>
                    <a:pt x="154622" y="232422"/>
                  </a:lnTo>
                  <a:lnTo>
                    <a:pt x="175520" y="224092"/>
                  </a:lnTo>
                  <a:lnTo>
                    <a:pt x="154084" y="224092"/>
                  </a:lnTo>
                  <a:lnTo>
                    <a:pt x="28535" y="174638"/>
                  </a:lnTo>
                  <a:lnTo>
                    <a:pt x="28535" y="142849"/>
                  </a:lnTo>
                  <a:lnTo>
                    <a:pt x="50220" y="142849"/>
                  </a:lnTo>
                  <a:lnTo>
                    <a:pt x="24090" y="132575"/>
                  </a:lnTo>
                  <a:close/>
                </a:path>
                <a:path w="348614"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4" h="311150">
                  <a:moveTo>
                    <a:pt x="50220" y="142849"/>
                  </a:moveTo>
                  <a:lnTo>
                    <a:pt x="28535" y="142849"/>
                  </a:lnTo>
                  <a:lnTo>
                    <a:pt x="153753" y="192098"/>
                  </a:lnTo>
                  <a:lnTo>
                    <a:pt x="154808" y="192098"/>
                  </a:lnTo>
                  <a:lnTo>
                    <a:pt x="175445" y="183755"/>
                  </a:lnTo>
                  <a:lnTo>
                    <a:pt x="154252" y="183755"/>
                  </a:lnTo>
                  <a:lnTo>
                    <a:pt x="50220" y="142849"/>
                  </a:lnTo>
                  <a:close/>
                </a:path>
                <a:path w="348614"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69" y="111880"/>
                  </a:lnTo>
                  <a:lnTo>
                    <a:pt x="347214" y="108792"/>
                  </a:lnTo>
                  <a:lnTo>
                    <a:pt x="346387" y="107972"/>
                  </a:lnTo>
                  <a:lnTo>
                    <a:pt x="341519" y="106246"/>
                  </a:lnTo>
                  <a:close/>
                </a:path>
                <a:path w="348614" h="311150">
                  <a:moveTo>
                    <a:pt x="35879" y="77611"/>
                  </a:moveTo>
                  <a:lnTo>
                    <a:pt x="33579" y="78613"/>
                  </a:lnTo>
                  <a:lnTo>
                    <a:pt x="32594" y="81117"/>
                  </a:lnTo>
                  <a:lnTo>
                    <a:pt x="32501" y="123418"/>
                  </a:lnTo>
                  <a:lnTo>
                    <a:pt x="33496" y="124883"/>
                  </a:lnTo>
                  <a:lnTo>
                    <a:pt x="153753" y="172257"/>
                  </a:lnTo>
                  <a:lnTo>
                    <a:pt x="154808" y="172257"/>
                  </a:lnTo>
                  <a:lnTo>
                    <a:pt x="175441" y="163914"/>
                  </a:lnTo>
                  <a:lnTo>
                    <a:pt x="154252" y="163914"/>
                  </a:lnTo>
                  <a:lnTo>
                    <a:pt x="40427" y="119073"/>
                  </a:lnTo>
                  <a:lnTo>
                    <a:pt x="40427" y="87922"/>
                  </a:lnTo>
                  <a:lnTo>
                    <a:pt x="62059" y="87922"/>
                  </a:lnTo>
                  <a:lnTo>
                    <a:pt x="35879" y="77611"/>
                  </a:lnTo>
                  <a:close/>
                </a:path>
                <a:path w="348614"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4" h="311150">
                  <a:moveTo>
                    <a:pt x="62059" y="87922"/>
                  </a:moveTo>
                  <a:lnTo>
                    <a:pt x="40427" y="87922"/>
                  </a:lnTo>
                  <a:lnTo>
                    <a:pt x="153753" y="132575"/>
                  </a:lnTo>
                  <a:lnTo>
                    <a:pt x="154807" y="132575"/>
                  </a:lnTo>
                  <a:lnTo>
                    <a:pt x="175138" y="124354"/>
                  </a:lnTo>
                  <a:lnTo>
                    <a:pt x="154563" y="124354"/>
                  </a:lnTo>
                  <a:lnTo>
                    <a:pt x="62059" y="87922"/>
                  </a:lnTo>
                  <a:close/>
                </a:path>
                <a:path w="348614"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8" y="49880"/>
                  </a:lnTo>
                  <a:lnTo>
                    <a:pt x="229308" y="8267"/>
                  </a:lnTo>
                  <a:close/>
                </a:path>
              </a:pathLst>
            </a:custGeom>
            <a:solidFill>
              <a:srgbClr val="000000"/>
            </a:solidFill>
          </p:spPr>
          <p:txBody>
            <a:bodyPr wrap="square" lIns="0" tIns="0" rIns="0" bIns="0" rtlCol="0"/>
            <a:lstStyle/>
            <a:p>
              <a:endParaRPr/>
            </a:p>
          </p:txBody>
        </p:sp>
        <p:pic>
          <p:nvPicPr>
            <p:cNvPr id="25" name="object 25"/>
            <p:cNvPicPr/>
            <p:nvPr/>
          </p:nvPicPr>
          <p:blipFill>
            <a:blip r:embed="rId7" cstate="print"/>
            <a:stretch>
              <a:fillRect/>
            </a:stretch>
          </p:blipFill>
          <p:spPr>
            <a:xfrm>
              <a:off x="4940807" y="5314188"/>
              <a:ext cx="234670" cy="571500"/>
            </a:xfrm>
            <a:prstGeom prst="rect">
              <a:avLst/>
            </a:prstGeom>
          </p:spPr>
        </p:pic>
        <p:sp>
          <p:nvSpPr>
            <p:cNvPr id="26" name="object 26"/>
            <p:cNvSpPr/>
            <p:nvPr/>
          </p:nvSpPr>
          <p:spPr>
            <a:xfrm>
              <a:off x="5022595" y="5412994"/>
              <a:ext cx="76200" cy="414020"/>
            </a:xfrm>
            <a:custGeom>
              <a:avLst/>
              <a:gdLst/>
              <a:ahLst/>
              <a:cxnLst/>
              <a:rect l="l" t="t" r="r" b="b"/>
              <a:pathLst>
                <a:path w="76200" h="414020">
                  <a:moveTo>
                    <a:pt x="50673" y="63499"/>
                  </a:moveTo>
                  <a:lnTo>
                    <a:pt x="25273" y="63626"/>
                  </a:lnTo>
                  <a:lnTo>
                    <a:pt x="27050" y="413765"/>
                  </a:lnTo>
                  <a:lnTo>
                    <a:pt x="27050" y="413892"/>
                  </a:lnTo>
                  <a:lnTo>
                    <a:pt x="52450" y="413765"/>
                  </a:lnTo>
                  <a:lnTo>
                    <a:pt x="50738" y="76453"/>
                  </a:lnTo>
                  <a:lnTo>
                    <a:pt x="0" y="76453"/>
                  </a:lnTo>
                  <a:lnTo>
                    <a:pt x="50737" y="76200"/>
                  </a:lnTo>
                  <a:lnTo>
                    <a:pt x="50673" y="63499"/>
                  </a:lnTo>
                  <a:close/>
                </a:path>
                <a:path w="76200" h="414020">
                  <a:moveTo>
                    <a:pt x="37718" y="0"/>
                  </a:moveTo>
                  <a:lnTo>
                    <a:pt x="187" y="76072"/>
                  </a:lnTo>
                  <a:lnTo>
                    <a:pt x="125" y="76200"/>
                  </a:lnTo>
                  <a:lnTo>
                    <a:pt x="0" y="76453"/>
                  </a:lnTo>
                  <a:lnTo>
                    <a:pt x="25338" y="76453"/>
                  </a:lnTo>
                  <a:lnTo>
                    <a:pt x="25273" y="63626"/>
                  </a:lnTo>
                  <a:lnTo>
                    <a:pt x="69840" y="63499"/>
                  </a:lnTo>
                  <a:lnTo>
                    <a:pt x="37718" y="0"/>
                  </a:lnTo>
                  <a:close/>
                </a:path>
                <a:path w="76200" h="414020">
                  <a:moveTo>
                    <a:pt x="50737" y="76200"/>
                  </a:moveTo>
                  <a:lnTo>
                    <a:pt x="0" y="76453"/>
                  </a:lnTo>
                  <a:lnTo>
                    <a:pt x="50738" y="76453"/>
                  </a:lnTo>
                  <a:lnTo>
                    <a:pt x="50737" y="76200"/>
                  </a:lnTo>
                  <a:close/>
                </a:path>
                <a:path w="76200" h="414020">
                  <a:moveTo>
                    <a:pt x="69840" y="63499"/>
                  </a:moveTo>
                  <a:lnTo>
                    <a:pt x="50673" y="63499"/>
                  </a:lnTo>
                  <a:lnTo>
                    <a:pt x="50737" y="76200"/>
                  </a:lnTo>
                  <a:lnTo>
                    <a:pt x="76200" y="76072"/>
                  </a:lnTo>
                  <a:lnTo>
                    <a:pt x="69904" y="63626"/>
                  </a:lnTo>
                  <a:lnTo>
                    <a:pt x="69840" y="63499"/>
                  </a:lnTo>
                  <a:close/>
                </a:path>
              </a:pathLst>
            </a:custGeom>
            <a:solidFill>
              <a:srgbClr val="D99593"/>
            </a:solidFill>
          </p:spPr>
          <p:txBody>
            <a:bodyPr wrap="square" lIns="0" tIns="0" rIns="0" bIns="0" rtlCol="0"/>
            <a:lstStyle/>
            <a:p>
              <a:endParaRPr/>
            </a:p>
          </p:txBody>
        </p:sp>
        <p:pic>
          <p:nvPicPr>
            <p:cNvPr id="27" name="object 27"/>
            <p:cNvPicPr/>
            <p:nvPr/>
          </p:nvPicPr>
          <p:blipFill>
            <a:blip r:embed="rId8" cstate="print"/>
            <a:stretch>
              <a:fillRect/>
            </a:stretch>
          </p:blipFill>
          <p:spPr>
            <a:xfrm>
              <a:off x="4940807" y="4535398"/>
              <a:ext cx="234670" cy="559333"/>
            </a:xfrm>
            <a:prstGeom prst="rect">
              <a:avLst/>
            </a:prstGeom>
          </p:spPr>
        </p:pic>
        <p:sp>
          <p:nvSpPr>
            <p:cNvPr id="28" name="object 28"/>
            <p:cNvSpPr/>
            <p:nvPr/>
          </p:nvSpPr>
          <p:spPr>
            <a:xfrm>
              <a:off x="5022595" y="4557649"/>
              <a:ext cx="76200" cy="402590"/>
            </a:xfrm>
            <a:custGeom>
              <a:avLst/>
              <a:gdLst/>
              <a:ahLst/>
              <a:cxnLst/>
              <a:rect l="l" t="t" r="r" b="b"/>
              <a:pathLst>
                <a:path w="76200" h="402589">
                  <a:moveTo>
                    <a:pt x="0" y="325881"/>
                  </a:moveTo>
                  <a:lnTo>
                    <a:pt x="37718" y="402208"/>
                  </a:lnTo>
                  <a:lnTo>
                    <a:pt x="69829" y="338836"/>
                  </a:lnTo>
                  <a:lnTo>
                    <a:pt x="50673" y="338836"/>
                  </a:lnTo>
                  <a:lnTo>
                    <a:pt x="25400" y="338708"/>
                  </a:lnTo>
                  <a:lnTo>
                    <a:pt x="25465" y="326135"/>
                  </a:lnTo>
                  <a:lnTo>
                    <a:pt x="50744" y="326135"/>
                  </a:lnTo>
                  <a:lnTo>
                    <a:pt x="0" y="325881"/>
                  </a:lnTo>
                  <a:close/>
                </a:path>
                <a:path w="76200" h="402589">
                  <a:moveTo>
                    <a:pt x="52577" y="0"/>
                  </a:moveTo>
                  <a:lnTo>
                    <a:pt x="27177" y="0"/>
                  </a:lnTo>
                  <a:lnTo>
                    <a:pt x="25467" y="325881"/>
                  </a:lnTo>
                  <a:lnTo>
                    <a:pt x="25400" y="338708"/>
                  </a:lnTo>
                  <a:lnTo>
                    <a:pt x="50673" y="338836"/>
                  </a:lnTo>
                  <a:lnTo>
                    <a:pt x="52577" y="0"/>
                  </a:lnTo>
                  <a:close/>
                </a:path>
                <a:path w="76200" h="402589">
                  <a:moveTo>
                    <a:pt x="50744" y="326135"/>
                  </a:moveTo>
                  <a:lnTo>
                    <a:pt x="50673" y="338836"/>
                  </a:lnTo>
                  <a:lnTo>
                    <a:pt x="69829" y="338836"/>
                  </a:lnTo>
                  <a:lnTo>
                    <a:pt x="76200" y="326263"/>
                  </a:lnTo>
                  <a:lnTo>
                    <a:pt x="50744" y="326135"/>
                  </a:lnTo>
                  <a:close/>
                </a:path>
              </a:pathLst>
            </a:custGeom>
            <a:solidFill>
              <a:srgbClr val="D99593"/>
            </a:solidFill>
          </p:spPr>
          <p:txBody>
            <a:bodyPr wrap="square" lIns="0" tIns="0" rIns="0" bIns="0" rtlCol="0"/>
            <a:lstStyle/>
            <a:p>
              <a:endParaRPr/>
            </a:p>
          </p:txBody>
        </p:sp>
        <p:pic>
          <p:nvPicPr>
            <p:cNvPr id="29" name="object 29"/>
            <p:cNvPicPr/>
            <p:nvPr/>
          </p:nvPicPr>
          <p:blipFill>
            <a:blip r:embed="rId9" cstate="print"/>
            <a:stretch>
              <a:fillRect/>
            </a:stretch>
          </p:blipFill>
          <p:spPr>
            <a:xfrm>
              <a:off x="2926079" y="4299216"/>
              <a:ext cx="1121664" cy="1021067"/>
            </a:xfrm>
            <a:prstGeom prst="rect">
              <a:avLst/>
            </a:prstGeom>
          </p:spPr>
        </p:pic>
        <p:sp>
          <p:nvSpPr>
            <p:cNvPr id="30" name="object 30"/>
            <p:cNvSpPr/>
            <p:nvPr/>
          </p:nvSpPr>
          <p:spPr>
            <a:xfrm>
              <a:off x="3045078" y="4321556"/>
              <a:ext cx="964565" cy="864235"/>
            </a:xfrm>
            <a:custGeom>
              <a:avLst/>
              <a:gdLst/>
              <a:ahLst/>
              <a:cxnLst/>
              <a:rect l="l" t="t" r="r" b="b"/>
              <a:pathLst>
                <a:path w="964564" h="864235">
                  <a:moveTo>
                    <a:pt x="31368" y="784860"/>
                  </a:moveTo>
                  <a:lnTo>
                    <a:pt x="0" y="864108"/>
                  </a:lnTo>
                  <a:lnTo>
                    <a:pt x="82168" y="841629"/>
                  </a:lnTo>
                  <a:lnTo>
                    <a:pt x="72849" y="831215"/>
                  </a:lnTo>
                  <a:lnTo>
                    <a:pt x="55752" y="831215"/>
                  </a:lnTo>
                  <a:lnTo>
                    <a:pt x="38862" y="812292"/>
                  </a:lnTo>
                  <a:lnTo>
                    <a:pt x="48336" y="803821"/>
                  </a:lnTo>
                  <a:lnTo>
                    <a:pt x="31368" y="784860"/>
                  </a:lnTo>
                  <a:close/>
                </a:path>
                <a:path w="964564" h="864235">
                  <a:moveTo>
                    <a:pt x="48336" y="803821"/>
                  </a:moveTo>
                  <a:lnTo>
                    <a:pt x="38862" y="812292"/>
                  </a:lnTo>
                  <a:lnTo>
                    <a:pt x="55752" y="831215"/>
                  </a:lnTo>
                  <a:lnTo>
                    <a:pt x="65251" y="822723"/>
                  </a:lnTo>
                  <a:lnTo>
                    <a:pt x="48336" y="803821"/>
                  </a:lnTo>
                  <a:close/>
                </a:path>
                <a:path w="964564" h="864235">
                  <a:moveTo>
                    <a:pt x="65251" y="822723"/>
                  </a:moveTo>
                  <a:lnTo>
                    <a:pt x="55752" y="831215"/>
                  </a:lnTo>
                  <a:lnTo>
                    <a:pt x="72849" y="831215"/>
                  </a:lnTo>
                  <a:lnTo>
                    <a:pt x="65251" y="822723"/>
                  </a:lnTo>
                  <a:close/>
                </a:path>
                <a:path w="964564" h="864235">
                  <a:moveTo>
                    <a:pt x="947419" y="0"/>
                  </a:moveTo>
                  <a:lnTo>
                    <a:pt x="48336" y="803821"/>
                  </a:lnTo>
                  <a:lnTo>
                    <a:pt x="65251" y="822723"/>
                  </a:lnTo>
                  <a:lnTo>
                    <a:pt x="964437" y="18923"/>
                  </a:lnTo>
                  <a:lnTo>
                    <a:pt x="947419" y="0"/>
                  </a:lnTo>
                  <a:close/>
                </a:path>
              </a:pathLst>
            </a:custGeom>
            <a:solidFill>
              <a:srgbClr val="77923B"/>
            </a:solidFill>
          </p:spPr>
          <p:txBody>
            <a:bodyPr wrap="square" lIns="0" tIns="0" rIns="0" bIns="0" rtlCol="0"/>
            <a:lstStyle/>
            <a:p>
              <a:endParaRPr/>
            </a:p>
          </p:txBody>
        </p:sp>
        <p:pic>
          <p:nvPicPr>
            <p:cNvPr id="31" name="object 31"/>
            <p:cNvPicPr/>
            <p:nvPr/>
          </p:nvPicPr>
          <p:blipFill>
            <a:blip r:embed="rId10" cstate="print"/>
            <a:stretch>
              <a:fillRect/>
            </a:stretch>
          </p:blipFill>
          <p:spPr>
            <a:xfrm>
              <a:off x="2926079" y="5085588"/>
              <a:ext cx="1121664" cy="1034808"/>
            </a:xfrm>
            <a:prstGeom prst="rect">
              <a:avLst/>
            </a:prstGeom>
          </p:spPr>
        </p:pic>
        <p:sp>
          <p:nvSpPr>
            <p:cNvPr id="32" name="object 32"/>
            <p:cNvSpPr/>
            <p:nvPr/>
          </p:nvSpPr>
          <p:spPr>
            <a:xfrm>
              <a:off x="3045078" y="5185664"/>
              <a:ext cx="964565" cy="876935"/>
            </a:xfrm>
            <a:custGeom>
              <a:avLst/>
              <a:gdLst/>
              <a:ahLst/>
              <a:cxnLst/>
              <a:rect l="l" t="t" r="r" b="b"/>
              <a:pathLst>
                <a:path w="964564" h="876935">
                  <a:moveTo>
                    <a:pt x="64934" y="41835"/>
                  </a:moveTo>
                  <a:lnTo>
                    <a:pt x="47892" y="60610"/>
                  </a:lnTo>
                  <a:lnTo>
                    <a:pt x="947419" y="876858"/>
                  </a:lnTo>
                  <a:lnTo>
                    <a:pt x="964437" y="858050"/>
                  </a:lnTo>
                  <a:lnTo>
                    <a:pt x="64934" y="41835"/>
                  </a:lnTo>
                  <a:close/>
                </a:path>
                <a:path w="964564" h="876935">
                  <a:moveTo>
                    <a:pt x="0" y="0"/>
                  </a:moveTo>
                  <a:lnTo>
                    <a:pt x="30860" y="79375"/>
                  </a:lnTo>
                  <a:lnTo>
                    <a:pt x="47892" y="60610"/>
                  </a:lnTo>
                  <a:lnTo>
                    <a:pt x="38481" y="52070"/>
                  </a:lnTo>
                  <a:lnTo>
                    <a:pt x="55498" y="33274"/>
                  </a:lnTo>
                  <a:lnTo>
                    <a:pt x="72704" y="33274"/>
                  </a:lnTo>
                  <a:lnTo>
                    <a:pt x="82041" y="22987"/>
                  </a:lnTo>
                  <a:lnTo>
                    <a:pt x="0" y="0"/>
                  </a:lnTo>
                  <a:close/>
                </a:path>
                <a:path w="964564" h="876935">
                  <a:moveTo>
                    <a:pt x="55498" y="33274"/>
                  </a:moveTo>
                  <a:lnTo>
                    <a:pt x="38481" y="52070"/>
                  </a:lnTo>
                  <a:lnTo>
                    <a:pt x="47892" y="60610"/>
                  </a:lnTo>
                  <a:lnTo>
                    <a:pt x="64934" y="41835"/>
                  </a:lnTo>
                  <a:lnTo>
                    <a:pt x="55498" y="33274"/>
                  </a:lnTo>
                  <a:close/>
                </a:path>
                <a:path w="964564" h="876935">
                  <a:moveTo>
                    <a:pt x="72704" y="33274"/>
                  </a:moveTo>
                  <a:lnTo>
                    <a:pt x="55498" y="33274"/>
                  </a:lnTo>
                  <a:lnTo>
                    <a:pt x="64934" y="41835"/>
                  </a:lnTo>
                  <a:lnTo>
                    <a:pt x="72704" y="33274"/>
                  </a:lnTo>
                  <a:close/>
                </a:path>
              </a:pathLst>
            </a:custGeom>
            <a:solidFill>
              <a:srgbClr val="4F81BC"/>
            </a:solidFill>
          </p:spPr>
          <p:txBody>
            <a:bodyPr wrap="square" lIns="0" tIns="0" rIns="0" bIns="0" rtlCol="0"/>
            <a:lstStyle/>
            <a:p>
              <a:endParaRPr/>
            </a:p>
          </p:txBody>
        </p:sp>
      </p:grpSp>
      <p:sp>
        <p:nvSpPr>
          <p:cNvPr id="33" name="object 33"/>
          <p:cNvSpPr txBox="1"/>
          <p:nvPr/>
        </p:nvSpPr>
        <p:spPr>
          <a:xfrm>
            <a:off x="3480308" y="4996434"/>
            <a:ext cx="382905" cy="193675"/>
          </a:xfrm>
          <a:prstGeom prst="rect">
            <a:avLst/>
          </a:prstGeom>
        </p:spPr>
        <p:txBody>
          <a:bodyPr vert="horz" wrap="square" lIns="0" tIns="12700" rIns="0" bIns="0" rtlCol="0">
            <a:spAutoFit/>
          </a:bodyPr>
          <a:lstStyle/>
          <a:p>
            <a:pPr marL="12700">
              <a:lnSpc>
                <a:spcPct val="100000"/>
              </a:lnSpc>
              <a:spcBef>
                <a:spcPts val="100"/>
              </a:spcBef>
            </a:pPr>
            <a:r>
              <a:rPr sz="1100" b="1" spc="-20" dirty="0">
                <a:solidFill>
                  <a:srgbClr val="943735"/>
                </a:solidFill>
                <a:latin typeface="Calibri"/>
                <a:cs typeface="Calibri"/>
              </a:rPr>
              <a:t>MQTT</a:t>
            </a:r>
            <a:endParaRPr sz="1100">
              <a:latin typeface="Calibri"/>
              <a:cs typeface="Calibri"/>
            </a:endParaRPr>
          </a:p>
        </p:txBody>
      </p:sp>
      <p:grpSp>
        <p:nvGrpSpPr>
          <p:cNvPr id="34" name="object 34"/>
          <p:cNvGrpSpPr/>
          <p:nvPr/>
        </p:nvGrpSpPr>
        <p:grpSpPr>
          <a:xfrm>
            <a:off x="2926079" y="3607295"/>
            <a:ext cx="6080760" cy="2345690"/>
            <a:chOff x="2926079" y="3607295"/>
            <a:chExt cx="6080760" cy="2345690"/>
          </a:xfrm>
        </p:grpSpPr>
        <p:pic>
          <p:nvPicPr>
            <p:cNvPr id="35" name="object 35"/>
            <p:cNvPicPr/>
            <p:nvPr/>
          </p:nvPicPr>
          <p:blipFill>
            <a:blip r:embed="rId11" cstate="print"/>
            <a:stretch>
              <a:fillRect/>
            </a:stretch>
          </p:blipFill>
          <p:spPr>
            <a:xfrm>
              <a:off x="3311016" y="4580001"/>
              <a:ext cx="234696" cy="254000"/>
            </a:xfrm>
            <a:prstGeom prst="rect">
              <a:avLst/>
            </a:prstGeom>
          </p:spPr>
        </p:pic>
        <p:pic>
          <p:nvPicPr>
            <p:cNvPr id="36" name="object 36"/>
            <p:cNvPicPr/>
            <p:nvPr/>
          </p:nvPicPr>
          <p:blipFill>
            <a:blip r:embed="rId12" cstate="print"/>
            <a:stretch>
              <a:fillRect/>
            </a:stretch>
          </p:blipFill>
          <p:spPr>
            <a:xfrm>
              <a:off x="5236463" y="5393436"/>
              <a:ext cx="233172" cy="559333"/>
            </a:xfrm>
            <a:prstGeom prst="rect">
              <a:avLst/>
            </a:prstGeom>
          </p:spPr>
        </p:pic>
        <p:sp>
          <p:nvSpPr>
            <p:cNvPr id="37" name="object 37"/>
            <p:cNvSpPr/>
            <p:nvPr/>
          </p:nvSpPr>
          <p:spPr>
            <a:xfrm>
              <a:off x="5317616" y="5416423"/>
              <a:ext cx="76200" cy="402590"/>
            </a:xfrm>
            <a:custGeom>
              <a:avLst/>
              <a:gdLst/>
              <a:ahLst/>
              <a:cxnLst/>
              <a:rect l="l" t="t" r="r" b="b"/>
              <a:pathLst>
                <a:path w="76200" h="402589">
                  <a:moveTo>
                    <a:pt x="0" y="325869"/>
                  </a:moveTo>
                  <a:lnTo>
                    <a:pt x="37719" y="402272"/>
                  </a:lnTo>
                  <a:lnTo>
                    <a:pt x="69840" y="338835"/>
                  </a:lnTo>
                  <a:lnTo>
                    <a:pt x="50800" y="338835"/>
                  </a:lnTo>
                  <a:lnTo>
                    <a:pt x="25400" y="338708"/>
                  </a:lnTo>
                  <a:lnTo>
                    <a:pt x="25466" y="326005"/>
                  </a:lnTo>
                  <a:lnTo>
                    <a:pt x="0" y="325869"/>
                  </a:lnTo>
                  <a:close/>
                </a:path>
                <a:path w="76200" h="402589">
                  <a:moveTo>
                    <a:pt x="25466" y="326005"/>
                  </a:moveTo>
                  <a:lnTo>
                    <a:pt x="25400" y="338708"/>
                  </a:lnTo>
                  <a:lnTo>
                    <a:pt x="50800" y="338835"/>
                  </a:lnTo>
                  <a:lnTo>
                    <a:pt x="50866" y="326140"/>
                  </a:lnTo>
                  <a:lnTo>
                    <a:pt x="25466" y="326005"/>
                  </a:lnTo>
                  <a:close/>
                </a:path>
                <a:path w="76200" h="402589">
                  <a:moveTo>
                    <a:pt x="50866" y="326140"/>
                  </a:moveTo>
                  <a:lnTo>
                    <a:pt x="50800" y="338835"/>
                  </a:lnTo>
                  <a:lnTo>
                    <a:pt x="69840" y="338835"/>
                  </a:lnTo>
                  <a:lnTo>
                    <a:pt x="76200" y="326275"/>
                  </a:lnTo>
                  <a:lnTo>
                    <a:pt x="50866" y="326140"/>
                  </a:lnTo>
                  <a:close/>
                </a:path>
                <a:path w="76200" h="402589">
                  <a:moveTo>
                    <a:pt x="52578" y="0"/>
                  </a:moveTo>
                  <a:lnTo>
                    <a:pt x="27177" y="0"/>
                  </a:lnTo>
                  <a:lnTo>
                    <a:pt x="25467" y="325869"/>
                  </a:lnTo>
                  <a:lnTo>
                    <a:pt x="25466" y="326005"/>
                  </a:lnTo>
                  <a:lnTo>
                    <a:pt x="50866" y="326140"/>
                  </a:lnTo>
                  <a:lnTo>
                    <a:pt x="52578" y="0"/>
                  </a:lnTo>
                  <a:close/>
                </a:path>
              </a:pathLst>
            </a:custGeom>
            <a:solidFill>
              <a:srgbClr val="375F92"/>
            </a:solidFill>
          </p:spPr>
          <p:txBody>
            <a:bodyPr wrap="square" lIns="0" tIns="0" rIns="0" bIns="0" rtlCol="0"/>
            <a:lstStyle/>
            <a:p>
              <a:endParaRPr/>
            </a:p>
          </p:txBody>
        </p:sp>
        <p:pic>
          <p:nvPicPr>
            <p:cNvPr id="38" name="object 38"/>
            <p:cNvPicPr/>
            <p:nvPr/>
          </p:nvPicPr>
          <p:blipFill>
            <a:blip r:embed="rId13" cstate="print"/>
            <a:stretch>
              <a:fillRect/>
            </a:stretch>
          </p:blipFill>
          <p:spPr>
            <a:xfrm>
              <a:off x="5219700" y="4437849"/>
              <a:ext cx="234670" cy="585254"/>
            </a:xfrm>
            <a:prstGeom prst="rect">
              <a:avLst/>
            </a:prstGeom>
          </p:spPr>
        </p:pic>
        <p:sp>
          <p:nvSpPr>
            <p:cNvPr id="39" name="object 39"/>
            <p:cNvSpPr/>
            <p:nvPr/>
          </p:nvSpPr>
          <p:spPr>
            <a:xfrm>
              <a:off x="5301487" y="4536566"/>
              <a:ext cx="76200" cy="428625"/>
            </a:xfrm>
            <a:custGeom>
              <a:avLst/>
              <a:gdLst/>
              <a:ahLst/>
              <a:cxnLst/>
              <a:rect l="l" t="t" r="r" b="b"/>
              <a:pathLst>
                <a:path w="76200" h="428625">
                  <a:moveTo>
                    <a:pt x="50800" y="63499"/>
                  </a:moveTo>
                  <a:lnTo>
                    <a:pt x="25400" y="63499"/>
                  </a:lnTo>
                  <a:lnTo>
                    <a:pt x="25400" y="428370"/>
                  </a:lnTo>
                  <a:lnTo>
                    <a:pt x="50800" y="428370"/>
                  </a:lnTo>
                  <a:lnTo>
                    <a:pt x="50800" y="63499"/>
                  </a:lnTo>
                  <a:close/>
                </a:path>
                <a:path w="76200" h="428625">
                  <a:moveTo>
                    <a:pt x="38100" y="0"/>
                  </a:moveTo>
                  <a:lnTo>
                    <a:pt x="0" y="76199"/>
                  </a:lnTo>
                  <a:lnTo>
                    <a:pt x="25400" y="76199"/>
                  </a:lnTo>
                  <a:lnTo>
                    <a:pt x="25400" y="63499"/>
                  </a:lnTo>
                  <a:lnTo>
                    <a:pt x="69850" y="63499"/>
                  </a:lnTo>
                  <a:lnTo>
                    <a:pt x="38100" y="0"/>
                  </a:lnTo>
                  <a:close/>
                </a:path>
                <a:path w="76200" h="428625">
                  <a:moveTo>
                    <a:pt x="69850" y="63499"/>
                  </a:moveTo>
                  <a:lnTo>
                    <a:pt x="50800" y="63499"/>
                  </a:lnTo>
                  <a:lnTo>
                    <a:pt x="50800" y="76199"/>
                  </a:lnTo>
                  <a:lnTo>
                    <a:pt x="76200" y="76199"/>
                  </a:lnTo>
                  <a:lnTo>
                    <a:pt x="69850" y="63499"/>
                  </a:lnTo>
                  <a:close/>
                </a:path>
              </a:pathLst>
            </a:custGeom>
            <a:solidFill>
              <a:srgbClr val="77923B"/>
            </a:solidFill>
          </p:spPr>
          <p:txBody>
            <a:bodyPr wrap="square" lIns="0" tIns="0" rIns="0" bIns="0" rtlCol="0"/>
            <a:lstStyle/>
            <a:p>
              <a:endParaRPr/>
            </a:p>
          </p:txBody>
        </p:sp>
        <p:pic>
          <p:nvPicPr>
            <p:cNvPr id="40" name="object 40"/>
            <p:cNvPicPr/>
            <p:nvPr/>
          </p:nvPicPr>
          <p:blipFill>
            <a:blip r:embed="rId14" cstate="print"/>
            <a:stretch>
              <a:fillRect/>
            </a:stretch>
          </p:blipFill>
          <p:spPr>
            <a:xfrm>
              <a:off x="6080759" y="5102352"/>
              <a:ext cx="2926080" cy="233172"/>
            </a:xfrm>
            <a:prstGeom prst="rect">
              <a:avLst/>
            </a:prstGeom>
          </p:spPr>
        </p:pic>
        <p:sp>
          <p:nvSpPr>
            <p:cNvPr id="41" name="object 41"/>
            <p:cNvSpPr/>
            <p:nvPr/>
          </p:nvSpPr>
          <p:spPr>
            <a:xfrm>
              <a:off x="6123685" y="5162930"/>
              <a:ext cx="2768600" cy="76200"/>
            </a:xfrm>
            <a:custGeom>
              <a:avLst/>
              <a:gdLst/>
              <a:ahLst/>
              <a:cxnLst/>
              <a:rect l="l" t="t" r="r" b="b"/>
              <a:pathLst>
                <a:path w="2768600" h="76200">
                  <a:moveTo>
                    <a:pt x="2692018" y="0"/>
                  </a:moveTo>
                  <a:lnTo>
                    <a:pt x="2691965" y="10795"/>
                  </a:lnTo>
                  <a:lnTo>
                    <a:pt x="2691891" y="25527"/>
                  </a:lnTo>
                  <a:lnTo>
                    <a:pt x="2691764" y="50927"/>
                  </a:lnTo>
                  <a:lnTo>
                    <a:pt x="2691638" y="76200"/>
                  </a:lnTo>
                  <a:lnTo>
                    <a:pt x="2743037" y="50927"/>
                  </a:lnTo>
                  <a:lnTo>
                    <a:pt x="2704465" y="50927"/>
                  </a:lnTo>
                  <a:lnTo>
                    <a:pt x="2704591" y="25527"/>
                  </a:lnTo>
                  <a:lnTo>
                    <a:pt x="2742317" y="25527"/>
                  </a:lnTo>
                  <a:lnTo>
                    <a:pt x="2692018" y="0"/>
                  </a:lnTo>
                  <a:close/>
                </a:path>
                <a:path w="2768600" h="76200">
                  <a:moveTo>
                    <a:pt x="253" y="10795"/>
                  </a:moveTo>
                  <a:lnTo>
                    <a:pt x="106" y="25527"/>
                  </a:lnTo>
                  <a:lnTo>
                    <a:pt x="0" y="36195"/>
                  </a:lnTo>
                  <a:lnTo>
                    <a:pt x="2704464" y="50927"/>
                  </a:lnTo>
                  <a:lnTo>
                    <a:pt x="2691764" y="50927"/>
                  </a:lnTo>
                  <a:lnTo>
                    <a:pt x="2691891" y="25527"/>
                  </a:lnTo>
                  <a:lnTo>
                    <a:pt x="2704592" y="25527"/>
                  </a:lnTo>
                  <a:lnTo>
                    <a:pt x="253" y="10795"/>
                  </a:lnTo>
                  <a:close/>
                </a:path>
                <a:path w="2768600" h="76200">
                  <a:moveTo>
                    <a:pt x="2742317" y="25527"/>
                  </a:moveTo>
                  <a:lnTo>
                    <a:pt x="2704591" y="25527"/>
                  </a:lnTo>
                  <a:lnTo>
                    <a:pt x="2704465" y="50927"/>
                  </a:lnTo>
                  <a:lnTo>
                    <a:pt x="2743037" y="50927"/>
                  </a:lnTo>
                  <a:lnTo>
                    <a:pt x="2768091" y="38608"/>
                  </a:lnTo>
                  <a:lnTo>
                    <a:pt x="2742317" y="25527"/>
                  </a:lnTo>
                  <a:close/>
                </a:path>
              </a:pathLst>
            </a:custGeom>
            <a:solidFill>
              <a:srgbClr val="D99593"/>
            </a:solidFill>
          </p:spPr>
          <p:txBody>
            <a:bodyPr wrap="square" lIns="0" tIns="0" rIns="0" bIns="0" rtlCol="0"/>
            <a:lstStyle/>
            <a:p>
              <a:endParaRPr/>
            </a:p>
          </p:txBody>
        </p:sp>
        <p:pic>
          <p:nvPicPr>
            <p:cNvPr id="42" name="object 42"/>
            <p:cNvPicPr/>
            <p:nvPr/>
          </p:nvPicPr>
          <p:blipFill>
            <a:blip r:embed="rId15" cstate="print"/>
            <a:stretch>
              <a:fillRect/>
            </a:stretch>
          </p:blipFill>
          <p:spPr>
            <a:xfrm>
              <a:off x="2926079" y="5085613"/>
              <a:ext cx="1109471" cy="234670"/>
            </a:xfrm>
            <a:prstGeom prst="rect">
              <a:avLst/>
            </a:prstGeom>
          </p:spPr>
        </p:pic>
        <p:sp>
          <p:nvSpPr>
            <p:cNvPr id="43" name="object 43"/>
            <p:cNvSpPr/>
            <p:nvPr/>
          </p:nvSpPr>
          <p:spPr>
            <a:xfrm>
              <a:off x="3045078" y="5147563"/>
              <a:ext cx="951865" cy="76200"/>
            </a:xfrm>
            <a:custGeom>
              <a:avLst/>
              <a:gdLst/>
              <a:ahLst/>
              <a:cxnLst/>
              <a:rect l="l" t="t" r="r" b="b"/>
              <a:pathLst>
                <a:path w="951864" h="76200">
                  <a:moveTo>
                    <a:pt x="76200" y="0"/>
                  </a:moveTo>
                  <a:lnTo>
                    <a:pt x="0" y="38100"/>
                  </a:lnTo>
                  <a:lnTo>
                    <a:pt x="76200" y="76200"/>
                  </a:lnTo>
                  <a:lnTo>
                    <a:pt x="76200" y="50810"/>
                  </a:lnTo>
                  <a:lnTo>
                    <a:pt x="63500" y="50810"/>
                  </a:lnTo>
                  <a:lnTo>
                    <a:pt x="63500" y="25410"/>
                  </a:lnTo>
                  <a:lnTo>
                    <a:pt x="76200" y="25410"/>
                  </a:lnTo>
                  <a:lnTo>
                    <a:pt x="76200" y="0"/>
                  </a:lnTo>
                  <a:close/>
                </a:path>
                <a:path w="951864" h="76200">
                  <a:moveTo>
                    <a:pt x="76200" y="25410"/>
                  </a:moveTo>
                  <a:lnTo>
                    <a:pt x="76200" y="50810"/>
                  </a:lnTo>
                  <a:lnTo>
                    <a:pt x="951737" y="51562"/>
                  </a:lnTo>
                  <a:lnTo>
                    <a:pt x="951737" y="26162"/>
                  </a:lnTo>
                  <a:lnTo>
                    <a:pt x="76200" y="25410"/>
                  </a:lnTo>
                  <a:close/>
                </a:path>
                <a:path w="951864" h="76200">
                  <a:moveTo>
                    <a:pt x="76200" y="25410"/>
                  </a:moveTo>
                  <a:lnTo>
                    <a:pt x="63500" y="25410"/>
                  </a:lnTo>
                  <a:lnTo>
                    <a:pt x="63500" y="50810"/>
                  </a:lnTo>
                  <a:lnTo>
                    <a:pt x="76200" y="50810"/>
                  </a:lnTo>
                  <a:lnTo>
                    <a:pt x="76200" y="25410"/>
                  </a:lnTo>
                  <a:close/>
                </a:path>
              </a:pathLst>
            </a:custGeom>
            <a:solidFill>
              <a:srgbClr val="D99593"/>
            </a:solidFill>
          </p:spPr>
          <p:txBody>
            <a:bodyPr wrap="square" lIns="0" tIns="0" rIns="0" bIns="0" rtlCol="0"/>
            <a:lstStyle/>
            <a:p>
              <a:endParaRPr/>
            </a:p>
          </p:txBody>
        </p:sp>
        <p:pic>
          <p:nvPicPr>
            <p:cNvPr id="44" name="object 44"/>
            <p:cNvPicPr/>
            <p:nvPr/>
          </p:nvPicPr>
          <p:blipFill>
            <a:blip r:embed="rId16" cstate="print"/>
            <a:stretch>
              <a:fillRect/>
            </a:stretch>
          </p:blipFill>
          <p:spPr>
            <a:xfrm>
              <a:off x="7292847" y="3607295"/>
              <a:ext cx="828471" cy="994168"/>
            </a:xfrm>
            <a:prstGeom prst="rect">
              <a:avLst/>
            </a:prstGeom>
          </p:spPr>
        </p:pic>
      </p:grpSp>
      <p:sp>
        <p:nvSpPr>
          <p:cNvPr id="45" name="object 45"/>
          <p:cNvSpPr txBox="1"/>
          <p:nvPr/>
        </p:nvSpPr>
        <p:spPr>
          <a:xfrm>
            <a:off x="9301988" y="5968695"/>
            <a:ext cx="165735" cy="328295"/>
          </a:xfrm>
          <a:prstGeom prst="rect">
            <a:avLst/>
          </a:prstGeom>
        </p:spPr>
        <p:txBody>
          <a:bodyPr vert="vert" wrap="square" lIns="0" tIns="0" rIns="0" bIns="0" rtlCol="0">
            <a:spAutoFit/>
          </a:bodyPr>
          <a:lstStyle/>
          <a:p>
            <a:pPr marL="12700">
              <a:lnSpc>
                <a:spcPts val="1150"/>
              </a:lnSpc>
            </a:pPr>
            <a:r>
              <a:rPr sz="1100" b="1" spc="-20" dirty="0">
                <a:solidFill>
                  <a:srgbClr val="244060"/>
                </a:solidFill>
                <a:latin typeface="Calibri"/>
                <a:cs typeface="Calibri"/>
              </a:rPr>
              <a:t>HTTP</a:t>
            </a:r>
            <a:endParaRPr sz="1100">
              <a:latin typeface="Calibri"/>
              <a:cs typeface="Calibri"/>
            </a:endParaRPr>
          </a:p>
        </p:txBody>
      </p:sp>
      <p:sp>
        <p:nvSpPr>
          <p:cNvPr id="46" name="object 46"/>
          <p:cNvSpPr txBox="1"/>
          <p:nvPr/>
        </p:nvSpPr>
        <p:spPr>
          <a:xfrm>
            <a:off x="6563359" y="4138421"/>
            <a:ext cx="740410"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4F6128"/>
                </a:solidFill>
                <a:latin typeface="Calibri"/>
                <a:cs typeface="Calibri"/>
              </a:rPr>
              <a:t>HTTP</a:t>
            </a:r>
            <a:r>
              <a:rPr sz="1100" b="1" spc="-25" dirty="0">
                <a:solidFill>
                  <a:srgbClr val="4F6128"/>
                </a:solidFill>
                <a:latin typeface="Calibri"/>
                <a:cs typeface="Calibri"/>
              </a:rPr>
              <a:t> </a:t>
            </a:r>
            <a:r>
              <a:rPr sz="1100" b="1" spc="-10" dirty="0">
                <a:solidFill>
                  <a:srgbClr val="4F6128"/>
                </a:solidFill>
                <a:latin typeface="Calibri"/>
                <a:cs typeface="Calibri"/>
              </a:rPr>
              <a:t>search</a:t>
            </a:r>
            <a:endParaRPr sz="1100">
              <a:latin typeface="Calibri"/>
              <a:cs typeface="Calibri"/>
            </a:endParaRPr>
          </a:p>
        </p:txBody>
      </p:sp>
      <p:grpSp>
        <p:nvGrpSpPr>
          <p:cNvPr id="47" name="object 47"/>
          <p:cNvGrpSpPr/>
          <p:nvPr/>
        </p:nvGrpSpPr>
        <p:grpSpPr>
          <a:xfrm>
            <a:off x="1279778" y="4829555"/>
            <a:ext cx="8355965" cy="744220"/>
            <a:chOff x="1279778" y="4829555"/>
            <a:chExt cx="8355965" cy="744220"/>
          </a:xfrm>
        </p:grpSpPr>
        <p:pic>
          <p:nvPicPr>
            <p:cNvPr id="48" name="object 48"/>
            <p:cNvPicPr/>
            <p:nvPr/>
          </p:nvPicPr>
          <p:blipFill>
            <a:blip r:embed="rId17" cstate="print"/>
            <a:stretch>
              <a:fillRect/>
            </a:stretch>
          </p:blipFill>
          <p:spPr>
            <a:xfrm>
              <a:off x="8891777" y="4829555"/>
              <a:ext cx="743839" cy="743838"/>
            </a:xfrm>
            <a:prstGeom prst="rect">
              <a:avLst/>
            </a:prstGeom>
          </p:spPr>
        </p:pic>
        <p:sp>
          <p:nvSpPr>
            <p:cNvPr id="49" name="object 49"/>
            <p:cNvSpPr/>
            <p:nvPr/>
          </p:nvSpPr>
          <p:spPr>
            <a:xfrm>
              <a:off x="1292478" y="4980762"/>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endParaRPr/>
            </a:p>
          </p:txBody>
        </p:sp>
        <p:sp>
          <p:nvSpPr>
            <p:cNvPr id="50" name="object 50"/>
            <p:cNvSpPr/>
            <p:nvPr/>
          </p:nvSpPr>
          <p:spPr>
            <a:xfrm>
              <a:off x="1292478" y="4980762"/>
              <a:ext cx="1752600" cy="410209"/>
            </a:xfrm>
            <a:custGeom>
              <a:avLst/>
              <a:gdLst/>
              <a:ahLst/>
              <a:cxnLst/>
              <a:rect l="l" t="t" r="r" b="b"/>
              <a:pathLst>
                <a:path w="1752600" h="410210">
                  <a:moveTo>
                    <a:pt x="0" y="409752"/>
                  </a:moveTo>
                  <a:lnTo>
                    <a:pt x="1752600" y="409752"/>
                  </a:lnTo>
                  <a:lnTo>
                    <a:pt x="1752600" y="0"/>
                  </a:lnTo>
                  <a:lnTo>
                    <a:pt x="0" y="0"/>
                  </a:lnTo>
                  <a:lnTo>
                    <a:pt x="0" y="409752"/>
                  </a:lnTo>
                  <a:close/>
                </a:path>
              </a:pathLst>
            </a:custGeom>
            <a:ln w="25400">
              <a:solidFill>
                <a:srgbClr val="0F42D2"/>
              </a:solidFill>
            </a:ln>
          </p:spPr>
          <p:txBody>
            <a:bodyPr wrap="square" lIns="0" tIns="0" rIns="0" bIns="0" rtlCol="0"/>
            <a:lstStyle/>
            <a:p>
              <a:endParaRPr/>
            </a:p>
          </p:txBody>
        </p:sp>
      </p:grpSp>
      <p:sp>
        <p:nvSpPr>
          <p:cNvPr id="51" name="object 51"/>
          <p:cNvSpPr txBox="1"/>
          <p:nvPr/>
        </p:nvSpPr>
        <p:spPr>
          <a:xfrm>
            <a:off x="1881885" y="5021707"/>
            <a:ext cx="10820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F42D2"/>
                </a:solidFill>
                <a:latin typeface="Calibri"/>
                <a:cs typeface="Calibri"/>
              </a:rPr>
              <a:t>WIS2</a:t>
            </a:r>
            <a:r>
              <a:rPr sz="1800" b="1" spc="-40" dirty="0">
                <a:solidFill>
                  <a:srgbClr val="0F42D2"/>
                </a:solidFill>
                <a:latin typeface="Calibri"/>
                <a:cs typeface="Calibri"/>
              </a:rPr>
              <a:t> </a:t>
            </a:r>
            <a:r>
              <a:rPr sz="1800" b="1" spc="-20" dirty="0">
                <a:solidFill>
                  <a:srgbClr val="0F42D2"/>
                </a:solidFill>
                <a:latin typeface="Calibri"/>
                <a:cs typeface="Calibri"/>
              </a:rPr>
              <a:t>Node</a:t>
            </a:r>
            <a:endParaRPr sz="1800">
              <a:latin typeface="Calibri"/>
              <a:cs typeface="Calibri"/>
            </a:endParaRPr>
          </a:p>
        </p:txBody>
      </p:sp>
      <p:pic>
        <p:nvPicPr>
          <p:cNvPr id="52" name="object 52"/>
          <p:cNvPicPr/>
          <p:nvPr/>
        </p:nvPicPr>
        <p:blipFill>
          <a:blip r:embed="rId18" cstate="print"/>
          <a:stretch>
            <a:fillRect/>
          </a:stretch>
        </p:blipFill>
        <p:spPr>
          <a:xfrm>
            <a:off x="1373505" y="5019001"/>
            <a:ext cx="389559" cy="356400"/>
          </a:xfrm>
          <a:prstGeom prst="rect">
            <a:avLst/>
          </a:prstGeom>
        </p:spPr>
      </p:pic>
      <p:grpSp>
        <p:nvGrpSpPr>
          <p:cNvPr id="53" name="object 53"/>
          <p:cNvGrpSpPr/>
          <p:nvPr/>
        </p:nvGrpSpPr>
        <p:grpSpPr>
          <a:xfrm>
            <a:off x="2049779" y="5291328"/>
            <a:ext cx="7265034" cy="1385570"/>
            <a:chOff x="2049779" y="5291328"/>
            <a:chExt cx="7265034" cy="1385570"/>
          </a:xfrm>
        </p:grpSpPr>
        <p:pic>
          <p:nvPicPr>
            <p:cNvPr id="54" name="object 54"/>
            <p:cNvPicPr/>
            <p:nvPr/>
          </p:nvPicPr>
          <p:blipFill>
            <a:blip r:embed="rId19" cstate="print"/>
            <a:stretch>
              <a:fillRect/>
            </a:stretch>
          </p:blipFill>
          <p:spPr>
            <a:xfrm>
              <a:off x="2049779" y="5291328"/>
              <a:ext cx="7264908" cy="1385316"/>
            </a:xfrm>
            <a:prstGeom prst="rect">
              <a:avLst/>
            </a:prstGeom>
          </p:spPr>
        </p:pic>
        <p:sp>
          <p:nvSpPr>
            <p:cNvPr id="55" name="object 55"/>
            <p:cNvSpPr/>
            <p:nvPr/>
          </p:nvSpPr>
          <p:spPr>
            <a:xfrm>
              <a:off x="2130678" y="5390515"/>
              <a:ext cx="7145655" cy="1228090"/>
            </a:xfrm>
            <a:custGeom>
              <a:avLst/>
              <a:gdLst/>
              <a:ahLst/>
              <a:cxnLst/>
              <a:rect l="l" t="t" r="r" b="b"/>
              <a:pathLst>
                <a:path w="7145655" h="1228090">
                  <a:moveTo>
                    <a:pt x="50800" y="63500"/>
                  </a:moveTo>
                  <a:lnTo>
                    <a:pt x="25400" y="63500"/>
                  </a:lnTo>
                  <a:lnTo>
                    <a:pt x="25400" y="1222095"/>
                  </a:lnTo>
                  <a:lnTo>
                    <a:pt x="31114" y="1227785"/>
                  </a:lnTo>
                  <a:lnTo>
                    <a:pt x="7139927" y="1227785"/>
                  </a:lnTo>
                  <a:lnTo>
                    <a:pt x="7145655" y="1222095"/>
                  </a:lnTo>
                  <a:lnTo>
                    <a:pt x="7145655" y="1215085"/>
                  </a:lnTo>
                  <a:lnTo>
                    <a:pt x="50800" y="1215085"/>
                  </a:lnTo>
                  <a:lnTo>
                    <a:pt x="38100" y="1202385"/>
                  </a:lnTo>
                  <a:lnTo>
                    <a:pt x="50800" y="1202385"/>
                  </a:lnTo>
                  <a:lnTo>
                    <a:pt x="50800" y="63500"/>
                  </a:lnTo>
                  <a:close/>
                </a:path>
                <a:path w="7145655" h="1228090">
                  <a:moveTo>
                    <a:pt x="50800" y="1202385"/>
                  </a:moveTo>
                  <a:lnTo>
                    <a:pt x="38100" y="1202385"/>
                  </a:lnTo>
                  <a:lnTo>
                    <a:pt x="50800" y="1215085"/>
                  </a:lnTo>
                  <a:lnTo>
                    <a:pt x="50800" y="1202385"/>
                  </a:lnTo>
                  <a:close/>
                </a:path>
                <a:path w="7145655" h="1228090">
                  <a:moveTo>
                    <a:pt x="7120255" y="1202385"/>
                  </a:moveTo>
                  <a:lnTo>
                    <a:pt x="50800" y="1202385"/>
                  </a:lnTo>
                  <a:lnTo>
                    <a:pt x="50800" y="1215085"/>
                  </a:lnTo>
                  <a:lnTo>
                    <a:pt x="7120255" y="1215085"/>
                  </a:lnTo>
                  <a:lnTo>
                    <a:pt x="7120255" y="1202385"/>
                  </a:lnTo>
                  <a:close/>
                </a:path>
                <a:path w="7145655" h="1228090">
                  <a:moveTo>
                    <a:pt x="7145655" y="182880"/>
                  </a:moveTo>
                  <a:lnTo>
                    <a:pt x="7120255" y="182880"/>
                  </a:lnTo>
                  <a:lnTo>
                    <a:pt x="7120255" y="1215085"/>
                  </a:lnTo>
                  <a:lnTo>
                    <a:pt x="7132955" y="1202385"/>
                  </a:lnTo>
                  <a:lnTo>
                    <a:pt x="7145655" y="1202385"/>
                  </a:lnTo>
                  <a:lnTo>
                    <a:pt x="7145655" y="182880"/>
                  </a:lnTo>
                  <a:close/>
                </a:path>
                <a:path w="7145655" h="1228090">
                  <a:moveTo>
                    <a:pt x="7145655" y="1202385"/>
                  </a:moveTo>
                  <a:lnTo>
                    <a:pt x="7132955" y="1202385"/>
                  </a:lnTo>
                  <a:lnTo>
                    <a:pt x="7120242" y="1215085"/>
                  </a:lnTo>
                  <a:lnTo>
                    <a:pt x="7145655" y="1215085"/>
                  </a:lnTo>
                  <a:lnTo>
                    <a:pt x="7145655" y="1202385"/>
                  </a:lnTo>
                  <a:close/>
                </a:path>
                <a:path w="7145655" h="1228090">
                  <a:moveTo>
                    <a:pt x="38100" y="0"/>
                  </a:moveTo>
                  <a:lnTo>
                    <a:pt x="0" y="76200"/>
                  </a:lnTo>
                  <a:lnTo>
                    <a:pt x="25400" y="76200"/>
                  </a:lnTo>
                  <a:lnTo>
                    <a:pt x="25400" y="63500"/>
                  </a:lnTo>
                  <a:lnTo>
                    <a:pt x="69850" y="63500"/>
                  </a:lnTo>
                  <a:lnTo>
                    <a:pt x="38100" y="0"/>
                  </a:lnTo>
                  <a:close/>
                </a:path>
                <a:path w="7145655" h="1228090">
                  <a:moveTo>
                    <a:pt x="69850" y="63500"/>
                  </a:moveTo>
                  <a:lnTo>
                    <a:pt x="50800" y="63500"/>
                  </a:lnTo>
                  <a:lnTo>
                    <a:pt x="50800" y="76200"/>
                  </a:lnTo>
                  <a:lnTo>
                    <a:pt x="76200" y="76200"/>
                  </a:lnTo>
                  <a:lnTo>
                    <a:pt x="69850" y="63500"/>
                  </a:lnTo>
                  <a:close/>
                </a:path>
              </a:pathLst>
            </a:custGeom>
            <a:solidFill>
              <a:srgbClr val="4F81BC"/>
            </a:solidFill>
          </p:spPr>
          <p:txBody>
            <a:bodyPr wrap="square" lIns="0" tIns="0" rIns="0" bIns="0" rtlCol="0"/>
            <a:lstStyle/>
            <a:p>
              <a:endParaRPr/>
            </a:p>
          </p:txBody>
        </p:sp>
        <p:pic>
          <p:nvPicPr>
            <p:cNvPr id="56" name="object 56"/>
            <p:cNvPicPr/>
            <p:nvPr/>
          </p:nvPicPr>
          <p:blipFill>
            <a:blip r:embed="rId20" cstate="print"/>
            <a:stretch>
              <a:fillRect/>
            </a:stretch>
          </p:blipFill>
          <p:spPr>
            <a:xfrm>
              <a:off x="6004559" y="5550408"/>
              <a:ext cx="3310128" cy="637019"/>
            </a:xfrm>
            <a:prstGeom prst="rect">
              <a:avLst/>
            </a:prstGeom>
          </p:spPr>
        </p:pic>
        <p:sp>
          <p:nvSpPr>
            <p:cNvPr id="57" name="object 57"/>
            <p:cNvSpPr/>
            <p:nvPr/>
          </p:nvSpPr>
          <p:spPr>
            <a:xfrm>
              <a:off x="6123813" y="5573395"/>
              <a:ext cx="3152775" cy="518159"/>
            </a:xfrm>
            <a:custGeom>
              <a:avLst/>
              <a:gdLst/>
              <a:ahLst/>
              <a:cxnLst/>
              <a:rect l="l" t="t" r="r" b="b"/>
              <a:pathLst>
                <a:path w="3152775" h="518160">
                  <a:moveTo>
                    <a:pt x="76200" y="441617"/>
                  </a:moveTo>
                  <a:lnTo>
                    <a:pt x="0" y="479717"/>
                  </a:lnTo>
                  <a:lnTo>
                    <a:pt x="76200" y="517817"/>
                  </a:lnTo>
                  <a:lnTo>
                    <a:pt x="76200" y="492417"/>
                  </a:lnTo>
                  <a:lnTo>
                    <a:pt x="63500" y="492417"/>
                  </a:lnTo>
                  <a:lnTo>
                    <a:pt x="63500" y="467017"/>
                  </a:lnTo>
                  <a:lnTo>
                    <a:pt x="76200" y="467017"/>
                  </a:lnTo>
                  <a:lnTo>
                    <a:pt x="76200" y="441617"/>
                  </a:lnTo>
                  <a:close/>
                </a:path>
                <a:path w="3152775" h="518160">
                  <a:moveTo>
                    <a:pt x="76200" y="467017"/>
                  </a:moveTo>
                  <a:lnTo>
                    <a:pt x="63500" y="467017"/>
                  </a:lnTo>
                  <a:lnTo>
                    <a:pt x="63500" y="492417"/>
                  </a:lnTo>
                  <a:lnTo>
                    <a:pt x="76200" y="492417"/>
                  </a:lnTo>
                  <a:lnTo>
                    <a:pt x="76200" y="467017"/>
                  </a:lnTo>
                  <a:close/>
                </a:path>
                <a:path w="3152775" h="518160">
                  <a:moveTo>
                    <a:pt x="3127120" y="467017"/>
                  </a:moveTo>
                  <a:lnTo>
                    <a:pt x="76200" y="467017"/>
                  </a:lnTo>
                  <a:lnTo>
                    <a:pt x="76200" y="492417"/>
                  </a:lnTo>
                  <a:lnTo>
                    <a:pt x="3146933" y="492417"/>
                  </a:lnTo>
                  <a:lnTo>
                    <a:pt x="3152520" y="486740"/>
                  </a:lnTo>
                  <a:lnTo>
                    <a:pt x="3152520" y="479717"/>
                  </a:lnTo>
                  <a:lnTo>
                    <a:pt x="3127120" y="479717"/>
                  </a:lnTo>
                  <a:lnTo>
                    <a:pt x="3127120" y="467017"/>
                  </a:lnTo>
                  <a:close/>
                </a:path>
                <a:path w="3152775" h="518160">
                  <a:moveTo>
                    <a:pt x="3152520" y="0"/>
                  </a:moveTo>
                  <a:lnTo>
                    <a:pt x="3127120" y="0"/>
                  </a:lnTo>
                  <a:lnTo>
                    <a:pt x="3127120" y="479717"/>
                  </a:lnTo>
                  <a:lnTo>
                    <a:pt x="3139820" y="467017"/>
                  </a:lnTo>
                  <a:lnTo>
                    <a:pt x="3152520" y="467017"/>
                  </a:lnTo>
                  <a:lnTo>
                    <a:pt x="3152520" y="0"/>
                  </a:lnTo>
                  <a:close/>
                </a:path>
                <a:path w="3152775" h="518160">
                  <a:moveTo>
                    <a:pt x="3152520" y="467017"/>
                  </a:moveTo>
                  <a:lnTo>
                    <a:pt x="3139820" y="467017"/>
                  </a:lnTo>
                  <a:lnTo>
                    <a:pt x="3127120" y="479717"/>
                  </a:lnTo>
                  <a:lnTo>
                    <a:pt x="3152520" y="479717"/>
                  </a:lnTo>
                  <a:lnTo>
                    <a:pt x="3152520" y="467017"/>
                  </a:lnTo>
                  <a:close/>
                </a:path>
              </a:pathLst>
            </a:custGeom>
            <a:solidFill>
              <a:srgbClr val="4F81BC"/>
            </a:solidFill>
          </p:spPr>
          <p:txBody>
            <a:bodyPr wrap="square" lIns="0" tIns="0" rIns="0" bIns="0" rtlCol="0"/>
            <a:lstStyle/>
            <a:p>
              <a:endParaRPr/>
            </a:p>
          </p:txBody>
        </p:sp>
        <p:sp>
          <p:nvSpPr>
            <p:cNvPr id="58" name="object 58"/>
            <p:cNvSpPr/>
            <p:nvPr/>
          </p:nvSpPr>
          <p:spPr>
            <a:xfrm>
              <a:off x="3501389" y="5460314"/>
              <a:ext cx="259715" cy="229870"/>
            </a:xfrm>
            <a:custGeom>
              <a:avLst/>
              <a:gdLst/>
              <a:ahLst/>
              <a:cxnLst/>
              <a:rect l="l" t="t" r="r" b="b"/>
              <a:pathLst>
                <a:path w="259714" h="229870">
                  <a:moveTo>
                    <a:pt x="229235" y="157479"/>
                  </a:moveTo>
                  <a:lnTo>
                    <a:pt x="223265" y="157479"/>
                  </a:lnTo>
                  <a:lnTo>
                    <a:pt x="221742" y="160019"/>
                  </a:lnTo>
                  <a:lnTo>
                    <a:pt x="167259" y="217169"/>
                  </a:lnTo>
                  <a:lnTo>
                    <a:pt x="166877" y="218439"/>
                  </a:lnTo>
                  <a:lnTo>
                    <a:pt x="166750" y="219709"/>
                  </a:lnTo>
                  <a:lnTo>
                    <a:pt x="167512" y="220979"/>
                  </a:lnTo>
                  <a:lnTo>
                    <a:pt x="168021" y="222249"/>
                  </a:lnTo>
                  <a:lnTo>
                    <a:pt x="169545" y="223519"/>
                  </a:lnTo>
                  <a:lnTo>
                    <a:pt x="170561" y="224789"/>
                  </a:lnTo>
                  <a:lnTo>
                    <a:pt x="173100" y="227329"/>
                  </a:lnTo>
                  <a:lnTo>
                    <a:pt x="174244" y="228599"/>
                  </a:lnTo>
                  <a:lnTo>
                    <a:pt x="176022" y="229869"/>
                  </a:lnTo>
                  <a:lnTo>
                    <a:pt x="180339" y="229869"/>
                  </a:lnTo>
                  <a:lnTo>
                    <a:pt x="199644" y="209549"/>
                  </a:lnTo>
                  <a:lnTo>
                    <a:pt x="223138" y="209549"/>
                  </a:lnTo>
                  <a:lnTo>
                    <a:pt x="221107" y="208279"/>
                  </a:lnTo>
                  <a:lnTo>
                    <a:pt x="219201" y="208279"/>
                  </a:lnTo>
                  <a:lnTo>
                    <a:pt x="217170" y="207009"/>
                  </a:lnTo>
                  <a:lnTo>
                    <a:pt x="215137" y="204469"/>
                  </a:lnTo>
                  <a:lnTo>
                    <a:pt x="209169" y="199389"/>
                  </a:lnTo>
                  <a:lnTo>
                    <a:pt x="229743" y="177799"/>
                  </a:lnTo>
                  <a:lnTo>
                    <a:pt x="250063" y="177799"/>
                  </a:lnTo>
                  <a:lnTo>
                    <a:pt x="248793" y="176529"/>
                  </a:lnTo>
                  <a:lnTo>
                    <a:pt x="247396" y="175259"/>
                  </a:lnTo>
                  <a:lnTo>
                    <a:pt x="230632" y="158749"/>
                  </a:lnTo>
                  <a:lnTo>
                    <a:pt x="229235" y="157479"/>
                  </a:lnTo>
                  <a:close/>
                </a:path>
                <a:path w="259714" h="229870">
                  <a:moveTo>
                    <a:pt x="250063" y="177799"/>
                  </a:moveTo>
                  <a:lnTo>
                    <a:pt x="229743" y="177799"/>
                  </a:lnTo>
                  <a:lnTo>
                    <a:pt x="236727" y="184149"/>
                  </a:lnTo>
                  <a:lnTo>
                    <a:pt x="237998" y="185419"/>
                  </a:lnTo>
                  <a:lnTo>
                    <a:pt x="239013" y="186689"/>
                  </a:lnTo>
                  <a:lnTo>
                    <a:pt x="240157" y="187959"/>
                  </a:lnTo>
                  <a:lnTo>
                    <a:pt x="241046" y="189229"/>
                  </a:lnTo>
                  <a:lnTo>
                    <a:pt x="242062" y="193039"/>
                  </a:lnTo>
                  <a:lnTo>
                    <a:pt x="241935" y="195579"/>
                  </a:lnTo>
                  <a:lnTo>
                    <a:pt x="241426" y="196849"/>
                  </a:lnTo>
                  <a:lnTo>
                    <a:pt x="240792" y="199389"/>
                  </a:lnTo>
                  <a:lnTo>
                    <a:pt x="239522" y="201929"/>
                  </a:lnTo>
                  <a:lnTo>
                    <a:pt x="237362" y="204469"/>
                  </a:lnTo>
                  <a:lnTo>
                    <a:pt x="235838" y="205739"/>
                  </a:lnTo>
                  <a:lnTo>
                    <a:pt x="230505" y="209549"/>
                  </a:lnTo>
                  <a:lnTo>
                    <a:pt x="199644" y="209549"/>
                  </a:lnTo>
                  <a:lnTo>
                    <a:pt x="205105" y="214629"/>
                  </a:lnTo>
                  <a:lnTo>
                    <a:pt x="209296" y="218439"/>
                  </a:lnTo>
                  <a:lnTo>
                    <a:pt x="213487" y="220979"/>
                  </a:lnTo>
                  <a:lnTo>
                    <a:pt x="217550" y="223519"/>
                  </a:lnTo>
                  <a:lnTo>
                    <a:pt x="221742" y="224789"/>
                  </a:lnTo>
                  <a:lnTo>
                    <a:pt x="225679" y="226059"/>
                  </a:lnTo>
                  <a:lnTo>
                    <a:pt x="237489" y="226059"/>
                  </a:lnTo>
                  <a:lnTo>
                    <a:pt x="241173" y="223519"/>
                  </a:lnTo>
                  <a:lnTo>
                    <a:pt x="244983" y="222249"/>
                  </a:lnTo>
                  <a:lnTo>
                    <a:pt x="248538" y="219709"/>
                  </a:lnTo>
                  <a:lnTo>
                    <a:pt x="251968" y="215899"/>
                  </a:lnTo>
                  <a:lnTo>
                    <a:pt x="254381" y="213359"/>
                  </a:lnTo>
                  <a:lnTo>
                    <a:pt x="256286" y="210819"/>
                  </a:lnTo>
                  <a:lnTo>
                    <a:pt x="258825" y="204469"/>
                  </a:lnTo>
                  <a:lnTo>
                    <a:pt x="259461" y="201929"/>
                  </a:lnTo>
                  <a:lnTo>
                    <a:pt x="259461" y="195579"/>
                  </a:lnTo>
                  <a:lnTo>
                    <a:pt x="259207" y="193039"/>
                  </a:lnTo>
                  <a:lnTo>
                    <a:pt x="257175" y="187959"/>
                  </a:lnTo>
                  <a:lnTo>
                    <a:pt x="255905" y="185419"/>
                  </a:lnTo>
                  <a:lnTo>
                    <a:pt x="254254" y="182879"/>
                  </a:lnTo>
                  <a:lnTo>
                    <a:pt x="252730" y="180339"/>
                  </a:lnTo>
                  <a:lnTo>
                    <a:pt x="251333" y="179069"/>
                  </a:lnTo>
                  <a:lnTo>
                    <a:pt x="250063" y="177799"/>
                  </a:lnTo>
                  <a:close/>
                </a:path>
                <a:path w="259714" h="229870">
                  <a:moveTo>
                    <a:pt x="170561" y="102869"/>
                  </a:moveTo>
                  <a:lnTo>
                    <a:pt x="167386" y="102869"/>
                  </a:lnTo>
                  <a:lnTo>
                    <a:pt x="165988" y="104139"/>
                  </a:lnTo>
                  <a:lnTo>
                    <a:pt x="165354" y="104139"/>
                  </a:lnTo>
                  <a:lnTo>
                    <a:pt x="163575" y="106679"/>
                  </a:lnTo>
                  <a:lnTo>
                    <a:pt x="162560" y="106679"/>
                  </a:lnTo>
                  <a:lnTo>
                    <a:pt x="161289" y="109219"/>
                  </a:lnTo>
                  <a:lnTo>
                    <a:pt x="160782" y="109219"/>
                  </a:lnTo>
                  <a:lnTo>
                    <a:pt x="160147" y="110489"/>
                  </a:lnTo>
                  <a:lnTo>
                    <a:pt x="159893" y="111759"/>
                  </a:lnTo>
                  <a:lnTo>
                    <a:pt x="159893" y="113029"/>
                  </a:lnTo>
                  <a:lnTo>
                    <a:pt x="160147" y="113029"/>
                  </a:lnTo>
                  <a:lnTo>
                    <a:pt x="176657" y="128269"/>
                  </a:lnTo>
                  <a:lnTo>
                    <a:pt x="127762" y="180339"/>
                  </a:lnTo>
                  <a:lnTo>
                    <a:pt x="127508" y="180339"/>
                  </a:lnTo>
                  <a:lnTo>
                    <a:pt x="127381" y="182879"/>
                  </a:lnTo>
                  <a:lnTo>
                    <a:pt x="127762" y="182879"/>
                  </a:lnTo>
                  <a:lnTo>
                    <a:pt x="128015" y="184149"/>
                  </a:lnTo>
                  <a:lnTo>
                    <a:pt x="130175" y="186689"/>
                  </a:lnTo>
                  <a:lnTo>
                    <a:pt x="131190" y="187959"/>
                  </a:lnTo>
                  <a:lnTo>
                    <a:pt x="132461" y="189229"/>
                  </a:lnTo>
                  <a:lnTo>
                    <a:pt x="133604" y="190499"/>
                  </a:lnTo>
                  <a:lnTo>
                    <a:pt x="134747" y="190499"/>
                  </a:lnTo>
                  <a:lnTo>
                    <a:pt x="135762" y="191769"/>
                  </a:lnTo>
                  <a:lnTo>
                    <a:pt x="136651" y="193039"/>
                  </a:lnTo>
                  <a:lnTo>
                    <a:pt x="140970" y="193039"/>
                  </a:lnTo>
                  <a:lnTo>
                    <a:pt x="189864" y="140969"/>
                  </a:lnTo>
                  <a:lnTo>
                    <a:pt x="211893" y="140969"/>
                  </a:lnTo>
                  <a:lnTo>
                    <a:pt x="170561" y="102869"/>
                  </a:lnTo>
                  <a:close/>
                </a:path>
                <a:path w="259714" h="229870">
                  <a:moveTo>
                    <a:pt x="211893" y="140969"/>
                  </a:moveTo>
                  <a:lnTo>
                    <a:pt x="189864" y="140969"/>
                  </a:lnTo>
                  <a:lnTo>
                    <a:pt x="205994" y="156209"/>
                  </a:lnTo>
                  <a:lnTo>
                    <a:pt x="209169" y="156209"/>
                  </a:lnTo>
                  <a:lnTo>
                    <a:pt x="209804" y="154939"/>
                  </a:lnTo>
                  <a:lnTo>
                    <a:pt x="211200" y="154939"/>
                  </a:lnTo>
                  <a:lnTo>
                    <a:pt x="213868" y="151129"/>
                  </a:lnTo>
                  <a:lnTo>
                    <a:pt x="214630" y="151129"/>
                  </a:lnTo>
                  <a:lnTo>
                    <a:pt x="215264" y="149859"/>
                  </a:lnTo>
                  <a:lnTo>
                    <a:pt x="215773" y="148589"/>
                  </a:lnTo>
                  <a:lnTo>
                    <a:pt x="216154" y="148589"/>
                  </a:lnTo>
                  <a:lnTo>
                    <a:pt x="216662" y="147319"/>
                  </a:lnTo>
                  <a:lnTo>
                    <a:pt x="216535" y="146049"/>
                  </a:lnTo>
                  <a:lnTo>
                    <a:pt x="216026" y="144779"/>
                  </a:lnTo>
                  <a:lnTo>
                    <a:pt x="211893" y="140969"/>
                  </a:lnTo>
                  <a:close/>
                </a:path>
                <a:path w="259714" h="229870">
                  <a:moveTo>
                    <a:pt x="89535" y="144779"/>
                  </a:moveTo>
                  <a:lnTo>
                    <a:pt x="86360" y="144779"/>
                  </a:lnTo>
                  <a:lnTo>
                    <a:pt x="87630" y="146049"/>
                  </a:lnTo>
                  <a:lnTo>
                    <a:pt x="89154" y="146049"/>
                  </a:lnTo>
                  <a:lnTo>
                    <a:pt x="89535" y="144779"/>
                  </a:lnTo>
                  <a:close/>
                </a:path>
                <a:path w="259714" h="229870">
                  <a:moveTo>
                    <a:pt x="119125" y="54609"/>
                  </a:moveTo>
                  <a:lnTo>
                    <a:pt x="115697" y="54609"/>
                  </a:lnTo>
                  <a:lnTo>
                    <a:pt x="113284" y="57149"/>
                  </a:lnTo>
                  <a:lnTo>
                    <a:pt x="110744" y="59689"/>
                  </a:lnTo>
                  <a:lnTo>
                    <a:pt x="110236" y="60959"/>
                  </a:lnTo>
                  <a:lnTo>
                    <a:pt x="109600" y="62229"/>
                  </a:lnTo>
                  <a:lnTo>
                    <a:pt x="109220" y="62229"/>
                  </a:lnTo>
                  <a:lnTo>
                    <a:pt x="108838" y="63499"/>
                  </a:lnTo>
                  <a:lnTo>
                    <a:pt x="108965" y="64769"/>
                  </a:lnTo>
                  <a:lnTo>
                    <a:pt x="109347" y="66039"/>
                  </a:lnTo>
                  <a:lnTo>
                    <a:pt x="125475" y="80009"/>
                  </a:lnTo>
                  <a:lnTo>
                    <a:pt x="76708" y="132079"/>
                  </a:lnTo>
                  <a:lnTo>
                    <a:pt x="76326" y="133349"/>
                  </a:lnTo>
                  <a:lnTo>
                    <a:pt x="76200" y="134619"/>
                  </a:lnTo>
                  <a:lnTo>
                    <a:pt x="76962" y="135889"/>
                  </a:lnTo>
                  <a:lnTo>
                    <a:pt x="77470" y="137159"/>
                  </a:lnTo>
                  <a:lnTo>
                    <a:pt x="78994" y="138429"/>
                  </a:lnTo>
                  <a:lnTo>
                    <a:pt x="80010" y="139699"/>
                  </a:lnTo>
                  <a:lnTo>
                    <a:pt x="82550" y="142239"/>
                  </a:lnTo>
                  <a:lnTo>
                    <a:pt x="83693" y="143509"/>
                  </a:lnTo>
                  <a:lnTo>
                    <a:pt x="85471" y="144779"/>
                  </a:lnTo>
                  <a:lnTo>
                    <a:pt x="89788" y="144779"/>
                  </a:lnTo>
                  <a:lnTo>
                    <a:pt x="138684" y="92709"/>
                  </a:lnTo>
                  <a:lnTo>
                    <a:pt x="159803" y="92709"/>
                  </a:lnTo>
                  <a:lnTo>
                    <a:pt x="119125" y="54609"/>
                  </a:lnTo>
                  <a:close/>
                </a:path>
                <a:path w="259714" h="229870">
                  <a:moveTo>
                    <a:pt x="59996" y="46989"/>
                  </a:moveTo>
                  <a:lnTo>
                    <a:pt x="38100" y="46989"/>
                  </a:lnTo>
                  <a:lnTo>
                    <a:pt x="62357" y="69849"/>
                  </a:lnTo>
                  <a:lnTo>
                    <a:pt x="37846" y="96519"/>
                  </a:lnTo>
                  <a:lnTo>
                    <a:pt x="37464" y="96519"/>
                  </a:lnTo>
                  <a:lnTo>
                    <a:pt x="37337" y="99059"/>
                  </a:lnTo>
                  <a:lnTo>
                    <a:pt x="38100" y="99059"/>
                  </a:lnTo>
                  <a:lnTo>
                    <a:pt x="38608" y="100329"/>
                  </a:lnTo>
                  <a:lnTo>
                    <a:pt x="43687" y="105409"/>
                  </a:lnTo>
                  <a:lnTo>
                    <a:pt x="44831" y="106679"/>
                  </a:lnTo>
                  <a:lnTo>
                    <a:pt x="45720" y="106679"/>
                  </a:lnTo>
                  <a:lnTo>
                    <a:pt x="46609" y="107949"/>
                  </a:lnTo>
                  <a:lnTo>
                    <a:pt x="47371" y="107949"/>
                  </a:lnTo>
                  <a:lnTo>
                    <a:pt x="48133" y="109219"/>
                  </a:lnTo>
                  <a:lnTo>
                    <a:pt x="50673" y="109219"/>
                  </a:lnTo>
                  <a:lnTo>
                    <a:pt x="50926" y="107949"/>
                  </a:lnTo>
                  <a:lnTo>
                    <a:pt x="97464" y="58419"/>
                  </a:lnTo>
                  <a:lnTo>
                    <a:pt x="72771" y="58419"/>
                  </a:lnTo>
                  <a:lnTo>
                    <a:pt x="59996" y="46989"/>
                  </a:lnTo>
                  <a:close/>
                </a:path>
                <a:path w="259714" h="229870">
                  <a:moveTo>
                    <a:pt x="159803" y="92709"/>
                  </a:moveTo>
                  <a:lnTo>
                    <a:pt x="138684" y="92709"/>
                  </a:lnTo>
                  <a:lnTo>
                    <a:pt x="154812" y="107949"/>
                  </a:lnTo>
                  <a:lnTo>
                    <a:pt x="155575" y="109219"/>
                  </a:lnTo>
                  <a:lnTo>
                    <a:pt x="156463" y="109219"/>
                  </a:lnTo>
                  <a:lnTo>
                    <a:pt x="156845" y="107949"/>
                  </a:lnTo>
                  <a:lnTo>
                    <a:pt x="158623" y="107949"/>
                  </a:lnTo>
                  <a:lnTo>
                    <a:pt x="160147" y="106679"/>
                  </a:lnTo>
                  <a:lnTo>
                    <a:pt x="160909" y="105409"/>
                  </a:lnTo>
                  <a:lnTo>
                    <a:pt x="161798" y="104139"/>
                  </a:lnTo>
                  <a:lnTo>
                    <a:pt x="162813" y="104139"/>
                  </a:lnTo>
                  <a:lnTo>
                    <a:pt x="163575" y="102869"/>
                  </a:lnTo>
                  <a:lnTo>
                    <a:pt x="164084" y="101599"/>
                  </a:lnTo>
                  <a:lnTo>
                    <a:pt x="164719" y="101599"/>
                  </a:lnTo>
                  <a:lnTo>
                    <a:pt x="165481" y="99059"/>
                  </a:lnTo>
                  <a:lnTo>
                    <a:pt x="165481" y="97789"/>
                  </a:lnTo>
                  <a:lnTo>
                    <a:pt x="165226" y="97789"/>
                  </a:lnTo>
                  <a:lnTo>
                    <a:pt x="159803" y="92709"/>
                  </a:lnTo>
                  <a:close/>
                </a:path>
                <a:path w="259714" h="229870">
                  <a:moveTo>
                    <a:pt x="169799" y="101599"/>
                  </a:moveTo>
                  <a:lnTo>
                    <a:pt x="168529" y="101599"/>
                  </a:lnTo>
                  <a:lnTo>
                    <a:pt x="168021" y="102869"/>
                  </a:lnTo>
                  <a:lnTo>
                    <a:pt x="170180" y="102869"/>
                  </a:lnTo>
                  <a:lnTo>
                    <a:pt x="169799" y="101599"/>
                  </a:lnTo>
                  <a:close/>
                </a:path>
                <a:path w="259714" h="229870">
                  <a:moveTo>
                    <a:pt x="60579" y="0"/>
                  </a:moveTo>
                  <a:lnTo>
                    <a:pt x="58038" y="0"/>
                  </a:lnTo>
                  <a:lnTo>
                    <a:pt x="254" y="60959"/>
                  </a:lnTo>
                  <a:lnTo>
                    <a:pt x="0" y="62229"/>
                  </a:lnTo>
                  <a:lnTo>
                    <a:pt x="126" y="63499"/>
                  </a:lnTo>
                  <a:lnTo>
                    <a:pt x="508" y="63499"/>
                  </a:lnTo>
                  <a:lnTo>
                    <a:pt x="762" y="64769"/>
                  </a:lnTo>
                  <a:lnTo>
                    <a:pt x="1397" y="66039"/>
                  </a:lnTo>
                  <a:lnTo>
                    <a:pt x="3810" y="68579"/>
                  </a:lnTo>
                  <a:lnTo>
                    <a:pt x="5080" y="69849"/>
                  </a:lnTo>
                  <a:lnTo>
                    <a:pt x="6476" y="71119"/>
                  </a:lnTo>
                  <a:lnTo>
                    <a:pt x="7493" y="71119"/>
                  </a:lnTo>
                  <a:lnTo>
                    <a:pt x="8509" y="72389"/>
                  </a:lnTo>
                  <a:lnTo>
                    <a:pt x="9398" y="73659"/>
                  </a:lnTo>
                  <a:lnTo>
                    <a:pt x="13335" y="73659"/>
                  </a:lnTo>
                  <a:lnTo>
                    <a:pt x="38100" y="46989"/>
                  </a:lnTo>
                  <a:lnTo>
                    <a:pt x="59996" y="46989"/>
                  </a:lnTo>
                  <a:lnTo>
                    <a:pt x="48640" y="36829"/>
                  </a:lnTo>
                  <a:lnTo>
                    <a:pt x="70865" y="12699"/>
                  </a:lnTo>
                  <a:lnTo>
                    <a:pt x="71247" y="12699"/>
                  </a:lnTo>
                  <a:lnTo>
                    <a:pt x="71374" y="10159"/>
                  </a:lnTo>
                  <a:lnTo>
                    <a:pt x="70612" y="8889"/>
                  </a:lnTo>
                  <a:lnTo>
                    <a:pt x="70104" y="8889"/>
                  </a:lnTo>
                  <a:lnTo>
                    <a:pt x="68580" y="6349"/>
                  </a:lnTo>
                  <a:lnTo>
                    <a:pt x="66294" y="3809"/>
                  </a:lnTo>
                  <a:lnTo>
                    <a:pt x="64008" y="2539"/>
                  </a:lnTo>
                  <a:lnTo>
                    <a:pt x="62992" y="1269"/>
                  </a:lnTo>
                  <a:lnTo>
                    <a:pt x="62102" y="1269"/>
                  </a:lnTo>
                  <a:lnTo>
                    <a:pt x="60579" y="0"/>
                  </a:lnTo>
                  <a:close/>
                </a:path>
                <a:path w="259714" h="229870">
                  <a:moveTo>
                    <a:pt x="97282" y="34289"/>
                  </a:moveTo>
                  <a:lnTo>
                    <a:pt x="95376" y="34289"/>
                  </a:lnTo>
                  <a:lnTo>
                    <a:pt x="94996" y="35559"/>
                  </a:lnTo>
                  <a:lnTo>
                    <a:pt x="72771" y="58419"/>
                  </a:lnTo>
                  <a:lnTo>
                    <a:pt x="97464" y="58419"/>
                  </a:lnTo>
                  <a:lnTo>
                    <a:pt x="108204" y="46989"/>
                  </a:lnTo>
                  <a:lnTo>
                    <a:pt x="108712" y="46989"/>
                  </a:lnTo>
                  <a:lnTo>
                    <a:pt x="108585" y="45719"/>
                  </a:lnTo>
                  <a:lnTo>
                    <a:pt x="108204" y="44449"/>
                  </a:lnTo>
                  <a:lnTo>
                    <a:pt x="107950" y="44449"/>
                  </a:lnTo>
                  <a:lnTo>
                    <a:pt x="106552" y="41909"/>
                  </a:lnTo>
                  <a:lnTo>
                    <a:pt x="105918" y="41909"/>
                  </a:lnTo>
                  <a:lnTo>
                    <a:pt x="104901" y="40639"/>
                  </a:lnTo>
                  <a:lnTo>
                    <a:pt x="102362" y="38099"/>
                  </a:lnTo>
                  <a:lnTo>
                    <a:pt x="100202" y="36829"/>
                  </a:lnTo>
                  <a:lnTo>
                    <a:pt x="99313" y="35559"/>
                  </a:lnTo>
                  <a:lnTo>
                    <a:pt x="97917" y="35559"/>
                  </a:lnTo>
                  <a:lnTo>
                    <a:pt x="97282" y="34289"/>
                  </a:lnTo>
                  <a:close/>
                </a:path>
              </a:pathLst>
            </a:custGeom>
            <a:solidFill>
              <a:srgbClr val="244060"/>
            </a:solidFill>
          </p:spPr>
          <p:txBody>
            <a:bodyPr wrap="square" lIns="0" tIns="0" rIns="0" bIns="0" rtlCol="0"/>
            <a:lstStyle/>
            <a:p>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prstGeom prst="rect">
            <a:avLst/>
          </a:prstGeom>
        </p:spPr>
        <p:txBody>
          <a:bodyPr vert="horz" wrap="square" lIns="0" tIns="99948" rIns="0" bIns="0" rtlCol="0">
            <a:spAutoFit/>
          </a:bodyPr>
          <a:lstStyle/>
          <a:p>
            <a:pPr marL="3851275">
              <a:lnSpc>
                <a:spcPct val="100000"/>
              </a:lnSpc>
              <a:spcBef>
                <a:spcPts val="100"/>
              </a:spcBef>
            </a:pPr>
            <a:r>
              <a:rPr dirty="0"/>
              <a:t>Datasets</a:t>
            </a:r>
            <a:r>
              <a:rPr spc="-45" dirty="0"/>
              <a:t> </a:t>
            </a:r>
            <a:r>
              <a:rPr dirty="0"/>
              <a:t>in</a:t>
            </a:r>
            <a:r>
              <a:rPr spc="-15" dirty="0"/>
              <a:t> </a:t>
            </a:r>
            <a:r>
              <a:rPr spc="-20" dirty="0"/>
              <a:t>WIS2</a:t>
            </a:r>
          </a:p>
        </p:txBody>
      </p:sp>
      <p:sp>
        <p:nvSpPr>
          <p:cNvPr id="6" name="object 6"/>
          <p:cNvSpPr txBox="1"/>
          <p:nvPr/>
        </p:nvSpPr>
        <p:spPr>
          <a:xfrm>
            <a:off x="528929" y="1224737"/>
            <a:ext cx="10393680" cy="148971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55" normalizeH="0" baseline="0" noProof="0" dirty="0">
                <a:ln>
                  <a:noFill/>
                </a:ln>
                <a:solidFill>
                  <a:sysClr val="windowText" lastClr="000000"/>
                </a:solidFill>
                <a:effectLst/>
                <a:uLnTx/>
                <a:uFillTx/>
                <a:latin typeface="Trebuchet MS"/>
                <a:cs typeface="Trebuchet MS"/>
              </a:rPr>
              <a:t>A</a:t>
            </a:r>
            <a:r>
              <a:rPr kumimoji="0" sz="2400" b="1" i="0" u="none" strike="noStrike" kern="0" cap="none" spc="-195"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Dataset</a:t>
            </a:r>
            <a:r>
              <a:rPr kumimoji="0" sz="2400" b="1" i="0" u="none" strike="noStrike" kern="0" cap="none" spc="-180"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groups</a:t>
            </a:r>
            <a:r>
              <a:rPr kumimoji="0" sz="2400" b="1" i="0" u="none" strike="noStrike" kern="0" cap="none" spc="-195" normalizeH="0" baseline="0" noProof="0" dirty="0">
                <a:ln>
                  <a:noFill/>
                </a:ln>
                <a:solidFill>
                  <a:sysClr val="windowText" lastClr="000000"/>
                </a:solidFill>
                <a:effectLst/>
                <a:uLnTx/>
                <a:uFillTx/>
                <a:latin typeface="Trebuchet MS"/>
                <a:cs typeface="Trebuchet MS"/>
              </a:rPr>
              <a:t> </a:t>
            </a:r>
            <a:r>
              <a:rPr kumimoji="0" sz="2400" b="1" i="0" u="none" strike="noStrike" kern="0" cap="none" spc="-10" normalizeH="0" baseline="0" noProof="0" dirty="0">
                <a:ln>
                  <a:noFill/>
                </a:ln>
                <a:solidFill>
                  <a:sysClr val="windowText" lastClr="000000"/>
                </a:solidFill>
                <a:effectLst/>
                <a:uLnTx/>
                <a:uFillTx/>
                <a:latin typeface="Trebuchet MS"/>
                <a:cs typeface="Trebuchet MS"/>
              </a:rPr>
              <a:t>data</a:t>
            </a:r>
            <a:r>
              <a:rPr kumimoji="0" sz="2400" b="1" i="0" u="none" strike="noStrike" kern="0" cap="none" spc="-180"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items</a:t>
            </a:r>
            <a:r>
              <a:rPr kumimoji="0" sz="2400" b="1" i="0" u="none" strike="noStrike" kern="0" cap="none" spc="-200" normalizeH="0" baseline="0" noProof="0" dirty="0">
                <a:ln>
                  <a:noFill/>
                </a:ln>
                <a:solidFill>
                  <a:sysClr val="windowText" lastClr="000000"/>
                </a:solidFill>
                <a:effectLst/>
                <a:uLnTx/>
                <a:uFillTx/>
                <a:latin typeface="Trebuchet MS"/>
                <a:cs typeface="Trebuchet MS"/>
              </a:rPr>
              <a:t> </a:t>
            </a:r>
            <a:r>
              <a:rPr kumimoji="0" sz="2400" b="1" i="0" u="none" strike="noStrike" kern="0" cap="none" spc="-65" normalizeH="0" baseline="0" noProof="0" dirty="0">
                <a:ln>
                  <a:noFill/>
                </a:ln>
                <a:solidFill>
                  <a:sysClr val="windowText" lastClr="000000"/>
                </a:solidFill>
                <a:effectLst/>
                <a:uLnTx/>
                <a:uFillTx/>
                <a:latin typeface="Trebuchet MS"/>
                <a:cs typeface="Trebuchet MS"/>
              </a:rPr>
              <a:t>into</a:t>
            </a:r>
            <a:r>
              <a:rPr kumimoji="0" sz="2400" b="1" i="0" u="none" strike="noStrike" kern="0" cap="none" spc="-210"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a</a:t>
            </a:r>
            <a:r>
              <a:rPr kumimoji="0" sz="2400" b="1" i="0" u="none" strike="noStrike" kern="0" cap="none" spc="-185" normalizeH="0" baseline="0" noProof="0" dirty="0">
                <a:ln>
                  <a:noFill/>
                </a:ln>
                <a:solidFill>
                  <a:sysClr val="windowText" lastClr="000000"/>
                </a:solidFill>
                <a:effectLst/>
                <a:uLnTx/>
                <a:uFillTx/>
                <a:latin typeface="Trebuchet MS"/>
                <a:cs typeface="Trebuchet MS"/>
              </a:rPr>
              <a:t> </a:t>
            </a:r>
            <a:r>
              <a:rPr kumimoji="0" sz="2400" b="1" i="0" u="none" strike="noStrike" kern="0" cap="none" spc="-35" normalizeH="0" baseline="0" noProof="0" dirty="0">
                <a:ln>
                  <a:noFill/>
                </a:ln>
                <a:solidFill>
                  <a:sysClr val="windowText" lastClr="000000"/>
                </a:solidFill>
                <a:effectLst/>
                <a:uLnTx/>
                <a:uFillTx/>
                <a:latin typeface="Trebuchet MS"/>
                <a:cs typeface="Trebuchet MS"/>
              </a:rPr>
              <a:t>single,</a:t>
            </a:r>
            <a:r>
              <a:rPr kumimoji="0" sz="2400" b="1" i="0" u="none" strike="noStrike" kern="0" cap="none" spc="-185"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conceptual</a:t>
            </a:r>
            <a:r>
              <a:rPr kumimoji="0" sz="2400" b="1" i="0" u="none" strike="noStrike" kern="0" cap="none" spc="-200" normalizeH="0" baseline="0" noProof="0" dirty="0">
                <a:ln>
                  <a:noFill/>
                </a:ln>
                <a:solidFill>
                  <a:sysClr val="windowText" lastClr="000000"/>
                </a:solidFill>
                <a:effectLst/>
                <a:uLnTx/>
                <a:uFillTx/>
                <a:latin typeface="Trebuchet MS"/>
                <a:cs typeface="Trebuchet MS"/>
              </a:rPr>
              <a:t> </a:t>
            </a:r>
            <a:r>
              <a:rPr kumimoji="0" sz="2400" b="1" i="0" u="none" strike="noStrike" kern="0" cap="none" spc="-30" normalizeH="0" baseline="0" noProof="0" dirty="0">
                <a:ln>
                  <a:noFill/>
                </a:ln>
                <a:solidFill>
                  <a:sysClr val="windowText" lastClr="000000"/>
                </a:solidFill>
                <a:effectLst/>
                <a:uLnTx/>
                <a:uFillTx/>
                <a:latin typeface="Trebuchet MS"/>
                <a:cs typeface="Trebuchet MS"/>
              </a:rPr>
              <a:t>resource</a:t>
            </a:r>
            <a:r>
              <a:rPr kumimoji="0" sz="2400" b="1" i="0" u="none" strike="noStrike" kern="0" cap="none" spc="-200" normalizeH="0" baseline="0" noProof="0" dirty="0">
                <a:ln>
                  <a:noFill/>
                </a:ln>
                <a:solidFill>
                  <a:sysClr val="windowText" lastClr="000000"/>
                </a:solidFill>
                <a:effectLst/>
                <a:uLnTx/>
                <a:uFillTx/>
                <a:latin typeface="Trebuchet MS"/>
                <a:cs typeface="Trebuchet MS"/>
              </a:rPr>
              <a:t> </a:t>
            </a:r>
            <a:r>
              <a:rPr kumimoji="0" sz="2400" b="1" i="0" u="none" strike="noStrike" kern="0" cap="none" spc="-20" normalizeH="0" baseline="0" noProof="0" dirty="0">
                <a:ln>
                  <a:noFill/>
                </a:ln>
                <a:solidFill>
                  <a:sysClr val="windowText" lastClr="000000"/>
                </a:solidFill>
                <a:effectLst/>
                <a:uLnTx/>
                <a:uFillTx/>
                <a:latin typeface="Trebuchet MS"/>
                <a:cs typeface="Trebuchet MS"/>
              </a:rPr>
              <a:t>(collection):</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a:p>
            <a:pPr marL="354965" marR="0" lvl="0" indent="-342265" defTabSz="914400" eaLnBrk="1" fontAlgn="auto" latinLnBrk="0" hangingPunct="1">
              <a:lnSpc>
                <a:spcPct val="100000"/>
              </a:lnSpc>
              <a:spcBef>
                <a:spcPts val="5"/>
              </a:spcBef>
              <a:spcAft>
                <a:spcPts val="0"/>
              </a:spcAft>
              <a:buClrTx/>
              <a:buSzTx/>
              <a:buFont typeface="Arial MT"/>
              <a:buChar char="•"/>
              <a:tabLst>
                <a:tab pos="354965" algn="l"/>
              </a:tabLst>
              <a:defRPr/>
            </a:pPr>
            <a:r>
              <a:rPr kumimoji="0" sz="2400" b="0" i="0" u="none" strike="noStrike" kern="0" cap="none" spc="0" normalizeH="0" baseline="0" noProof="0" dirty="0">
                <a:ln>
                  <a:noFill/>
                </a:ln>
                <a:solidFill>
                  <a:sysClr val="windowText" lastClr="000000"/>
                </a:solidFill>
                <a:effectLst/>
                <a:uLnTx/>
                <a:uFillTx/>
                <a:latin typeface="Trebuchet MS"/>
                <a:cs typeface="Trebuchet MS"/>
              </a:rPr>
              <a:t>Helps</a:t>
            </a:r>
            <a:r>
              <a:rPr kumimoji="0" sz="2400" b="0" i="0" u="none" strike="noStrike" kern="0" cap="none" spc="-190"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to</a:t>
            </a:r>
            <a:r>
              <a:rPr kumimoji="0" sz="2400" b="0" i="0" u="none" strike="noStrike" kern="0" cap="none" spc="-204" normalizeH="0" baseline="0" noProof="0" dirty="0">
                <a:ln>
                  <a:noFill/>
                </a:ln>
                <a:solidFill>
                  <a:sysClr val="windowText" lastClr="000000"/>
                </a:solidFill>
                <a:effectLst/>
                <a:uLnTx/>
                <a:uFillTx/>
                <a:latin typeface="Trebuchet MS"/>
                <a:cs typeface="Trebuchet MS"/>
              </a:rPr>
              <a:t> </a:t>
            </a:r>
            <a:r>
              <a:rPr kumimoji="0" sz="2400" b="0" i="0" u="none" strike="noStrike" kern="0" cap="none" spc="-75" normalizeH="0" baseline="0" noProof="0" dirty="0">
                <a:ln>
                  <a:noFill/>
                </a:ln>
                <a:solidFill>
                  <a:sysClr val="windowText" lastClr="000000"/>
                </a:solidFill>
                <a:effectLst/>
                <a:uLnTx/>
                <a:uFillTx/>
                <a:latin typeface="Trebuchet MS"/>
                <a:cs typeface="Trebuchet MS"/>
              </a:rPr>
              <a:t>categorize</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0" normalizeH="0" baseline="0" noProof="0" dirty="0">
                <a:ln>
                  <a:noFill/>
                </a:ln>
                <a:solidFill>
                  <a:sysClr val="windowText" lastClr="000000"/>
                </a:solidFill>
                <a:effectLst/>
                <a:uLnTx/>
                <a:uFillTx/>
                <a:latin typeface="Trebuchet MS"/>
                <a:cs typeface="Trebuchet MS"/>
              </a:rPr>
              <a:t>and</a:t>
            </a:r>
            <a:r>
              <a:rPr kumimoji="0" sz="2400" b="0" i="0" u="none" strike="noStrike" kern="0" cap="none" spc="-185" normalizeH="0" baseline="0" noProof="0" dirty="0">
                <a:ln>
                  <a:noFill/>
                </a:ln>
                <a:solidFill>
                  <a:sysClr val="windowText" lastClr="000000"/>
                </a:solidFill>
                <a:effectLst/>
                <a:uLnTx/>
                <a:uFillTx/>
                <a:latin typeface="Trebuchet MS"/>
                <a:cs typeface="Trebuchet MS"/>
              </a:rPr>
              <a:t> </a:t>
            </a:r>
            <a:r>
              <a:rPr kumimoji="0" sz="2400" b="0" i="0" u="none" strike="noStrike" kern="0" cap="none" spc="-35" normalizeH="0" baseline="0" noProof="0" dirty="0">
                <a:ln>
                  <a:noFill/>
                </a:ln>
                <a:solidFill>
                  <a:sysClr val="windowText" lastClr="000000"/>
                </a:solidFill>
                <a:effectLst/>
                <a:uLnTx/>
                <a:uFillTx/>
                <a:latin typeface="Trebuchet MS"/>
                <a:cs typeface="Trebuchet MS"/>
              </a:rPr>
              <a:t>make</a:t>
            </a:r>
            <a:r>
              <a:rPr kumimoji="0" sz="2400" b="0" i="0" u="none" strike="noStrike" kern="0" cap="none" spc="-195" normalizeH="0" baseline="0" noProof="0" dirty="0">
                <a:ln>
                  <a:noFill/>
                </a:ln>
                <a:solidFill>
                  <a:sysClr val="windowText" lastClr="000000"/>
                </a:solidFill>
                <a:effectLst/>
                <a:uLnTx/>
                <a:uFillTx/>
                <a:latin typeface="Trebuchet MS"/>
                <a:cs typeface="Trebuchet MS"/>
              </a:rPr>
              <a:t> </a:t>
            </a:r>
            <a:r>
              <a:rPr kumimoji="0" sz="2400" b="0" i="0" u="none" strike="noStrike" kern="0" cap="none" spc="-40" normalizeH="0" baseline="0" noProof="0" dirty="0">
                <a:ln>
                  <a:noFill/>
                </a:ln>
                <a:solidFill>
                  <a:sysClr val="windowText" lastClr="000000"/>
                </a:solidFill>
                <a:effectLst/>
                <a:uLnTx/>
                <a:uFillTx/>
                <a:latin typeface="Trebuchet MS"/>
                <a:cs typeface="Trebuchet MS"/>
              </a:rPr>
              <a:t>easier</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to</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10" normalizeH="0" baseline="0" noProof="0" dirty="0">
                <a:ln>
                  <a:noFill/>
                </a:ln>
                <a:solidFill>
                  <a:sysClr val="windowText" lastClr="000000"/>
                </a:solidFill>
                <a:effectLst/>
                <a:uLnTx/>
                <a:uFillTx/>
                <a:latin typeface="Trebuchet MS"/>
                <a:cs typeface="Trebuchet MS"/>
              </a:rPr>
              <a:t>analyze</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a:p>
            <a:pPr marL="354965" marR="0" lvl="0" indent="-342265" defTabSz="914400" eaLnBrk="1" fontAlgn="auto" latinLnBrk="0" hangingPunct="1">
              <a:lnSpc>
                <a:spcPct val="100000"/>
              </a:lnSpc>
              <a:spcBef>
                <a:spcPts val="0"/>
              </a:spcBef>
              <a:spcAft>
                <a:spcPts val="0"/>
              </a:spcAft>
              <a:buClrTx/>
              <a:buSzTx/>
              <a:buFont typeface="Arial MT"/>
              <a:buChar char="•"/>
              <a:tabLst>
                <a:tab pos="354965" algn="l"/>
              </a:tabLst>
              <a:defRPr/>
            </a:pPr>
            <a:r>
              <a:rPr kumimoji="0" sz="2400" b="0" i="0" u="none" strike="noStrike" kern="0" cap="none" spc="-35" normalizeH="0" baseline="0" noProof="0" dirty="0">
                <a:ln>
                  <a:noFill/>
                </a:ln>
                <a:solidFill>
                  <a:sysClr val="windowText" lastClr="000000"/>
                </a:solidFill>
                <a:effectLst/>
                <a:uLnTx/>
                <a:uFillTx/>
                <a:latin typeface="Trebuchet MS"/>
                <a:cs typeface="Trebuchet MS"/>
              </a:rPr>
              <a:t>Statements</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35" normalizeH="0" baseline="0" noProof="0" dirty="0">
                <a:ln>
                  <a:noFill/>
                </a:ln>
                <a:solidFill>
                  <a:sysClr val="windowText" lastClr="000000"/>
                </a:solidFill>
                <a:effectLst/>
                <a:uLnTx/>
                <a:uFillTx/>
                <a:latin typeface="Trebuchet MS"/>
                <a:cs typeface="Trebuchet MS"/>
              </a:rPr>
              <a:t>about</a:t>
            </a:r>
            <a:r>
              <a:rPr kumimoji="0" sz="2400" b="0" i="0" u="none" strike="noStrike" kern="0" cap="none" spc="-190"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the</a:t>
            </a:r>
            <a:r>
              <a:rPr kumimoji="0" sz="2400" b="0" i="0" u="none" strike="noStrike" kern="0" cap="none" spc="-200" normalizeH="0" baseline="0" noProof="0" dirty="0">
                <a:ln>
                  <a:noFill/>
                </a:ln>
                <a:solidFill>
                  <a:sysClr val="windowText" lastClr="000000"/>
                </a:solidFill>
                <a:effectLst/>
                <a:uLnTx/>
                <a:uFillTx/>
                <a:latin typeface="Trebuchet MS"/>
                <a:cs typeface="Trebuchet MS"/>
              </a:rPr>
              <a:t> </a:t>
            </a:r>
            <a:r>
              <a:rPr kumimoji="0" sz="2400" b="0" i="0" u="none" strike="noStrike" kern="0" cap="none" spc="-25" normalizeH="0" baseline="0" noProof="0" dirty="0">
                <a:ln>
                  <a:noFill/>
                </a:ln>
                <a:solidFill>
                  <a:sysClr val="windowText" lastClr="000000"/>
                </a:solidFill>
                <a:effectLst/>
                <a:uLnTx/>
                <a:uFillTx/>
                <a:latin typeface="Trebuchet MS"/>
                <a:cs typeface="Trebuchet MS"/>
              </a:rPr>
              <a:t>Dataset</a:t>
            </a:r>
            <a:r>
              <a:rPr kumimoji="0" sz="2400" b="0" i="0" u="none" strike="noStrike" kern="0" cap="none" spc="-185" normalizeH="0" baseline="0" noProof="0" dirty="0">
                <a:ln>
                  <a:noFill/>
                </a:ln>
                <a:solidFill>
                  <a:sysClr val="windowText" lastClr="000000"/>
                </a:solidFill>
                <a:effectLst/>
                <a:uLnTx/>
                <a:uFillTx/>
                <a:latin typeface="Trebuchet MS"/>
                <a:cs typeface="Trebuchet MS"/>
              </a:rPr>
              <a:t> </a:t>
            </a:r>
            <a:r>
              <a:rPr kumimoji="0" sz="2400" b="0" i="0" u="none" strike="noStrike" kern="0" cap="none" spc="-90" normalizeH="0" baseline="0" noProof="0" dirty="0">
                <a:ln>
                  <a:noFill/>
                </a:ln>
                <a:solidFill>
                  <a:sysClr val="windowText" lastClr="000000"/>
                </a:solidFill>
                <a:effectLst/>
                <a:uLnTx/>
                <a:uFillTx/>
                <a:latin typeface="Trebuchet MS"/>
                <a:cs typeface="Trebuchet MS"/>
              </a:rPr>
              <a:t>(metadata)</a:t>
            </a:r>
            <a:r>
              <a:rPr kumimoji="0" sz="2400" b="0" i="0" u="none" strike="noStrike" kern="0" cap="none" spc="-185" normalizeH="0" baseline="0" noProof="0" dirty="0">
                <a:ln>
                  <a:noFill/>
                </a:ln>
                <a:solidFill>
                  <a:sysClr val="windowText" lastClr="000000"/>
                </a:solidFill>
                <a:effectLst/>
                <a:uLnTx/>
                <a:uFillTx/>
                <a:latin typeface="Trebuchet MS"/>
                <a:cs typeface="Trebuchet MS"/>
              </a:rPr>
              <a:t> </a:t>
            </a:r>
            <a:r>
              <a:rPr kumimoji="0" sz="2400" b="0" i="0" u="none" strike="noStrike" kern="0" cap="none" spc="-55" normalizeH="0" baseline="0" noProof="0" dirty="0">
                <a:ln>
                  <a:noFill/>
                </a:ln>
                <a:solidFill>
                  <a:sysClr val="windowText" lastClr="000000"/>
                </a:solidFill>
                <a:effectLst/>
                <a:uLnTx/>
                <a:uFillTx/>
                <a:latin typeface="Trebuchet MS"/>
                <a:cs typeface="Trebuchet MS"/>
              </a:rPr>
              <a:t>apply</a:t>
            </a:r>
            <a:r>
              <a:rPr kumimoji="0" sz="2400" b="0" i="0" u="none" strike="noStrike" kern="0" cap="none" spc="-180"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to</a:t>
            </a:r>
            <a:r>
              <a:rPr kumimoji="0" sz="2400" b="0" i="0" u="none" strike="noStrike" kern="0" cap="none" spc="-204"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the</a:t>
            </a:r>
            <a:r>
              <a:rPr kumimoji="0" sz="2400" b="0" i="0" u="none" strike="noStrike" kern="0" cap="none" spc="-200" normalizeH="0" baseline="0" noProof="0" dirty="0">
                <a:ln>
                  <a:noFill/>
                </a:ln>
                <a:solidFill>
                  <a:sysClr val="windowText" lastClr="000000"/>
                </a:solidFill>
                <a:effectLst/>
                <a:uLnTx/>
                <a:uFillTx/>
                <a:latin typeface="Trebuchet MS"/>
                <a:cs typeface="Trebuchet MS"/>
              </a:rPr>
              <a:t> </a:t>
            </a:r>
            <a:r>
              <a:rPr kumimoji="0" sz="2400" b="0" i="0" u="none" strike="noStrike" kern="0" cap="none" spc="-105" normalizeH="0" baseline="0" noProof="0" dirty="0">
                <a:ln>
                  <a:noFill/>
                </a:ln>
                <a:solidFill>
                  <a:sysClr val="windowText" lastClr="000000"/>
                </a:solidFill>
                <a:effectLst/>
                <a:uLnTx/>
                <a:uFillTx/>
                <a:latin typeface="Trebuchet MS"/>
                <a:cs typeface="Trebuchet MS"/>
              </a:rPr>
              <a:t>entire</a:t>
            </a:r>
            <a:r>
              <a:rPr kumimoji="0" sz="2400" b="0" i="0" u="none" strike="noStrike" kern="0" cap="none" spc="-195" normalizeH="0" baseline="0" noProof="0" dirty="0">
                <a:ln>
                  <a:noFill/>
                </a:ln>
                <a:solidFill>
                  <a:sysClr val="windowText" lastClr="000000"/>
                </a:solidFill>
                <a:effectLst/>
                <a:uLnTx/>
                <a:uFillTx/>
                <a:latin typeface="Trebuchet MS"/>
                <a:cs typeface="Trebuchet MS"/>
              </a:rPr>
              <a:t> </a:t>
            </a:r>
            <a:r>
              <a:rPr kumimoji="0" sz="2400" b="0" i="0" u="none" strike="noStrike" kern="0" cap="none" spc="-10" normalizeH="0" baseline="0" noProof="0" dirty="0">
                <a:ln>
                  <a:noFill/>
                </a:ln>
                <a:solidFill>
                  <a:sysClr val="windowText" lastClr="000000"/>
                </a:solidFill>
                <a:effectLst/>
                <a:uLnTx/>
                <a:uFillTx/>
                <a:latin typeface="Trebuchet MS"/>
                <a:cs typeface="Trebuchet MS"/>
              </a:rPr>
              <a:t>collection</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a:p>
            <a:pPr marL="354965" marR="0" lvl="0" indent="-342265" defTabSz="914400" eaLnBrk="1" fontAlgn="auto" latinLnBrk="0" hangingPunct="1">
              <a:lnSpc>
                <a:spcPct val="100000"/>
              </a:lnSpc>
              <a:spcBef>
                <a:spcPts val="0"/>
              </a:spcBef>
              <a:spcAft>
                <a:spcPts val="0"/>
              </a:spcAft>
              <a:buClrTx/>
              <a:buSzTx/>
              <a:buFont typeface="Arial MT"/>
              <a:buChar char="•"/>
              <a:tabLst>
                <a:tab pos="354965" algn="l"/>
              </a:tabLst>
              <a:defRPr/>
            </a:pPr>
            <a:r>
              <a:rPr kumimoji="0" sz="2400" b="0" i="0" u="none" strike="noStrike" kern="0" cap="none" spc="-100" normalizeH="0" baseline="0" noProof="0" dirty="0">
                <a:ln>
                  <a:noFill/>
                </a:ln>
                <a:solidFill>
                  <a:sysClr val="windowText" lastClr="000000"/>
                </a:solidFill>
                <a:effectLst/>
                <a:uLnTx/>
                <a:uFillTx/>
                <a:latin typeface="Trebuchet MS"/>
                <a:cs typeface="Trebuchet MS"/>
              </a:rPr>
              <a:t>The</a:t>
            </a:r>
            <a:r>
              <a:rPr kumimoji="0" sz="2400" b="0" i="0" u="none" strike="noStrike" kern="0" cap="none" spc="-200" normalizeH="0" baseline="0" noProof="0" dirty="0">
                <a:ln>
                  <a:noFill/>
                </a:ln>
                <a:solidFill>
                  <a:sysClr val="windowText" lastClr="000000"/>
                </a:solidFill>
                <a:effectLst/>
                <a:uLnTx/>
                <a:uFillTx/>
                <a:latin typeface="Trebuchet MS"/>
                <a:cs typeface="Trebuchet MS"/>
              </a:rPr>
              <a:t> </a:t>
            </a:r>
            <a:r>
              <a:rPr kumimoji="0" sz="2400" b="0" i="0" u="none" strike="noStrike" kern="0" cap="none" spc="-50" normalizeH="0" baseline="0" noProof="0" dirty="0">
                <a:ln>
                  <a:noFill/>
                </a:ln>
                <a:solidFill>
                  <a:sysClr val="windowText" lastClr="000000"/>
                </a:solidFill>
                <a:effectLst/>
                <a:uLnTx/>
                <a:uFillTx/>
                <a:latin typeface="Trebuchet MS"/>
                <a:cs typeface="Trebuchet MS"/>
              </a:rPr>
              <a:t>dataset</a:t>
            </a:r>
            <a:r>
              <a:rPr kumimoji="0" sz="2400" b="0" i="0" u="none" strike="noStrike" kern="0" cap="none" spc="-190" normalizeH="0" baseline="0" noProof="0" dirty="0">
                <a:ln>
                  <a:noFill/>
                </a:ln>
                <a:solidFill>
                  <a:sysClr val="windowText" lastClr="000000"/>
                </a:solidFill>
                <a:effectLst/>
                <a:uLnTx/>
                <a:uFillTx/>
                <a:latin typeface="Trebuchet MS"/>
                <a:cs typeface="Trebuchet MS"/>
              </a:rPr>
              <a:t> </a:t>
            </a:r>
            <a:r>
              <a:rPr kumimoji="0" sz="2400" b="0" i="0" u="none" strike="noStrike" kern="0" cap="none" spc="70" normalizeH="0" baseline="0" noProof="0" dirty="0">
                <a:ln>
                  <a:noFill/>
                </a:ln>
                <a:solidFill>
                  <a:sysClr val="windowText" lastClr="000000"/>
                </a:solidFill>
                <a:effectLst/>
                <a:uLnTx/>
                <a:uFillTx/>
                <a:latin typeface="Trebuchet MS"/>
                <a:cs typeface="Trebuchet MS"/>
              </a:rPr>
              <a:t>has</a:t>
            </a:r>
            <a:r>
              <a:rPr kumimoji="0" sz="2400" b="0" i="0" u="none" strike="noStrike" kern="0" cap="none" spc="-190" normalizeH="0" baseline="0" noProof="0" dirty="0">
                <a:ln>
                  <a:noFill/>
                </a:ln>
                <a:solidFill>
                  <a:sysClr val="windowText" lastClr="000000"/>
                </a:solidFill>
                <a:effectLst/>
                <a:uLnTx/>
                <a:uFillTx/>
                <a:latin typeface="Trebuchet MS"/>
                <a:cs typeface="Trebuchet MS"/>
              </a:rPr>
              <a:t> </a:t>
            </a:r>
            <a:r>
              <a:rPr kumimoji="0" sz="2400" b="0" i="0" u="none" strike="noStrike" kern="0" cap="none" spc="-10" normalizeH="0" baseline="0" noProof="0" dirty="0">
                <a:ln>
                  <a:noFill/>
                </a:ln>
                <a:solidFill>
                  <a:sysClr val="windowText" lastClr="000000"/>
                </a:solidFill>
                <a:effectLst/>
                <a:uLnTx/>
                <a:uFillTx/>
                <a:latin typeface="Trebuchet MS"/>
                <a:cs typeface="Trebuchet MS"/>
              </a:rPr>
              <a:t>an</a:t>
            </a:r>
            <a:r>
              <a:rPr kumimoji="0" sz="2400" b="0" i="0" u="none" strike="noStrike" kern="0" cap="none" spc="-195" normalizeH="0" baseline="0" noProof="0" dirty="0">
                <a:ln>
                  <a:noFill/>
                </a:ln>
                <a:solidFill>
                  <a:sysClr val="windowText" lastClr="000000"/>
                </a:solidFill>
                <a:effectLst/>
                <a:uLnTx/>
                <a:uFillTx/>
                <a:latin typeface="Trebuchet MS"/>
                <a:cs typeface="Trebuchet MS"/>
              </a:rPr>
              <a:t> </a:t>
            </a:r>
            <a:r>
              <a:rPr kumimoji="0" sz="2400" b="0" i="0" u="none" strike="noStrike" kern="0" cap="none" spc="-105" normalizeH="0" baseline="0" noProof="0" dirty="0">
                <a:ln>
                  <a:noFill/>
                </a:ln>
                <a:solidFill>
                  <a:sysClr val="windowText" lastClr="000000"/>
                </a:solidFill>
                <a:effectLst/>
                <a:uLnTx/>
                <a:uFillTx/>
                <a:latin typeface="Trebuchet MS"/>
                <a:cs typeface="Trebuchet MS"/>
              </a:rPr>
              <a:t>identifier</a:t>
            </a:r>
            <a:r>
              <a:rPr kumimoji="0" sz="2400" b="0" i="0" u="none" strike="noStrike" kern="0" cap="none" spc="-200" normalizeH="0" baseline="0" noProof="0" dirty="0">
                <a:ln>
                  <a:noFill/>
                </a:ln>
                <a:solidFill>
                  <a:sysClr val="windowText" lastClr="000000"/>
                </a:solidFill>
                <a:effectLst/>
                <a:uLnTx/>
                <a:uFillTx/>
                <a:latin typeface="Trebuchet MS"/>
                <a:cs typeface="Trebuchet MS"/>
              </a:rPr>
              <a:t> </a:t>
            </a:r>
            <a:r>
              <a:rPr kumimoji="0" sz="2400" b="0" i="0" u="none" strike="noStrike" kern="0" cap="none" spc="-75" normalizeH="0" baseline="0" noProof="0" dirty="0">
                <a:ln>
                  <a:noFill/>
                </a:ln>
                <a:solidFill>
                  <a:sysClr val="windowText" lastClr="000000"/>
                </a:solidFill>
                <a:effectLst/>
                <a:uLnTx/>
                <a:uFillTx/>
                <a:latin typeface="Trebuchet MS"/>
                <a:cs typeface="Trebuchet MS"/>
              </a:rPr>
              <a:t>(metadata-</a:t>
            </a:r>
            <a:r>
              <a:rPr kumimoji="0" sz="2400" b="0" i="0" u="none" strike="noStrike" kern="0" cap="none" spc="-105" normalizeH="0" baseline="0" noProof="0" dirty="0">
                <a:ln>
                  <a:noFill/>
                </a:ln>
                <a:solidFill>
                  <a:sysClr val="windowText" lastClr="000000"/>
                </a:solidFill>
                <a:effectLst/>
                <a:uLnTx/>
                <a:uFillTx/>
                <a:latin typeface="Trebuchet MS"/>
                <a:cs typeface="Trebuchet MS"/>
              </a:rPr>
              <a:t>id)</a:t>
            </a:r>
            <a:r>
              <a:rPr kumimoji="0" sz="2400" b="0" i="0" u="none" strike="noStrike" kern="0" cap="none" spc="-190" normalizeH="0" baseline="0" noProof="0" dirty="0">
                <a:ln>
                  <a:noFill/>
                </a:ln>
                <a:solidFill>
                  <a:sysClr val="windowText" lastClr="000000"/>
                </a:solidFill>
                <a:effectLst/>
                <a:uLnTx/>
                <a:uFillTx/>
                <a:latin typeface="Trebuchet MS"/>
                <a:cs typeface="Trebuchet MS"/>
              </a:rPr>
              <a:t> </a:t>
            </a:r>
            <a:r>
              <a:rPr kumimoji="0" sz="2400" b="0" i="0" u="none" strike="noStrike" kern="0" cap="none" spc="0" normalizeH="0" baseline="0" noProof="0" dirty="0">
                <a:ln>
                  <a:noFill/>
                </a:ln>
                <a:solidFill>
                  <a:sysClr val="windowText" lastClr="000000"/>
                </a:solidFill>
                <a:effectLst/>
                <a:uLnTx/>
                <a:uFillTx/>
                <a:latin typeface="Trebuchet MS"/>
                <a:cs typeface="Trebuchet MS"/>
              </a:rPr>
              <a:t>associated</a:t>
            </a:r>
            <a:r>
              <a:rPr kumimoji="0" sz="2400" b="0" i="0" u="none" strike="noStrike" kern="0" cap="none" spc="-180" normalizeH="0" baseline="0" noProof="0" dirty="0">
                <a:ln>
                  <a:noFill/>
                </a:ln>
                <a:solidFill>
                  <a:sysClr val="windowText" lastClr="000000"/>
                </a:solidFill>
                <a:effectLst/>
                <a:uLnTx/>
                <a:uFillTx/>
                <a:latin typeface="Trebuchet MS"/>
                <a:cs typeface="Trebuchet MS"/>
              </a:rPr>
              <a:t> </a:t>
            </a:r>
            <a:r>
              <a:rPr kumimoji="0" sz="2400" b="0" i="0" u="none" strike="noStrike" kern="0" cap="none" spc="-85" normalizeH="0" baseline="0" noProof="0" dirty="0">
                <a:ln>
                  <a:noFill/>
                </a:ln>
                <a:solidFill>
                  <a:sysClr val="windowText" lastClr="000000"/>
                </a:solidFill>
                <a:effectLst/>
                <a:uLnTx/>
                <a:uFillTx/>
                <a:latin typeface="Trebuchet MS"/>
                <a:cs typeface="Trebuchet MS"/>
              </a:rPr>
              <a:t>to</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75" normalizeH="0" baseline="0" noProof="0" dirty="0">
                <a:ln>
                  <a:noFill/>
                </a:ln>
                <a:solidFill>
                  <a:sysClr val="windowText" lastClr="000000"/>
                </a:solidFill>
                <a:effectLst/>
                <a:uLnTx/>
                <a:uFillTx/>
                <a:latin typeface="Trebuchet MS"/>
                <a:cs typeface="Trebuchet MS"/>
              </a:rPr>
              <a:t>all</a:t>
            </a:r>
            <a:r>
              <a:rPr kumimoji="0" sz="2400" b="0" i="0" u="none" strike="noStrike" kern="0" cap="none" spc="-185" normalizeH="0" baseline="0" noProof="0" dirty="0">
                <a:ln>
                  <a:noFill/>
                </a:ln>
                <a:solidFill>
                  <a:sysClr val="windowText" lastClr="000000"/>
                </a:solidFill>
                <a:effectLst/>
                <a:uLnTx/>
                <a:uFillTx/>
                <a:latin typeface="Trebuchet MS"/>
                <a:cs typeface="Trebuchet MS"/>
              </a:rPr>
              <a:t> </a:t>
            </a:r>
            <a:r>
              <a:rPr kumimoji="0" sz="2400" b="0" i="0" u="none" strike="noStrike" kern="0" cap="none" spc="-60" normalizeH="0" baseline="0" noProof="0" dirty="0">
                <a:ln>
                  <a:noFill/>
                </a:ln>
                <a:solidFill>
                  <a:sysClr val="windowText" lastClr="000000"/>
                </a:solidFill>
                <a:effectLst/>
                <a:uLnTx/>
                <a:uFillTx/>
                <a:latin typeface="Trebuchet MS"/>
                <a:cs typeface="Trebuchet MS"/>
              </a:rPr>
              <a:t>data</a:t>
            </a:r>
            <a:r>
              <a:rPr kumimoji="0" sz="2400" b="0" i="0" u="none" strike="noStrike" kern="0" cap="none" spc="-210" normalizeH="0" baseline="0" noProof="0" dirty="0">
                <a:ln>
                  <a:noFill/>
                </a:ln>
                <a:solidFill>
                  <a:sysClr val="windowText" lastClr="000000"/>
                </a:solidFill>
                <a:effectLst/>
                <a:uLnTx/>
                <a:uFillTx/>
                <a:latin typeface="Trebuchet MS"/>
                <a:cs typeface="Trebuchet MS"/>
              </a:rPr>
              <a:t> </a:t>
            </a:r>
            <a:r>
              <a:rPr kumimoji="0" sz="2400" b="0" i="0" u="none" strike="noStrike" kern="0" cap="none" spc="-10" normalizeH="0" baseline="0" noProof="0" dirty="0">
                <a:ln>
                  <a:noFill/>
                </a:ln>
                <a:solidFill>
                  <a:sysClr val="windowText" lastClr="000000"/>
                </a:solidFill>
                <a:effectLst/>
                <a:uLnTx/>
                <a:uFillTx/>
                <a:latin typeface="Trebuchet MS"/>
                <a:cs typeface="Trebuchet MS"/>
              </a:rPr>
              <a:t>items</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p:txBody>
      </p:sp>
      <p:grpSp>
        <p:nvGrpSpPr>
          <p:cNvPr id="2" name="object 2"/>
          <p:cNvGrpSpPr/>
          <p:nvPr/>
        </p:nvGrpSpPr>
        <p:grpSpPr>
          <a:xfrm>
            <a:off x="0" y="3392220"/>
            <a:ext cx="6939280" cy="3465829"/>
            <a:chOff x="0" y="3392220"/>
            <a:chExt cx="6939280" cy="3465829"/>
          </a:xfrm>
        </p:grpSpPr>
        <p:pic>
          <p:nvPicPr>
            <p:cNvPr id="3" name="object 3"/>
            <p:cNvPicPr/>
            <p:nvPr/>
          </p:nvPicPr>
          <p:blipFill>
            <a:blip r:embed="rId2" cstate="print"/>
            <a:stretch>
              <a:fillRect/>
            </a:stretch>
          </p:blipFill>
          <p:spPr>
            <a:xfrm>
              <a:off x="251383" y="3401745"/>
              <a:ext cx="6677914" cy="3232785"/>
            </a:xfrm>
            <a:prstGeom prst="rect">
              <a:avLst/>
            </a:prstGeom>
          </p:spPr>
        </p:pic>
        <p:sp>
          <p:nvSpPr>
            <p:cNvPr id="4" name="object 4"/>
            <p:cNvSpPr/>
            <p:nvPr/>
          </p:nvSpPr>
          <p:spPr>
            <a:xfrm>
              <a:off x="246621" y="3396983"/>
              <a:ext cx="6687820" cy="3242310"/>
            </a:xfrm>
            <a:custGeom>
              <a:avLst/>
              <a:gdLst/>
              <a:ahLst/>
              <a:cxnLst/>
              <a:rect l="l" t="t" r="r" b="b"/>
              <a:pathLst>
                <a:path w="6687820" h="3242309">
                  <a:moveTo>
                    <a:pt x="0" y="3242310"/>
                  </a:moveTo>
                  <a:lnTo>
                    <a:pt x="6687439" y="3242310"/>
                  </a:lnTo>
                  <a:lnTo>
                    <a:pt x="6687439" y="0"/>
                  </a:lnTo>
                  <a:lnTo>
                    <a:pt x="0" y="0"/>
                  </a:lnTo>
                  <a:lnTo>
                    <a:pt x="0" y="3242310"/>
                  </a:lnTo>
                  <a:close/>
                </a:path>
              </a:pathLst>
            </a:custGeom>
            <a:ln w="9525">
              <a:solidFill>
                <a:srgbClr val="44536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p:cNvSpPr txBox="1"/>
          <p:nvPr/>
        </p:nvSpPr>
        <p:spPr>
          <a:xfrm>
            <a:off x="6929246" y="4036314"/>
            <a:ext cx="5262880" cy="1323975"/>
          </a:xfrm>
          <a:prstGeom prst="rect">
            <a:avLst/>
          </a:prstGeom>
          <a:solidFill>
            <a:srgbClr val="ECECEC"/>
          </a:solidFill>
        </p:spPr>
        <p:txBody>
          <a:bodyPr vert="horz" wrap="square" lIns="0" tIns="44450" rIns="0" bIns="0" rtlCol="0">
            <a:spAutoFit/>
          </a:bodyPr>
          <a:lstStyle/>
          <a:p>
            <a:pPr marL="92075" marR="0" lvl="0" indent="0" defTabSz="914400" eaLnBrk="1" fontAlgn="auto" latinLnBrk="0" hangingPunct="1">
              <a:lnSpc>
                <a:spcPct val="100000"/>
              </a:lnSpc>
              <a:spcBef>
                <a:spcPts val="350"/>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Verdana"/>
                <a:cs typeface="Verdana"/>
              </a:rPr>
              <a:t>Examples</a:t>
            </a:r>
            <a:r>
              <a:rPr kumimoji="0" sz="1600" b="1" i="0" u="none" strike="noStrike" kern="0" cap="none" spc="-30" normalizeH="0" baseline="0" noProof="0" dirty="0">
                <a:ln>
                  <a:noFill/>
                </a:ln>
                <a:solidFill>
                  <a:sysClr val="windowText" lastClr="000000"/>
                </a:solidFill>
                <a:effectLst/>
                <a:uLnTx/>
                <a:uFillTx/>
                <a:latin typeface="Verdana"/>
                <a:cs typeface="Verdana"/>
              </a:rPr>
              <a:t> </a:t>
            </a:r>
            <a:r>
              <a:rPr kumimoji="0" sz="1600" b="1" i="0" u="none" strike="noStrike" kern="0" cap="none" spc="0" normalizeH="0" baseline="0" noProof="0" dirty="0">
                <a:ln>
                  <a:noFill/>
                </a:ln>
                <a:solidFill>
                  <a:sysClr val="windowText" lastClr="000000"/>
                </a:solidFill>
                <a:effectLst/>
                <a:uLnTx/>
                <a:uFillTx/>
                <a:latin typeface="Verdana"/>
                <a:cs typeface="Verdana"/>
              </a:rPr>
              <a:t>of</a:t>
            </a:r>
            <a:r>
              <a:rPr kumimoji="0" sz="1600" b="1" i="0" u="none" strike="noStrike" kern="0" cap="none" spc="-65" normalizeH="0" baseline="0" noProof="0" dirty="0">
                <a:ln>
                  <a:noFill/>
                </a:ln>
                <a:solidFill>
                  <a:sysClr val="windowText" lastClr="000000"/>
                </a:solidFill>
                <a:effectLst/>
                <a:uLnTx/>
                <a:uFillTx/>
                <a:latin typeface="Verdana"/>
                <a:cs typeface="Verdana"/>
              </a:rPr>
              <a:t> </a:t>
            </a:r>
            <a:r>
              <a:rPr kumimoji="0" sz="1600" b="1" i="0" u="none" strike="noStrike" kern="0" cap="none" spc="-10" normalizeH="0" baseline="0" noProof="0" dirty="0">
                <a:ln>
                  <a:noFill/>
                </a:ln>
                <a:solidFill>
                  <a:sysClr val="windowText" lastClr="000000"/>
                </a:solidFill>
                <a:effectLst/>
                <a:uLnTx/>
                <a:uFillTx/>
                <a:latin typeface="Verdana"/>
                <a:cs typeface="Verdana"/>
              </a:rPr>
              <a:t>datasets</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0" i="0" u="none" strike="noStrike" kern="0" cap="none" spc="0" normalizeH="0" baseline="0" noProof="0" dirty="0">
                <a:ln>
                  <a:noFill/>
                </a:ln>
                <a:solidFill>
                  <a:sysClr val="windowText" lastClr="000000"/>
                </a:solidFill>
                <a:effectLst/>
                <a:uLnTx/>
                <a:uFillTx/>
                <a:latin typeface="Verdana"/>
                <a:cs typeface="Verdana"/>
              </a:rPr>
              <a:t>Synoptic</a:t>
            </a:r>
            <a:r>
              <a:rPr kumimoji="0" sz="1600" b="0" i="0" u="none" strike="noStrike" kern="0" cap="none" spc="-5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observations</a:t>
            </a:r>
            <a:r>
              <a:rPr kumimoji="0" sz="1600" b="0" i="0" u="none" strike="noStrike" kern="0" cap="none" spc="-3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from</a:t>
            </a:r>
            <a:r>
              <a:rPr kumimoji="0" sz="1600" b="0" i="0" u="none" strike="noStrike" kern="0" cap="none" spc="-60" normalizeH="0" baseline="0" noProof="0" dirty="0">
                <a:ln>
                  <a:noFill/>
                </a:ln>
                <a:solidFill>
                  <a:sysClr val="windowText" lastClr="000000"/>
                </a:solidFill>
                <a:effectLst/>
                <a:uLnTx/>
                <a:uFillTx/>
                <a:latin typeface="Verdana"/>
                <a:cs typeface="Verdana"/>
              </a:rPr>
              <a:t> </a:t>
            </a:r>
            <a:r>
              <a:rPr kumimoji="0" sz="1600" b="0" i="0" u="none" strike="noStrike" kern="0" cap="none" spc="-20" normalizeH="0" baseline="0" noProof="0" dirty="0">
                <a:ln>
                  <a:noFill/>
                </a:ln>
                <a:solidFill>
                  <a:sysClr val="windowText" lastClr="000000"/>
                </a:solidFill>
                <a:effectLst/>
                <a:uLnTx/>
                <a:uFillTx/>
                <a:latin typeface="Verdana"/>
                <a:cs typeface="Verdana"/>
              </a:rPr>
              <a:t>fixed-</a:t>
            </a:r>
            <a:r>
              <a:rPr kumimoji="0" sz="1600" b="0" i="0" u="none" strike="noStrike" kern="0" cap="none" spc="0" normalizeH="0" baseline="0" noProof="0" dirty="0">
                <a:ln>
                  <a:noFill/>
                </a:ln>
                <a:solidFill>
                  <a:sysClr val="windowText" lastClr="000000"/>
                </a:solidFill>
                <a:effectLst/>
                <a:uLnTx/>
                <a:uFillTx/>
                <a:latin typeface="Verdana"/>
                <a:cs typeface="Verdana"/>
              </a:rPr>
              <a:t>land</a:t>
            </a:r>
            <a:r>
              <a:rPr kumimoji="0" sz="1600" b="0" i="0" u="none" strike="noStrike" kern="0" cap="none" spc="-40" normalizeH="0" baseline="0" noProof="0" dirty="0">
                <a:ln>
                  <a:noFill/>
                </a:ln>
                <a:solidFill>
                  <a:sysClr val="windowText" lastClr="000000"/>
                </a:solidFill>
                <a:effectLst/>
                <a:uLnTx/>
                <a:uFillTx/>
                <a:latin typeface="Verdana"/>
                <a:cs typeface="Verdana"/>
              </a:rPr>
              <a:t> </a:t>
            </a:r>
            <a:r>
              <a:rPr kumimoji="0" sz="1600" b="0" i="0" u="none" strike="noStrike" kern="0" cap="none" spc="-10" normalizeH="0" baseline="0" noProof="0" dirty="0">
                <a:ln>
                  <a:noFill/>
                </a:ln>
                <a:solidFill>
                  <a:sysClr val="windowText" lastClr="000000"/>
                </a:solidFill>
                <a:effectLst/>
                <a:uLnTx/>
                <a:uFillTx/>
                <a:latin typeface="Verdana"/>
                <a:cs typeface="Verdana"/>
              </a:rPr>
              <a:t>stations</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0" i="0" u="none" strike="noStrike" kern="0" cap="none" spc="0" normalizeH="0" baseline="0" noProof="0" dirty="0">
                <a:ln>
                  <a:noFill/>
                </a:ln>
                <a:solidFill>
                  <a:sysClr val="windowText" lastClr="000000"/>
                </a:solidFill>
                <a:effectLst/>
                <a:uLnTx/>
                <a:uFillTx/>
                <a:latin typeface="Verdana"/>
                <a:cs typeface="Verdana"/>
              </a:rPr>
              <a:t>Predictions</a:t>
            </a:r>
            <a:r>
              <a:rPr kumimoji="0" sz="1600" b="0" i="0" u="none" strike="noStrike" kern="0" cap="none" spc="-2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from</a:t>
            </a:r>
            <a:r>
              <a:rPr kumimoji="0" sz="1600" b="0" i="0" u="none" strike="noStrike" kern="0" cap="none" spc="-4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NWP</a:t>
            </a:r>
            <a:r>
              <a:rPr kumimoji="0" sz="1600" b="0" i="0" u="none" strike="noStrike" kern="0" cap="none" spc="-60" normalizeH="0" baseline="0" noProof="0" dirty="0">
                <a:ln>
                  <a:noFill/>
                </a:ln>
                <a:solidFill>
                  <a:sysClr val="windowText" lastClr="000000"/>
                </a:solidFill>
                <a:effectLst/>
                <a:uLnTx/>
                <a:uFillTx/>
                <a:latin typeface="Verdana"/>
                <a:cs typeface="Verdana"/>
              </a:rPr>
              <a:t> </a:t>
            </a:r>
            <a:r>
              <a:rPr kumimoji="0" sz="1600" b="0" i="0" u="none" strike="noStrike" kern="0" cap="none" spc="-10" normalizeH="0" baseline="0" noProof="0" dirty="0">
                <a:ln>
                  <a:noFill/>
                </a:ln>
                <a:solidFill>
                  <a:sysClr val="windowText" lastClr="000000"/>
                </a:solidFill>
                <a:effectLst/>
                <a:uLnTx/>
                <a:uFillTx/>
                <a:latin typeface="Verdana"/>
                <a:cs typeface="Verdana"/>
              </a:rPr>
              <a:t>models</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0" i="0" u="none" strike="noStrike" kern="0" cap="none" spc="0" normalizeH="0" baseline="0" noProof="0" dirty="0">
                <a:ln>
                  <a:noFill/>
                </a:ln>
                <a:solidFill>
                  <a:sysClr val="windowText" lastClr="000000"/>
                </a:solidFill>
                <a:effectLst/>
                <a:uLnTx/>
                <a:uFillTx/>
                <a:latin typeface="Verdana"/>
                <a:cs typeface="Verdana"/>
              </a:rPr>
              <a:t>Archive</a:t>
            </a:r>
            <a:r>
              <a:rPr kumimoji="0" sz="1600" b="0" i="0" u="none" strike="noStrike" kern="0" cap="none" spc="-2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of</a:t>
            </a:r>
            <a:r>
              <a:rPr kumimoji="0" sz="1600" b="0" i="0" u="none" strike="noStrike" kern="0" cap="none" spc="-5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daily</a:t>
            </a:r>
            <a:r>
              <a:rPr kumimoji="0" sz="1600" b="0" i="0" u="none" strike="noStrike" kern="0" cap="none" spc="-3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climate</a:t>
            </a:r>
            <a:r>
              <a:rPr kumimoji="0" sz="1600" b="0" i="0" u="none" strike="noStrike" kern="0" cap="none" spc="-30" normalizeH="0" baseline="0" noProof="0" dirty="0">
                <a:ln>
                  <a:noFill/>
                </a:ln>
                <a:solidFill>
                  <a:sysClr val="windowText" lastClr="000000"/>
                </a:solidFill>
                <a:effectLst/>
                <a:uLnTx/>
                <a:uFillTx/>
                <a:latin typeface="Verdana"/>
                <a:cs typeface="Verdana"/>
              </a:rPr>
              <a:t> </a:t>
            </a:r>
            <a:r>
              <a:rPr kumimoji="0" sz="1600" b="0" i="0" u="none" strike="noStrike" kern="0" cap="none" spc="-10" normalizeH="0" baseline="0" noProof="0" dirty="0">
                <a:ln>
                  <a:noFill/>
                </a:ln>
                <a:solidFill>
                  <a:sysClr val="windowText" lastClr="000000"/>
                </a:solidFill>
                <a:effectLst/>
                <a:uLnTx/>
                <a:uFillTx/>
                <a:latin typeface="Verdana"/>
                <a:cs typeface="Verdana"/>
              </a:rPr>
              <a:t>observations</a:t>
            </a:r>
            <a:endParaRPr kumimoji="0" sz="1600" b="0" i="0" u="none" strike="noStrike" kern="0" cap="none" spc="0" normalizeH="0" baseline="0" noProof="0">
              <a:ln>
                <a:noFill/>
              </a:ln>
              <a:solidFill>
                <a:sysClr val="windowText" lastClr="000000"/>
              </a:solidFill>
              <a:effectLst/>
              <a:uLnTx/>
              <a:uFillTx/>
              <a:latin typeface="Verdana"/>
              <a:cs typeface="Verdana"/>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0" i="0" u="none" strike="noStrike" kern="0" cap="none" spc="-30" normalizeH="0" baseline="0" noProof="0" dirty="0">
                <a:ln>
                  <a:noFill/>
                </a:ln>
                <a:solidFill>
                  <a:sysClr val="windowText" lastClr="000000"/>
                </a:solidFill>
                <a:effectLst/>
                <a:uLnTx/>
                <a:uFillTx/>
                <a:latin typeface="Verdana"/>
                <a:cs typeface="Verdana"/>
              </a:rPr>
              <a:t>Real-</a:t>
            </a:r>
            <a:r>
              <a:rPr kumimoji="0" sz="1600" b="0" i="0" u="none" strike="noStrike" kern="0" cap="none" spc="0" normalizeH="0" baseline="0" noProof="0" dirty="0">
                <a:ln>
                  <a:noFill/>
                </a:ln>
                <a:solidFill>
                  <a:sysClr val="windowText" lastClr="000000"/>
                </a:solidFill>
                <a:effectLst/>
                <a:uLnTx/>
                <a:uFillTx/>
                <a:latin typeface="Verdana"/>
                <a:cs typeface="Verdana"/>
              </a:rPr>
              <a:t>time</a:t>
            </a:r>
            <a:r>
              <a:rPr kumimoji="0" sz="1600" b="0" i="0" u="none" strike="noStrike" kern="0" cap="none" spc="-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water</a:t>
            </a:r>
            <a:r>
              <a:rPr kumimoji="0" sz="1600" b="0" i="0" u="none" strike="noStrike" kern="0" cap="none" spc="-2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levels</a:t>
            </a:r>
            <a:r>
              <a:rPr kumimoji="0" sz="1600" b="0" i="0" u="none" strike="noStrike" kern="0" cap="none" spc="-15"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and</a:t>
            </a:r>
            <a:r>
              <a:rPr kumimoji="0" sz="1600" b="0" i="0" u="none" strike="noStrike" kern="0" cap="none" spc="-20" normalizeH="0" baseline="0" noProof="0" dirty="0">
                <a:ln>
                  <a:noFill/>
                </a:ln>
                <a:solidFill>
                  <a:sysClr val="windowText" lastClr="000000"/>
                </a:solidFill>
                <a:effectLst/>
                <a:uLnTx/>
                <a:uFillTx/>
                <a:latin typeface="Verdana"/>
                <a:cs typeface="Verdana"/>
              </a:rPr>
              <a:t> </a:t>
            </a:r>
            <a:r>
              <a:rPr kumimoji="0" sz="1600" b="0" i="0" u="none" strike="noStrike" kern="0" cap="none" spc="0" normalizeH="0" baseline="0" noProof="0" dirty="0">
                <a:ln>
                  <a:noFill/>
                </a:ln>
                <a:solidFill>
                  <a:sysClr val="windowText" lastClr="000000"/>
                </a:solidFill>
                <a:effectLst/>
                <a:uLnTx/>
                <a:uFillTx/>
                <a:latin typeface="Verdana"/>
                <a:cs typeface="Verdana"/>
              </a:rPr>
              <a:t>flow</a:t>
            </a:r>
            <a:r>
              <a:rPr kumimoji="0" sz="1600" b="0" i="0" u="none" strike="noStrike" kern="0" cap="none" spc="-20" normalizeH="0" baseline="0" noProof="0" dirty="0">
                <a:ln>
                  <a:noFill/>
                </a:ln>
                <a:solidFill>
                  <a:sysClr val="windowText" lastClr="000000"/>
                </a:solidFill>
                <a:effectLst/>
                <a:uLnTx/>
                <a:uFillTx/>
                <a:latin typeface="Verdana"/>
                <a:cs typeface="Verdana"/>
              </a:rPr>
              <a:t> </a:t>
            </a:r>
            <a:r>
              <a:rPr kumimoji="0" sz="1600" b="0" i="0" u="none" strike="noStrike" kern="0" cap="none" spc="-10" normalizeH="0" baseline="0" noProof="0" dirty="0">
                <a:ln>
                  <a:noFill/>
                </a:ln>
                <a:solidFill>
                  <a:sysClr val="windowText" lastClr="000000"/>
                </a:solidFill>
                <a:effectLst/>
                <a:uLnTx/>
                <a:uFillTx/>
                <a:latin typeface="Verdana"/>
                <a:cs typeface="Verdana"/>
              </a:rPr>
              <a:t>(discharge)</a:t>
            </a:r>
            <a:endParaRPr kumimoji="0" sz="1600" b="0" i="0" u="none" strike="noStrike" kern="0" cap="none" spc="0" normalizeH="0" baseline="0" noProof="0">
              <a:ln>
                <a:noFill/>
              </a:ln>
              <a:solidFill>
                <a:sysClr val="windowText" lastClr="000000"/>
              </a:solidFill>
              <a:effectLst/>
              <a:uLnTx/>
              <a:uFillTx/>
              <a:latin typeface="Verdana"/>
              <a:cs typeface="Verdana"/>
            </a:endParaRPr>
          </a:p>
        </p:txBody>
      </p:sp>
      <p:sp>
        <p:nvSpPr>
          <p:cNvPr id="7" name="object 7"/>
          <p:cNvSpPr txBox="1"/>
          <p:nvPr/>
        </p:nvSpPr>
        <p:spPr>
          <a:xfrm>
            <a:off x="8121142" y="6538061"/>
            <a:ext cx="4051300" cy="177800"/>
          </a:xfrm>
          <a:prstGeom prst="rect">
            <a:avLst/>
          </a:prstGeom>
        </p:spPr>
        <p:txBody>
          <a:bodyPr vert="horz" wrap="square" lIns="0" tIns="12065" rIns="0" bIns="0" rtlCol="0">
            <a:spAutoFit/>
          </a:bodyPr>
          <a:lstStyle/>
          <a:p>
            <a:pPr marL="38100" marR="0" lvl="0" indent="0" defTabSz="914400" eaLnBrk="1" fontAlgn="auto" latinLnBrk="0" hangingPunct="1">
              <a:lnSpc>
                <a:spcPct val="100000"/>
              </a:lnSpc>
              <a:spcBef>
                <a:spcPts val="95"/>
              </a:spcBef>
              <a:spcAft>
                <a:spcPts val="0"/>
              </a:spcAft>
              <a:buClrTx/>
              <a:buSzTx/>
              <a:buFontTx/>
              <a:buNone/>
              <a:tabLst/>
              <a:defRPr/>
            </a:pPr>
            <a:r>
              <a:rPr kumimoji="0" sz="975" b="0" i="0" u="none" strike="noStrike" kern="0" cap="none" spc="0" normalizeH="0" baseline="25641" noProof="0" dirty="0">
                <a:ln>
                  <a:noFill/>
                </a:ln>
                <a:solidFill>
                  <a:sysClr val="windowText" lastClr="000000"/>
                </a:solidFill>
                <a:effectLst/>
                <a:uLnTx/>
                <a:uFillTx/>
                <a:latin typeface="Calibri"/>
                <a:cs typeface="Calibri"/>
              </a:rPr>
              <a:t>1</a:t>
            </a:r>
            <a:r>
              <a:rPr kumimoji="0" sz="975" b="0" i="0" u="none" strike="noStrike" kern="0" cap="none" spc="82" normalizeH="0" baseline="25641"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Guide</a:t>
            </a:r>
            <a:r>
              <a:rPr kumimoji="0" sz="1000" b="0" i="0" u="none" strike="noStrike" kern="0" cap="none" spc="-2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to</a:t>
            </a:r>
            <a:r>
              <a:rPr kumimoji="0" sz="1000" b="0" i="0" u="none" strike="noStrike" kern="0" cap="none" spc="-3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WIS</a:t>
            </a:r>
            <a:r>
              <a:rPr kumimoji="0" sz="1000" b="0" i="0" u="none" strike="noStrike" kern="0" cap="none" spc="-1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(WMO</a:t>
            </a:r>
            <a:r>
              <a:rPr kumimoji="0" sz="1000" b="0" i="0" u="none" strike="noStrike" kern="0" cap="none" spc="-2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No.</a:t>
            </a:r>
            <a:r>
              <a:rPr kumimoji="0" sz="1000" b="0" i="0" u="none" strike="noStrike" kern="0" cap="none" spc="-1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1061),</a:t>
            </a:r>
            <a:r>
              <a:rPr kumimoji="0" sz="1000" b="0" i="0" u="none" strike="noStrike" kern="0" cap="none" spc="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Vol</a:t>
            </a:r>
            <a:r>
              <a:rPr kumimoji="0" sz="1000" b="0" i="0" u="none" strike="noStrike" kern="0" cap="none" spc="-3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II,</a:t>
            </a:r>
            <a:r>
              <a:rPr kumimoji="0" sz="1000" b="0" i="0" u="none" strike="noStrike" kern="0" cap="none" spc="-1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rgbClr val="1F1F1F"/>
                </a:solidFill>
                <a:effectLst/>
                <a:uLnTx/>
                <a:uFillTx/>
                <a:latin typeface="Calibri"/>
                <a:cs typeface="Calibri"/>
              </a:rPr>
              <a:t>§1.1.4</a:t>
            </a:r>
            <a:r>
              <a:rPr kumimoji="0" sz="1000" b="0" i="0" u="none" strike="noStrike" kern="0" cap="none" spc="15" normalizeH="0" baseline="0" noProof="0" dirty="0">
                <a:ln>
                  <a:noFill/>
                </a:ln>
                <a:solidFill>
                  <a:srgbClr val="1F1F1F"/>
                </a:solidFill>
                <a:effectLst/>
                <a:uLnTx/>
                <a:uFillTx/>
                <a:latin typeface="Calibri"/>
                <a:cs typeface="Calibri"/>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Why</a:t>
            </a:r>
            <a:r>
              <a:rPr kumimoji="0" sz="1000" b="0" i="0" u="sng" strike="noStrike" kern="0" cap="none" spc="-3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are</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datasets</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so</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important</a:t>
            </a:r>
            <a:endParaRPr kumimoji="0" sz="10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99948" rIns="0" bIns="0" rtlCol="0">
            <a:spAutoFit/>
          </a:bodyPr>
          <a:lstStyle/>
          <a:p>
            <a:pPr marL="3851275">
              <a:lnSpc>
                <a:spcPct val="100000"/>
              </a:lnSpc>
              <a:spcBef>
                <a:spcPts val="100"/>
              </a:spcBef>
            </a:pPr>
            <a:r>
              <a:rPr dirty="0"/>
              <a:t>Datasets</a:t>
            </a:r>
            <a:r>
              <a:rPr spc="-45" dirty="0"/>
              <a:t> </a:t>
            </a:r>
            <a:r>
              <a:rPr dirty="0"/>
              <a:t>in</a:t>
            </a:r>
            <a:r>
              <a:rPr spc="-15" dirty="0"/>
              <a:t> </a:t>
            </a:r>
            <a:r>
              <a:rPr spc="-20" dirty="0"/>
              <a:t>WIS2</a:t>
            </a:r>
          </a:p>
        </p:txBody>
      </p:sp>
      <p:sp>
        <p:nvSpPr>
          <p:cNvPr id="3" name="object 3"/>
          <p:cNvSpPr txBox="1"/>
          <p:nvPr/>
        </p:nvSpPr>
        <p:spPr>
          <a:xfrm>
            <a:off x="663651" y="1538466"/>
            <a:ext cx="11410950" cy="3345179"/>
          </a:xfrm>
          <a:prstGeom prst="rect">
            <a:avLst/>
          </a:prstGeom>
        </p:spPr>
        <p:txBody>
          <a:bodyPr vert="horz" wrap="square" lIns="0" tIns="209550" rIns="0" bIns="0" rtlCol="0">
            <a:spAutoFit/>
          </a:bodyPr>
          <a:lstStyle/>
          <a:p>
            <a:pPr marL="12700" marR="0" lvl="0" indent="0" defTabSz="914400" eaLnBrk="1" fontAlgn="auto" latinLnBrk="0" hangingPunct="1">
              <a:lnSpc>
                <a:spcPct val="100000"/>
              </a:lnSpc>
              <a:spcBef>
                <a:spcPts val="1650"/>
              </a:spcBef>
              <a:spcAft>
                <a:spcPts val="0"/>
              </a:spcAft>
              <a:buClrTx/>
              <a:buSzTx/>
              <a:buFontTx/>
              <a:buNone/>
              <a:tabLst/>
              <a:defRPr/>
            </a:pPr>
            <a:r>
              <a:rPr kumimoji="0" sz="2400" b="1" i="0" u="none" strike="noStrike" kern="0" cap="none" spc="0" normalizeH="0" baseline="0" noProof="0" dirty="0">
                <a:ln>
                  <a:noFill/>
                </a:ln>
                <a:solidFill>
                  <a:sysClr val="windowText" lastClr="000000"/>
                </a:solidFill>
                <a:effectLst/>
                <a:uLnTx/>
                <a:uFillTx/>
                <a:latin typeface="Trebuchet MS"/>
                <a:cs typeface="Trebuchet MS"/>
              </a:rPr>
              <a:t>Datasets</a:t>
            </a:r>
            <a:r>
              <a:rPr kumimoji="0" sz="2400" b="1" i="0" u="none" strike="noStrike" kern="0" cap="none" spc="-120" normalizeH="0" baseline="0" noProof="0" dirty="0">
                <a:ln>
                  <a:noFill/>
                </a:ln>
                <a:solidFill>
                  <a:sysClr val="windowText" lastClr="000000"/>
                </a:solidFill>
                <a:effectLst/>
                <a:uLnTx/>
                <a:uFillTx/>
                <a:latin typeface="Trebuchet MS"/>
                <a:cs typeface="Trebuchet MS"/>
              </a:rPr>
              <a:t> </a:t>
            </a:r>
            <a:r>
              <a:rPr kumimoji="0" sz="2400" b="1" i="0" u="none" strike="noStrike" kern="0" cap="none" spc="-65" normalizeH="0" baseline="0" noProof="0" dirty="0">
                <a:ln>
                  <a:noFill/>
                </a:ln>
                <a:solidFill>
                  <a:sysClr val="windowText" lastClr="000000"/>
                </a:solidFill>
                <a:effectLst/>
                <a:uLnTx/>
                <a:uFillTx/>
                <a:latin typeface="Trebuchet MS"/>
                <a:cs typeface="Trebuchet MS"/>
              </a:rPr>
              <a:t>provide</a:t>
            </a:r>
            <a:r>
              <a:rPr kumimoji="0" sz="2400" b="1" i="0" u="none" strike="noStrike" kern="0" cap="none" spc="-140" normalizeH="0" baseline="0" noProof="0" dirty="0">
                <a:ln>
                  <a:noFill/>
                </a:ln>
                <a:solidFill>
                  <a:sysClr val="windowText" lastClr="000000"/>
                </a:solidFill>
                <a:effectLst/>
                <a:uLnTx/>
                <a:uFillTx/>
                <a:latin typeface="Trebuchet MS"/>
                <a:cs typeface="Trebuchet MS"/>
              </a:rPr>
              <a:t> </a:t>
            </a:r>
            <a:r>
              <a:rPr kumimoji="0" sz="2400" b="1" i="0" u="none" strike="noStrike" kern="0" cap="none" spc="0" normalizeH="0" baseline="0" noProof="0" dirty="0">
                <a:ln>
                  <a:noFill/>
                </a:ln>
                <a:solidFill>
                  <a:sysClr val="windowText" lastClr="000000"/>
                </a:solidFill>
                <a:effectLst/>
                <a:uLnTx/>
                <a:uFillTx/>
                <a:latin typeface="Trebuchet MS"/>
                <a:cs typeface="Trebuchet MS"/>
              </a:rPr>
              <a:t>consistency</a:t>
            </a:r>
            <a:r>
              <a:rPr kumimoji="0" sz="2400" b="1" i="0" u="none" strike="noStrike" kern="0" cap="none" spc="-165" normalizeH="0" baseline="0" noProof="0" dirty="0">
                <a:ln>
                  <a:noFill/>
                </a:ln>
                <a:solidFill>
                  <a:sysClr val="windowText" lastClr="000000"/>
                </a:solidFill>
                <a:effectLst/>
                <a:uLnTx/>
                <a:uFillTx/>
                <a:latin typeface="Trebuchet MS"/>
                <a:cs typeface="Trebuchet MS"/>
              </a:rPr>
              <a:t> </a:t>
            </a:r>
            <a:r>
              <a:rPr kumimoji="0" sz="2400" b="1" i="0" u="none" strike="noStrike" kern="0" cap="none" spc="-65" normalizeH="0" baseline="0" noProof="0" dirty="0">
                <a:ln>
                  <a:noFill/>
                </a:ln>
                <a:solidFill>
                  <a:sysClr val="windowText" lastClr="000000"/>
                </a:solidFill>
                <a:effectLst/>
                <a:uLnTx/>
                <a:uFillTx/>
                <a:latin typeface="Trebuchet MS"/>
                <a:cs typeface="Trebuchet MS"/>
              </a:rPr>
              <a:t>to</a:t>
            </a:r>
            <a:r>
              <a:rPr kumimoji="0" sz="2400" b="1" i="0" u="none" strike="noStrike" kern="0" cap="none" spc="-125" normalizeH="0" baseline="0" noProof="0" dirty="0">
                <a:ln>
                  <a:noFill/>
                </a:ln>
                <a:solidFill>
                  <a:sysClr val="windowText" lastClr="000000"/>
                </a:solidFill>
                <a:effectLst/>
                <a:uLnTx/>
                <a:uFillTx/>
                <a:latin typeface="Trebuchet MS"/>
                <a:cs typeface="Trebuchet MS"/>
              </a:rPr>
              <a:t> </a:t>
            </a:r>
            <a:r>
              <a:rPr kumimoji="0" sz="2400" b="1" i="0" u="heavy" strike="noStrike" kern="0" cap="none" spc="-45" normalizeH="0" baseline="0" noProof="0" dirty="0">
                <a:ln>
                  <a:noFill/>
                </a:ln>
                <a:solidFill>
                  <a:sysClr val="windowText" lastClr="000000"/>
                </a:solidFill>
                <a:effectLst/>
                <a:uLnTx/>
                <a:uFill>
                  <a:solidFill>
                    <a:srgbClr val="000000"/>
                  </a:solidFill>
                </a:uFill>
                <a:latin typeface="Trebuchet MS"/>
                <a:cs typeface="Trebuchet MS"/>
              </a:rPr>
              <a:t>facilitate</a:t>
            </a:r>
            <a:r>
              <a:rPr kumimoji="0" sz="2400" b="1" i="0" u="heavy" strike="noStrike" kern="0" cap="none" spc="-175" normalizeH="0" baseline="0" noProof="0" dirty="0">
                <a:ln>
                  <a:noFill/>
                </a:ln>
                <a:solidFill>
                  <a:sysClr val="windowText" lastClr="000000"/>
                </a:solidFill>
                <a:effectLst/>
                <a:uLnTx/>
                <a:uFill>
                  <a:solidFill>
                    <a:srgbClr val="000000"/>
                  </a:solidFill>
                </a:uFill>
                <a:latin typeface="Trebuchet MS"/>
                <a:cs typeface="Trebuchet MS"/>
              </a:rPr>
              <a:t> </a:t>
            </a:r>
            <a:r>
              <a:rPr kumimoji="0" sz="2400" b="1" i="0" u="heavy"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data</a:t>
            </a:r>
            <a:r>
              <a:rPr kumimoji="0" sz="2400" b="1" i="0" u="heavy" strike="noStrike" kern="0" cap="none" spc="-125" normalizeH="0" baseline="0" noProof="0" dirty="0">
                <a:ln>
                  <a:noFill/>
                </a:ln>
                <a:solidFill>
                  <a:sysClr val="windowText" lastClr="000000"/>
                </a:solidFill>
                <a:effectLst/>
                <a:uLnTx/>
                <a:uFill>
                  <a:solidFill>
                    <a:srgbClr val="000000"/>
                  </a:solidFill>
                </a:uFill>
                <a:latin typeface="Trebuchet MS"/>
                <a:cs typeface="Trebuchet MS"/>
              </a:rPr>
              <a:t> </a:t>
            </a:r>
            <a:r>
              <a:rPr kumimoji="0" sz="2400" b="1" i="0" u="heavy"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processing</a:t>
            </a:r>
            <a:r>
              <a:rPr kumimoji="0" sz="2400" b="1" i="0" u="none" strike="noStrike" kern="0" cap="none" spc="-10" normalizeH="0" baseline="0" noProof="0" dirty="0">
                <a:ln>
                  <a:noFill/>
                </a:ln>
                <a:solidFill>
                  <a:sysClr val="windowText" lastClr="000000"/>
                </a:solidFill>
                <a:effectLst/>
                <a:uLnTx/>
                <a:uFillTx/>
                <a:latin typeface="Trebuchet MS"/>
                <a:cs typeface="Trebuchet MS"/>
              </a:rPr>
              <a:t>:</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1300"/>
              </a:spcBef>
              <a:spcAft>
                <a:spcPts val="0"/>
              </a:spcAft>
              <a:buClrTx/>
              <a:buSzTx/>
              <a:buFont typeface="Arial MT"/>
              <a:buChar char="•"/>
              <a:tabLst>
                <a:tab pos="299085" algn="l"/>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All</a:t>
            </a:r>
            <a:r>
              <a:rPr kumimoji="0" sz="2000" b="0"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be</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of</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55" normalizeH="0" baseline="0" noProof="0" dirty="0">
                <a:ln>
                  <a:noFill/>
                </a:ln>
                <a:solidFill>
                  <a:sysClr val="windowText" lastClr="000000"/>
                </a:solidFill>
                <a:effectLst/>
                <a:uLnTx/>
                <a:uFillTx/>
                <a:latin typeface="Trebuchet MS"/>
                <a:cs typeface="Trebuchet MS"/>
              </a:rPr>
              <a:t> </a:t>
            </a:r>
            <a:r>
              <a:rPr kumimoji="0" sz="2000" b="1" i="0" u="none" strike="noStrike" kern="0" cap="none" spc="-60" normalizeH="0" baseline="0" noProof="0" dirty="0">
                <a:ln>
                  <a:noFill/>
                </a:ln>
                <a:solidFill>
                  <a:sysClr val="windowText" lastClr="000000"/>
                </a:solidFill>
                <a:effectLst/>
                <a:uLnTx/>
                <a:uFillTx/>
                <a:latin typeface="Trebuchet MS"/>
                <a:cs typeface="Trebuchet MS"/>
              </a:rPr>
              <a:t>type</a:t>
            </a:r>
            <a:r>
              <a:rPr kumimoji="0" sz="2000" b="1"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135" normalizeH="0" baseline="0" noProof="0" dirty="0">
                <a:ln>
                  <a:noFill/>
                </a:ln>
                <a:solidFill>
                  <a:sysClr val="windowText" lastClr="000000"/>
                </a:solidFill>
                <a:effectLst/>
                <a:uLnTx/>
                <a:uFillTx/>
                <a:latin typeface="Trebuchet MS"/>
                <a:cs typeface="Trebuchet MS"/>
              </a:rPr>
              <a:t>(e.g.,</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observations</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from</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weather</a:t>
            </a:r>
            <a:r>
              <a:rPr kumimoji="0" sz="2000" b="0" i="0" u="none" strike="noStrike" kern="0" cap="none" spc="-18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stations).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1200"/>
              </a:spcBef>
              <a:spcAft>
                <a:spcPts val="0"/>
              </a:spcAft>
              <a:buClrTx/>
              <a:buSzTx/>
              <a:buFont typeface="Arial MT"/>
              <a:buChar char="•"/>
              <a:tabLst>
                <a:tab pos="299085" algn="l"/>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All</a:t>
            </a:r>
            <a:r>
              <a:rPr kumimoji="0" sz="2000" b="0" i="0" u="none" strike="noStrike" kern="0" cap="none" spc="-12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0" i="0" u="none" strike="noStrike" kern="0" cap="none" spc="-135" normalizeH="0" baseline="0" noProof="0" dirty="0">
                <a:ln>
                  <a:noFill/>
                </a:ln>
                <a:solidFill>
                  <a:sysClr val="windowText" lastClr="000000"/>
                </a:solidFill>
                <a:effectLst/>
                <a:uLnTx/>
                <a:uFillTx/>
                <a:latin typeface="Trebuchet MS"/>
                <a:cs typeface="Trebuchet MS"/>
              </a:rPr>
              <a:t> </a:t>
            </a:r>
            <a:r>
              <a:rPr kumimoji="0" sz="2000" b="0" i="0" u="none" strike="noStrike" kern="0" cap="none" spc="-35" normalizeH="0" baseline="0" noProof="0" dirty="0">
                <a:ln>
                  <a:noFill/>
                </a:ln>
                <a:solidFill>
                  <a:sysClr val="windowText" lastClr="000000"/>
                </a:solidFill>
                <a:effectLst/>
                <a:uLnTx/>
                <a:uFillTx/>
                <a:latin typeface="Trebuchet MS"/>
                <a:cs typeface="Trebuchet MS"/>
              </a:rPr>
              <a:t>have</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4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license</a:t>
            </a:r>
            <a:r>
              <a:rPr kumimoji="0" sz="2000" b="1" i="0" u="none" strike="noStrike" kern="0" cap="none" spc="-140" normalizeH="0" baseline="0" noProof="0" dirty="0">
                <a:ln>
                  <a:noFill/>
                </a:ln>
                <a:solidFill>
                  <a:sysClr val="windowText" lastClr="000000"/>
                </a:solidFill>
                <a:effectLst/>
                <a:uLnTx/>
                <a:uFillTx/>
                <a:latin typeface="Trebuchet MS"/>
                <a:cs typeface="Trebuchet MS"/>
              </a:rPr>
              <a:t> </a:t>
            </a:r>
            <a:r>
              <a:rPr kumimoji="0" sz="2000" b="1" i="0" u="none" strike="noStrike" kern="0" cap="none" spc="-40" normalizeH="0" baseline="0" noProof="0" dirty="0">
                <a:ln>
                  <a:noFill/>
                </a:ln>
                <a:solidFill>
                  <a:sysClr val="windowText" lastClr="000000"/>
                </a:solidFill>
                <a:effectLst/>
                <a:uLnTx/>
                <a:uFillTx/>
                <a:latin typeface="Trebuchet MS"/>
                <a:cs typeface="Trebuchet MS"/>
              </a:rPr>
              <a:t>and/or</a:t>
            </a:r>
            <a:r>
              <a:rPr kumimoji="0" sz="2000" b="1" i="0" u="none" strike="noStrike" kern="0" cap="none" spc="-16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usage</a:t>
            </a:r>
            <a:r>
              <a:rPr kumimoji="0" sz="2000" b="1" i="0" u="none" strike="noStrike" kern="0" cap="none" spc="-125"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conditions</a:t>
            </a:r>
            <a:r>
              <a:rPr kumimoji="0" sz="2000" b="0" i="0" u="none" strike="noStrike" kern="0" cap="none" spc="-10" normalizeH="0" baseline="0" noProof="0" dirty="0">
                <a:ln>
                  <a:noFill/>
                </a:ln>
                <a:solidFill>
                  <a:sysClr val="windowText" lastClr="000000"/>
                </a:solidFill>
                <a:effectLst/>
                <a:uLnTx/>
                <a:uFillTx/>
                <a:latin typeface="Trebuchet MS"/>
                <a:cs typeface="Trebuchet MS"/>
              </a:rPr>
              <a:t>.</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1200"/>
              </a:spcBef>
              <a:spcAft>
                <a:spcPts val="0"/>
              </a:spcAft>
              <a:buClrTx/>
              <a:buSzTx/>
              <a:buFont typeface="Arial MT"/>
              <a:buChar char="•"/>
              <a:tabLst>
                <a:tab pos="299085" algn="l"/>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All</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be</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subject</a:t>
            </a:r>
            <a:r>
              <a:rPr kumimoji="0" sz="2000" b="0" i="0" u="none" strike="noStrike" kern="0" cap="none" spc="-190" normalizeH="0" baseline="0" noProof="0" dirty="0">
                <a:ln>
                  <a:noFill/>
                </a:ln>
                <a:solidFill>
                  <a:sysClr val="windowText" lastClr="000000"/>
                </a:solidFill>
                <a:effectLst/>
                <a:uLnTx/>
                <a:uFillTx/>
                <a:latin typeface="Trebuchet MS"/>
                <a:cs typeface="Trebuchet MS"/>
              </a:rPr>
              <a:t> </a:t>
            </a:r>
            <a:r>
              <a:rPr kumimoji="0" sz="2000" b="0" i="0" u="none" strike="noStrike" kern="0" cap="none" spc="-75" normalizeH="0" baseline="0" noProof="0" dirty="0">
                <a:ln>
                  <a:noFill/>
                </a:ln>
                <a:solidFill>
                  <a:sysClr val="windowText" lastClr="000000"/>
                </a:solidFill>
                <a:effectLst/>
                <a:uLnTx/>
                <a:uFillTx/>
                <a:latin typeface="Trebuchet MS"/>
                <a:cs typeface="Trebuchet MS"/>
              </a:rPr>
              <a:t>to</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1" i="0" u="none" strike="noStrike" kern="0" cap="none" spc="5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35" normalizeH="0" baseline="0" noProof="0" dirty="0">
                <a:ln>
                  <a:noFill/>
                </a:ln>
                <a:solidFill>
                  <a:sysClr val="windowText" lastClr="000000"/>
                </a:solidFill>
                <a:effectLst/>
                <a:uLnTx/>
                <a:uFillTx/>
                <a:latin typeface="Trebuchet MS"/>
                <a:cs typeface="Trebuchet MS"/>
              </a:rPr>
              <a:t>quality</a:t>
            </a:r>
            <a:r>
              <a:rPr kumimoji="0" sz="2000" b="1" i="0" u="none" strike="noStrike" kern="0" cap="none" spc="-175"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management</a:t>
            </a:r>
            <a:r>
              <a:rPr kumimoji="0" sz="2000" b="1" i="0" u="none" strike="noStrike" kern="0" cap="none" spc="-215" normalizeH="0" baseline="0" noProof="0" dirty="0">
                <a:ln>
                  <a:noFill/>
                </a:ln>
                <a:solidFill>
                  <a:sysClr val="windowText" lastClr="000000"/>
                </a:solidFill>
                <a:effectLst/>
                <a:uLnTx/>
                <a:uFillTx/>
                <a:latin typeface="Trebuchet MS"/>
                <a:cs typeface="Trebuchet MS"/>
              </a:rPr>
              <a:t> </a:t>
            </a:r>
            <a:r>
              <a:rPr kumimoji="0" sz="2000" b="0" i="0" u="none" strike="noStrike" kern="0" cap="none" spc="-60" normalizeH="0" baseline="0" noProof="0" dirty="0">
                <a:ln>
                  <a:noFill/>
                </a:ln>
                <a:solidFill>
                  <a:sysClr val="windowText" lastClr="000000"/>
                </a:solidFill>
                <a:effectLst/>
                <a:uLnTx/>
                <a:uFillTx/>
                <a:latin typeface="Trebuchet MS"/>
                <a:cs typeface="Trebuchet MS"/>
              </a:rPr>
              <a:t>regime</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20" normalizeH="0" baseline="0" noProof="0" dirty="0">
                <a:ln>
                  <a:noFill/>
                </a:ln>
                <a:solidFill>
                  <a:sysClr val="windowText" lastClr="000000"/>
                </a:solidFill>
                <a:effectLst/>
                <a:uLnTx/>
                <a:uFillTx/>
                <a:latin typeface="Trebuchet MS"/>
                <a:cs typeface="Trebuchet MS"/>
              </a:rPr>
              <a:t>which</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30" normalizeH="0" baseline="0" noProof="0" dirty="0">
                <a:ln>
                  <a:noFill/>
                </a:ln>
                <a:solidFill>
                  <a:sysClr val="windowText" lastClr="000000"/>
                </a:solidFill>
                <a:effectLst/>
                <a:uLnTx/>
                <a:uFillTx/>
                <a:latin typeface="Trebuchet MS"/>
                <a:cs typeface="Trebuchet MS"/>
              </a:rPr>
              <a:t>may</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mean</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80" normalizeH="0" baseline="0" noProof="0" dirty="0">
                <a:ln>
                  <a:noFill/>
                </a:ln>
                <a:solidFill>
                  <a:sysClr val="windowText" lastClr="000000"/>
                </a:solidFill>
                <a:effectLst/>
                <a:uLnTx/>
                <a:uFillTx/>
                <a:latin typeface="Trebuchet MS"/>
                <a:cs typeface="Trebuchet MS"/>
              </a:rPr>
              <a:t>that</a:t>
            </a:r>
            <a:r>
              <a:rPr kumimoji="0" sz="2000" b="0" i="0" u="none" strike="noStrike" kern="0" cap="none" spc="-180" normalizeH="0" baseline="0" noProof="0" dirty="0">
                <a:ln>
                  <a:noFill/>
                </a:ln>
                <a:solidFill>
                  <a:sysClr val="windowText" lastClr="000000"/>
                </a:solidFill>
                <a:effectLst/>
                <a:uLnTx/>
                <a:uFillTx/>
                <a:latin typeface="Trebuchet MS"/>
                <a:cs typeface="Trebuchet MS"/>
              </a:rPr>
              <a:t> </a:t>
            </a:r>
            <a:r>
              <a:rPr kumimoji="0" sz="2000" b="0" i="0" u="none" strike="noStrike" kern="0" cap="none" spc="-55" normalizeH="0" baseline="0" noProof="0" dirty="0">
                <a:ln>
                  <a:noFill/>
                </a:ln>
                <a:solidFill>
                  <a:sysClr val="windowText" lastClr="000000"/>
                </a:solidFill>
                <a:effectLst/>
                <a:uLnTx/>
                <a:uFillTx/>
                <a:latin typeface="Trebuchet MS"/>
                <a:cs typeface="Trebuchet MS"/>
              </a:rPr>
              <a:t>all</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25" normalizeH="0" baseline="0" noProof="0" dirty="0">
                <a:ln>
                  <a:noFill/>
                </a:ln>
                <a:solidFill>
                  <a:sysClr val="windowText" lastClr="000000"/>
                </a:solidFill>
                <a:effectLst/>
                <a:uLnTx/>
                <a:uFillTx/>
                <a:latin typeface="Trebuchet MS"/>
                <a:cs typeface="Trebuchet MS"/>
              </a:rPr>
              <a:t>the</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0" defTabSz="914400" eaLnBrk="1" fontAlgn="auto" latinLnBrk="0" hangingPunct="1">
              <a:lnSpc>
                <a:spcPct val="100000"/>
              </a:lnSpc>
              <a:spcBef>
                <a:spcPts val="1205"/>
              </a:spcBef>
              <a:spcAft>
                <a:spcPts val="0"/>
              </a:spcAft>
              <a:buClrTx/>
              <a:buSzTx/>
              <a:buFontTx/>
              <a:buNone/>
              <a:tabLst/>
              <a:defRPr/>
            </a:pP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is</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collected</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60" normalizeH="0" baseline="0" noProof="0" dirty="0">
                <a:ln>
                  <a:noFill/>
                </a:ln>
                <a:solidFill>
                  <a:sysClr val="windowText" lastClr="000000"/>
                </a:solidFill>
                <a:effectLst/>
                <a:uLnTx/>
                <a:uFillTx/>
                <a:latin typeface="Trebuchet MS"/>
                <a:cs typeface="Trebuchet MS"/>
              </a:rPr>
              <a:t>or</a:t>
            </a:r>
            <a:r>
              <a:rPr kumimoji="0" sz="2000" b="1" i="0" u="none" strike="noStrike" kern="0" cap="none" spc="-155" normalizeH="0" baseline="0" noProof="0" dirty="0">
                <a:ln>
                  <a:noFill/>
                </a:ln>
                <a:solidFill>
                  <a:sysClr val="windowText" lastClr="000000"/>
                </a:solidFill>
                <a:effectLst/>
                <a:uLnTx/>
                <a:uFillTx/>
                <a:latin typeface="Trebuchet MS"/>
                <a:cs typeface="Trebuchet MS"/>
              </a:rPr>
              <a:t> </a:t>
            </a:r>
            <a:r>
              <a:rPr kumimoji="0" sz="2000" b="1" i="0" u="none" strike="noStrike" kern="0" cap="none" spc="-40" normalizeH="0" baseline="0" noProof="0" dirty="0">
                <a:ln>
                  <a:noFill/>
                </a:ln>
                <a:solidFill>
                  <a:sysClr val="windowText" lastClr="000000"/>
                </a:solidFill>
                <a:effectLst/>
                <a:uLnTx/>
                <a:uFillTx/>
                <a:latin typeface="Trebuchet MS"/>
                <a:cs typeface="Trebuchet MS"/>
              </a:rPr>
              <a:t>created</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using</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60" normalizeH="0" baseline="0" noProof="0" dirty="0">
                <a:ln>
                  <a:noFill/>
                </a:ln>
                <a:solidFill>
                  <a:sysClr val="windowText" lastClr="000000"/>
                </a:solidFill>
                <a:effectLst/>
                <a:uLnTx/>
                <a:uFillTx/>
                <a:latin typeface="Trebuchet MS"/>
                <a:cs typeface="Trebuchet MS"/>
              </a:rPr>
              <a:t>the</a:t>
            </a:r>
            <a:r>
              <a:rPr kumimoji="0" sz="2000" b="1" i="0" u="none" strike="noStrike" kern="0" cap="none" spc="-12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processes</a:t>
            </a:r>
            <a:r>
              <a:rPr kumimoji="0" sz="2000" b="0" i="0" u="none" strike="noStrike" kern="0" cap="none" spc="-10" normalizeH="0" baseline="0" noProof="0" dirty="0">
                <a:ln>
                  <a:noFill/>
                </a:ln>
                <a:solidFill>
                  <a:sysClr val="windowText" lastClr="000000"/>
                </a:solidFill>
                <a:effectLst/>
                <a:uLnTx/>
                <a:uFillTx/>
                <a:latin typeface="Trebuchet MS"/>
                <a:cs typeface="Trebuchet MS"/>
              </a:rPr>
              <a:t>.</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1200"/>
              </a:spcBef>
              <a:spcAft>
                <a:spcPts val="0"/>
              </a:spcAft>
              <a:buClrTx/>
              <a:buSzTx/>
              <a:buFont typeface="Arial MT"/>
              <a:buChar char="•"/>
              <a:tabLst>
                <a:tab pos="299085" algn="l"/>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All</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be</a:t>
            </a:r>
            <a:r>
              <a:rPr kumimoji="0" sz="2000" b="0" i="0" u="none" strike="noStrike" kern="0" cap="none" spc="-130"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encoded</a:t>
            </a:r>
            <a:r>
              <a:rPr kumimoji="0" sz="2000" b="1" i="0" u="none" strike="noStrike" kern="0" cap="none" spc="-165" normalizeH="0" baseline="0" noProof="0" dirty="0">
                <a:ln>
                  <a:noFill/>
                </a:ln>
                <a:solidFill>
                  <a:sysClr val="windowText" lastClr="000000"/>
                </a:solidFill>
                <a:effectLst/>
                <a:uLnTx/>
                <a:uFillTx/>
                <a:latin typeface="Trebuchet MS"/>
                <a:cs typeface="Trebuchet MS"/>
              </a:rPr>
              <a:t> </a:t>
            </a:r>
            <a:r>
              <a:rPr kumimoji="0" sz="2000" b="1" i="0" u="none" strike="noStrike" kern="0" cap="none" spc="-55" normalizeH="0" baseline="0" noProof="0" dirty="0">
                <a:ln>
                  <a:noFill/>
                </a:ln>
                <a:solidFill>
                  <a:sysClr val="windowText" lastClr="000000"/>
                </a:solidFill>
                <a:effectLst/>
                <a:uLnTx/>
                <a:uFillTx/>
                <a:latin typeface="Trebuchet MS"/>
                <a:cs typeface="Trebuchet MS"/>
              </a:rPr>
              <a:t>in</a:t>
            </a:r>
            <a:r>
              <a:rPr kumimoji="0" sz="2000" b="1" i="0" u="none" strike="noStrike" kern="0" cap="none" spc="-140" normalizeH="0" baseline="0" noProof="0" dirty="0">
                <a:ln>
                  <a:noFill/>
                </a:ln>
                <a:solidFill>
                  <a:sysClr val="windowText" lastClr="000000"/>
                </a:solidFill>
                <a:effectLst/>
                <a:uLnTx/>
                <a:uFillTx/>
                <a:latin typeface="Trebuchet MS"/>
                <a:cs typeface="Trebuchet MS"/>
              </a:rPr>
              <a:t> </a:t>
            </a:r>
            <a:r>
              <a:rPr kumimoji="0" sz="2000" b="1" i="0" u="none" strike="noStrike" kern="0" cap="none" spc="-65" normalizeH="0" baseline="0" noProof="0" dirty="0">
                <a:ln>
                  <a:noFill/>
                </a:ln>
                <a:solidFill>
                  <a:sysClr val="windowText" lastClr="000000"/>
                </a:solidFill>
                <a:effectLst/>
                <a:uLnTx/>
                <a:uFillTx/>
                <a:latin typeface="Trebuchet MS"/>
                <a:cs typeface="Trebuchet MS"/>
              </a:rPr>
              <a:t>the</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50" normalizeH="0" baseline="0" noProof="0" dirty="0">
                <a:ln>
                  <a:noFill/>
                </a:ln>
                <a:solidFill>
                  <a:sysClr val="windowText" lastClr="000000"/>
                </a:solidFill>
                <a:effectLst/>
                <a:uLnTx/>
                <a:uFillTx/>
                <a:latin typeface="Trebuchet MS"/>
                <a:cs typeface="Trebuchet MS"/>
              </a:rPr>
              <a:t> </a:t>
            </a:r>
            <a:r>
              <a:rPr kumimoji="0" sz="2000" b="1" i="0" u="none" strike="noStrike" kern="0" cap="none" spc="-50" normalizeH="0" baseline="0" noProof="0" dirty="0">
                <a:ln>
                  <a:noFill/>
                </a:ln>
                <a:solidFill>
                  <a:sysClr val="windowText" lastClr="000000"/>
                </a:solidFill>
                <a:effectLst/>
                <a:uLnTx/>
                <a:uFillTx/>
                <a:latin typeface="Trebuchet MS"/>
                <a:cs typeface="Trebuchet MS"/>
              </a:rPr>
              <a:t>way</a:t>
            </a:r>
            <a:r>
              <a:rPr kumimoji="0" sz="2000" b="1" i="0" u="none" strike="noStrike" kern="0" cap="none" spc="-130" normalizeH="0" baseline="0" noProof="0" dirty="0">
                <a:ln>
                  <a:noFill/>
                </a:ln>
                <a:solidFill>
                  <a:sysClr val="windowText" lastClr="000000"/>
                </a:solidFill>
                <a:effectLst/>
                <a:uLnTx/>
                <a:uFillTx/>
                <a:latin typeface="Trebuchet MS"/>
                <a:cs typeface="Trebuchet MS"/>
              </a:rPr>
              <a:t> </a:t>
            </a:r>
            <a:r>
              <a:rPr kumimoji="0" sz="2000" b="0" i="0" u="none" strike="noStrike" kern="0" cap="none" spc="-160" normalizeH="0" baseline="0" noProof="0" dirty="0">
                <a:ln>
                  <a:noFill/>
                </a:ln>
                <a:solidFill>
                  <a:sysClr val="windowText" lastClr="000000"/>
                </a:solidFill>
                <a:effectLst/>
                <a:uLnTx/>
                <a:uFillTx/>
                <a:latin typeface="Trebuchet MS"/>
                <a:cs typeface="Trebuchet MS"/>
              </a:rPr>
              <a:t>(i.e.,</a:t>
            </a:r>
            <a:r>
              <a:rPr kumimoji="0" sz="2000" b="0" i="0" u="none" strike="noStrike" kern="0" cap="none" spc="-14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using</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same</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45" normalizeH="0" baseline="0" noProof="0" dirty="0">
                <a:ln>
                  <a:noFill/>
                </a:ln>
                <a:solidFill>
                  <a:sysClr val="windowText" lastClr="000000"/>
                </a:solidFill>
                <a:effectLst/>
                <a:uLnTx/>
                <a:uFillTx/>
                <a:latin typeface="Trebuchet MS"/>
                <a:cs typeface="Trebuchet MS"/>
              </a:rPr>
              <a:t>formats</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and</a:t>
            </a:r>
            <a:r>
              <a:rPr kumimoji="0" sz="2000" b="0" i="0" u="none" strike="noStrike" kern="0" cap="none" spc="-16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vocabularies).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1200"/>
              </a:spcBef>
              <a:spcAft>
                <a:spcPts val="0"/>
              </a:spcAft>
              <a:buClrTx/>
              <a:buSzTx/>
              <a:buFont typeface="Arial MT"/>
              <a:buChar char="•"/>
              <a:tabLst>
                <a:tab pos="299085" algn="l"/>
              </a:tabLst>
              <a:defRPr/>
            </a:pPr>
            <a:r>
              <a:rPr kumimoji="0" sz="2000" b="0" i="0" u="none" strike="noStrike" kern="0" cap="none" spc="-60" normalizeH="0" baseline="0" noProof="0" dirty="0">
                <a:ln>
                  <a:noFill/>
                </a:ln>
                <a:solidFill>
                  <a:sysClr val="windowText" lastClr="000000"/>
                </a:solidFill>
                <a:effectLst/>
                <a:uLnTx/>
                <a:uFillTx/>
                <a:latin typeface="Trebuchet MS"/>
                <a:cs typeface="Trebuchet MS"/>
              </a:rPr>
              <a:t>All</a:t>
            </a:r>
            <a:r>
              <a:rPr kumimoji="0" sz="2000" b="0" i="0" u="none" strike="noStrike" kern="0" cap="none" spc="-9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2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14"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should</a:t>
            </a:r>
            <a:r>
              <a:rPr kumimoji="0" sz="2000" b="0" i="0" u="none" strike="noStrike" kern="0" cap="none" spc="-11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be</a:t>
            </a:r>
            <a:r>
              <a:rPr kumimoji="0" sz="2000" b="0" i="0" u="none" strike="noStrike" kern="0" cap="none" spc="-9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accessible</a:t>
            </a:r>
            <a:r>
              <a:rPr kumimoji="0" sz="2000" b="1" i="0" u="none" strike="noStrike" kern="0" cap="none" spc="-135"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using</a:t>
            </a:r>
            <a:r>
              <a:rPr kumimoji="0" sz="2000" b="1" i="0" u="none" strike="noStrike" kern="0" cap="none" spc="-100" normalizeH="0" baseline="0" noProof="0" dirty="0">
                <a:ln>
                  <a:noFill/>
                </a:ln>
                <a:solidFill>
                  <a:sysClr val="windowText" lastClr="000000"/>
                </a:solidFill>
                <a:effectLst/>
                <a:uLnTx/>
                <a:uFillTx/>
                <a:latin typeface="Trebuchet MS"/>
                <a:cs typeface="Trebuchet MS"/>
              </a:rPr>
              <a:t> </a:t>
            </a:r>
            <a:r>
              <a:rPr kumimoji="0" sz="2000" b="1" i="0" u="none" strike="noStrike" kern="0" cap="none" spc="-65" normalizeH="0" baseline="0" noProof="0" dirty="0">
                <a:ln>
                  <a:noFill/>
                </a:ln>
                <a:solidFill>
                  <a:sysClr val="windowText" lastClr="000000"/>
                </a:solidFill>
                <a:effectLst/>
                <a:uLnTx/>
                <a:uFillTx/>
                <a:latin typeface="Trebuchet MS"/>
                <a:cs typeface="Trebuchet MS"/>
              </a:rPr>
              <a:t>the</a:t>
            </a:r>
            <a:r>
              <a:rPr kumimoji="0" sz="2000" b="1" i="0" u="none" strike="noStrike" kern="0" cap="none" spc="-114" normalizeH="0" baseline="0" noProof="0" dirty="0">
                <a:ln>
                  <a:noFill/>
                </a:ln>
                <a:solidFill>
                  <a:sysClr val="windowText" lastClr="000000"/>
                </a:solidFill>
                <a:effectLst/>
                <a:uLnTx/>
                <a:uFillTx/>
                <a:latin typeface="Trebuchet MS"/>
                <a:cs typeface="Trebuchet MS"/>
              </a:rPr>
              <a:t> </a:t>
            </a:r>
            <a:r>
              <a:rPr kumimoji="0" sz="2000" b="1" i="0" u="none" strike="noStrike" kern="0" cap="none" spc="0" normalizeH="0" baseline="0" noProof="0" dirty="0">
                <a:ln>
                  <a:noFill/>
                </a:ln>
                <a:solidFill>
                  <a:sysClr val="windowText" lastClr="000000"/>
                </a:solidFill>
                <a:effectLst/>
                <a:uLnTx/>
                <a:uFillTx/>
                <a:latin typeface="Trebuchet MS"/>
                <a:cs typeface="Trebuchet MS"/>
              </a:rPr>
              <a:t>same</a:t>
            </a:r>
            <a:r>
              <a:rPr kumimoji="0" sz="2000" b="1" i="0" u="none" strike="noStrike" kern="0" cap="none" spc="-114" normalizeH="0" baseline="0" noProof="0" dirty="0">
                <a:ln>
                  <a:noFill/>
                </a:ln>
                <a:solidFill>
                  <a:sysClr val="windowText" lastClr="000000"/>
                </a:solidFill>
                <a:effectLst/>
                <a:uLnTx/>
                <a:uFillTx/>
                <a:latin typeface="Trebuchet MS"/>
                <a:cs typeface="Trebuchet MS"/>
              </a:rPr>
              <a:t> </a:t>
            </a:r>
            <a:r>
              <a:rPr kumimoji="0" sz="2000" b="1" i="0" u="none" strike="noStrike" kern="0" cap="none" spc="-10" normalizeH="0" baseline="0" noProof="0" dirty="0">
                <a:ln>
                  <a:noFill/>
                </a:ln>
                <a:solidFill>
                  <a:sysClr val="windowText" lastClr="000000"/>
                </a:solidFill>
                <a:effectLst/>
                <a:uLnTx/>
                <a:uFillTx/>
                <a:latin typeface="Trebuchet MS"/>
                <a:cs typeface="Trebuchet MS"/>
              </a:rPr>
              <a:t>protocols</a:t>
            </a:r>
            <a:r>
              <a:rPr kumimoji="0" sz="2000" b="0" i="0" u="none" strike="noStrike" kern="0" cap="none" spc="-10" normalizeH="0" baseline="0" noProof="0" dirty="0">
                <a:ln>
                  <a:noFill/>
                </a:ln>
                <a:solidFill>
                  <a:sysClr val="windowText" lastClr="000000"/>
                </a:solidFill>
                <a:effectLst/>
                <a:uLnTx/>
                <a:uFillTx/>
                <a:latin typeface="Trebuchet MS"/>
                <a:cs typeface="Trebuchet MS"/>
              </a:rPr>
              <a:t>.</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pic>
        <p:nvPicPr>
          <p:cNvPr id="5" name="object 5"/>
          <p:cNvPicPr/>
          <p:nvPr/>
        </p:nvPicPr>
        <p:blipFill>
          <a:blip r:embed="rId2" cstate="print"/>
          <a:stretch>
            <a:fillRect/>
          </a:stretch>
        </p:blipFill>
        <p:spPr>
          <a:xfrm>
            <a:off x="9915652" y="1039480"/>
            <a:ext cx="2024888" cy="1997851"/>
          </a:xfrm>
          <a:prstGeom prst="rect">
            <a:avLst/>
          </a:prstGeom>
        </p:spPr>
      </p:pic>
      <p:sp>
        <p:nvSpPr>
          <p:cNvPr id="4" name="object 4"/>
          <p:cNvSpPr txBox="1"/>
          <p:nvPr/>
        </p:nvSpPr>
        <p:spPr>
          <a:xfrm>
            <a:off x="8121142" y="6538061"/>
            <a:ext cx="4051300" cy="177800"/>
          </a:xfrm>
          <a:prstGeom prst="rect">
            <a:avLst/>
          </a:prstGeom>
        </p:spPr>
        <p:txBody>
          <a:bodyPr vert="horz" wrap="square" lIns="0" tIns="12065" rIns="0" bIns="0" rtlCol="0">
            <a:spAutoFit/>
          </a:bodyPr>
          <a:lstStyle/>
          <a:p>
            <a:pPr marL="38100" marR="0" lvl="0" indent="0" defTabSz="914400" eaLnBrk="1" fontAlgn="auto" latinLnBrk="0" hangingPunct="1">
              <a:lnSpc>
                <a:spcPct val="100000"/>
              </a:lnSpc>
              <a:spcBef>
                <a:spcPts val="95"/>
              </a:spcBef>
              <a:spcAft>
                <a:spcPts val="0"/>
              </a:spcAft>
              <a:buClrTx/>
              <a:buSzTx/>
              <a:buFontTx/>
              <a:buNone/>
              <a:tabLst/>
              <a:defRPr/>
            </a:pPr>
            <a:r>
              <a:rPr kumimoji="0" sz="975" b="0" i="0" u="none" strike="noStrike" kern="0" cap="none" spc="0" normalizeH="0" baseline="25641" noProof="0" dirty="0">
                <a:ln>
                  <a:noFill/>
                </a:ln>
                <a:solidFill>
                  <a:sysClr val="windowText" lastClr="000000"/>
                </a:solidFill>
                <a:effectLst/>
                <a:uLnTx/>
                <a:uFillTx/>
                <a:latin typeface="Calibri"/>
                <a:cs typeface="Calibri"/>
              </a:rPr>
              <a:t>1</a:t>
            </a:r>
            <a:r>
              <a:rPr kumimoji="0" sz="975" b="0" i="0" u="none" strike="noStrike" kern="0" cap="none" spc="82" normalizeH="0" baseline="25641"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Guide</a:t>
            </a:r>
            <a:r>
              <a:rPr kumimoji="0" sz="1000" b="0" i="0" u="none" strike="noStrike" kern="0" cap="none" spc="-2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to</a:t>
            </a:r>
            <a:r>
              <a:rPr kumimoji="0" sz="1000" b="0" i="0" u="none" strike="noStrike" kern="0" cap="none" spc="-3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WIS</a:t>
            </a:r>
            <a:r>
              <a:rPr kumimoji="0" sz="1000" b="0" i="0" u="none" strike="noStrike" kern="0" cap="none" spc="-1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(WMO</a:t>
            </a:r>
            <a:r>
              <a:rPr kumimoji="0" sz="1000" b="0" i="0" u="none" strike="noStrike" kern="0" cap="none" spc="-2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No.</a:t>
            </a:r>
            <a:r>
              <a:rPr kumimoji="0" sz="1000" b="0" i="0" u="none" strike="noStrike" kern="0" cap="none" spc="-1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1061),</a:t>
            </a:r>
            <a:r>
              <a:rPr kumimoji="0" sz="1000" b="0" i="0" u="none" strike="noStrike" kern="0" cap="none" spc="5"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Vol</a:t>
            </a:r>
            <a:r>
              <a:rPr kumimoji="0" sz="1000" b="0" i="0" u="none" strike="noStrike" kern="0" cap="none" spc="-3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ysClr val="windowText" lastClr="000000"/>
                </a:solidFill>
                <a:effectLst/>
                <a:uLnTx/>
                <a:uFillTx/>
                <a:latin typeface="Calibri"/>
                <a:cs typeface="Calibri"/>
              </a:rPr>
              <a:t>II,</a:t>
            </a:r>
            <a:r>
              <a:rPr kumimoji="0" sz="1000" b="0" i="0" u="none" strike="noStrike" kern="0" cap="none" spc="-10" normalizeH="0" baseline="0" noProof="0" dirty="0">
                <a:ln>
                  <a:noFill/>
                </a:ln>
                <a:solidFill>
                  <a:sysClr val="windowText" lastClr="000000"/>
                </a:solidFill>
                <a:effectLst/>
                <a:uLnTx/>
                <a:uFillTx/>
                <a:latin typeface="Calibri"/>
                <a:cs typeface="Calibri"/>
              </a:rPr>
              <a:t> </a:t>
            </a:r>
            <a:r>
              <a:rPr kumimoji="0" sz="1000" b="0" i="0" u="none" strike="noStrike" kern="0" cap="none" spc="0" normalizeH="0" baseline="0" noProof="0" dirty="0">
                <a:ln>
                  <a:noFill/>
                </a:ln>
                <a:solidFill>
                  <a:srgbClr val="1F1F1F"/>
                </a:solidFill>
                <a:effectLst/>
                <a:uLnTx/>
                <a:uFillTx/>
                <a:latin typeface="Calibri"/>
                <a:cs typeface="Calibri"/>
              </a:rPr>
              <a:t>§1.1.4</a:t>
            </a:r>
            <a:r>
              <a:rPr kumimoji="0" sz="1000" b="0" i="0" u="none" strike="noStrike" kern="0" cap="none" spc="15" normalizeH="0" baseline="0" noProof="0" dirty="0">
                <a:ln>
                  <a:noFill/>
                </a:ln>
                <a:solidFill>
                  <a:srgbClr val="1F1F1F"/>
                </a:solidFill>
                <a:effectLst/>
                <a:uLnTx/>
                <a:uFillTx/>
                <a:latin typeface="Calibri"/>
                <a:cs typeface="Calibri"/>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Why</a:t>
            </a:r>
            <a:r>
              <a:rPr kumimoji="0" sz="1000" b="0" i="0" u="sng" strike="noStrike" kern="0" cap="none" spc="-3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are</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datasets</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so</a:t>
            </a:r>
            <a:r>
              <a:rPr kumimoji="0" sz="1000" b="0" i="0" u="sng" strike="noStrike" kern="0" cap="none" spc="-20" normalizeH="0" baseline="0" noProof="0" dirty="0">
                <a:ln>
                  <a:noFill/>
                </a:ln>
                <a:solidFill>
                  <a:srgbClr val="0462C1"/>
                </a:solidFill>
                <a:effectLst/>
                <a:uLnTx/>
                <a:uFill>
                  <a:solidFill>
                    <a:srgbClr val="0462C1"/>
                  </a:solidFill>
                </a:uFill>
                <a:latin typeface="Calibri"/>
                <a:cs typeface="Calibri"/>
                <a:hlinkClick r:id="rId3"/>
              </a:rPr>
              <a:t> </a:t>
            </a:r>
            <a:r>
              <a:rPr kumimoji="0" sz="10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important</a:t>
            </a:r>
            <a:endParaRPr kumimoji="0" sz="10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99948" rIns="0" bIns="0" rtlCol="0">
            <a:spAutoFit/>
          </a:bodyPr>
          <a:lstStyle/>
          <a:p>
            <a:pPr marL="3113405">
              <a:lnSpc>
                <a:spcPct val="100000"/>
              </a:lnSpc>
              <a:spcBef>
                <a:spcPts val="100"/>
              </a:spcBef>
            </a:pPr>
            <a:r>
              <a:rPr dirty="0"/>
              <a:t>Datasets</a:t>
            </a:r>
            <a:r>
              <a:rPr spc="-45" dirty="0"/>
              <a:t> </a:t>
            </a:r>
            <a:r>
              <a:rPr dirty="0"/>
              <a:t>need</a:t>
            </a:r>
            <a:r>
              <a:rPr spc="-15" dirty="0"/>
              <a:t> </a:t>
            </a:r>
            <a:r>
              <a:rPr spc="-10" dirty="0"/>
              <a:t>metadata</a:t>
            </a:r>
          </a:p>
        </p:txBody>
      </p:sp>
      <p:sp>
        <p:nvSpPr>
          <p:cNvPr id="2" name="object 2"/>
          <p:cNvSpPr txBox="1"/>
          <p:nvPr/>
        </p:nvSpPr>
        <p:spPr>
          <a:xfrm>
            <a:off x="1364361" y="1489722"/>
            <a:ext cx="3288029" cy="2834640"/>
          </a:xfrm>
          <a:prstGeom prst="rect">
            <a:avLst/>
          </a:prstGeom>
        </p:spPr>
        <p:txBody>
          <a:bodyPr vert="horz" wrap="square" lIns="0" tIns="107950" rIns="0" bIns="0" rtlCol="0">
            <a:spAutoFit/>
          </a:bodyPr>
          <a:lstStyle/>
          <a:p>
            <a:pPr marL="239395" marR="0" lvl="0" indent="-226695" defTabSz="914400" eaLnBrk="1" fontAlgn="auto" latinLnBrk="0" hangingPunct="1">
              <a:lnSpc>
                <a:spcPct val="100000"/>
              </a:lnSpc>
              <a:spcBef>
                <a:spcPts val="850"/>
              </a:spcBef>
              <a:spcAft>
                <a:spcPts val="0"/>
              </a:spcAft>
              <a:buClrTx/>
              <a:buSzTx/>
              <a:buFont typeface="Arial MT"/>
              <a:buChar char="•"/>
              <a:tabLst>
                <a:tab pos="239395" algn="l"/>
              </a:tabLst>
              <a:defRPr/>
            </a:pPr>
            <a:r>
              <a:rPr kumimoji="0" sz="2000" b="0" i="0" u="none" strike="noStrike" kern="0" cap="none" spc="-35" normalizeH="0" baseline="0" noProof="0" dirty="0">
                <a:ln>
                  <a:noFill/>
                </a:ln>
                <a:solidFill>
                  <a:sysClr val="windowText" lastClr="000000"/>
                </a:solidFill>
                <a:effectLst/>
                <a:uLnTx/>
                <a:uFillTx/>
                <a:latin typeface="Trebuchet MS"/>
                <a:cs typeface="Trebuchet MS"/>
              </a:rPr>
              <a:t>Description/documentation</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55"/>
              </a:spcBef>
              <a:spcAft>
                <a:spcPts val="0"/>
              </a:spcAft>
              <a:buClrTx/>
              <a:buSzTx/>
              <a:buFont typeface="Arial MT"/>
              <a:buChar char="•"/>
              <a:tabLst>
                <a:tab pos="239395" algn="l"/>
              </a:tabLst>
              <a:defRPr/>
            </a:pPr>
            <a:r>
              <a:rPr kumimoji="0" sz="2000" b="0" i="0" u="none" strike="noStrike" kern="0" cap="none" spc="-10" normalizeH="0" baseline="0" noProof="0" dirty="0">
                <a:ln>
                  <a:noFill/>
                </a:ln>
                <a:solidFill>
                  <a:sysClr val="windowText" lastClr="000000"/>
                </a:solidFill>
                <a:effectLst/>
                <a:uLnTx/>
                <a:uFillTx/>
                <a:latin typeface="Trebuchet MS"/>
                <a:cs typeface="Trebuchet MS"/>
              </a:rPr>
              <a:t>Identification</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70"/>
              </a:spcBef>
              <a:spcAft>
                <a:spcPts val="0"/>
              </a:spcAft>
              <a:buClrTx/>
              <a:buSzTx/>
              <a:buFont typeface="Arial MT"/>
              <a:buChar char="•"/>
              <a:tabLst>
                <a:tab pos="239395" algn="l"/>
              </a:tabLst>
              <a:defRPr/>
            </a:pPr>
            <a:r>
              <a:rPr kumimoji="0" sz="2000" b="0" i="0" u="none" strike="noStrike" kern="0" cap="none" spc="-65" normalizeH="0" baseline="0" noProof="0" dirty="0">
                <a:ln>
                  <a:noFill/>
                </a:ln>
                <a:solidFill>
                  <a:sysClr val="windowText" lastClr="000000"/>
                </a:solidFill>
                <a:effectLst/>
                <a:uLnTx/>
                <a:uFillTx/>
                <a:latin typeface="Trebuchet MS"/>
                <a:cs typeface="Trebuchet MS"/>
              </a:rPr>
              <a:t>Key</a:t>
            </a:r>
            <a:r>
              <a:rPr kumimoji="0" sz="2000" b="0" i="0" u="none" strike="noStrike" kern="0" cap="none" spc="-20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words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60"/>
              </a:spcBef>
              <a:spcAft>
                <a:spcPts val="0"/>
              </a:spcAft>
              <a:buClrTx/>
              <a:buSzTx/>
              <a:buFont typeface="Arial MT"/>
              <a:buChar char="•"/>
              <a:tabLst>
                <a:tab pos="239395" algn="l"/>
              </a:tabLst>
              <a:defRPr/>
            </a:pPr>
            <a:r>
              <a:rPr kumimoji="0" sz="2000" b="0" i="0" u="none" strike="noStrike" kern="0" cap="none" spc="-80" normalizeH="0" baseline="0" noProof="0" dirty="0">
                <a:ln>
                  <a:noFill/>
                </a:ln>
                <a:solidFill>
                  <a:sysClr val="windowText" lastClr="000000"/>
                </a:solidFill>
                <a:effectLst/>
                <a:uLnTx/>
                <a:uFillTx/>
                <a:latin typeface="Trebuchet MS"/>
                <a:cs typeface="Trebuchet MS"/>
              </a:rPr>
              <a:t>Temporal/Spatial</a:t>
            </a:r>
            <a:r>
              <a:rPr kumimoji="0" sz="2000" b="0" i="0" u="none" strike="noStrike" kern="0" cap="none" spc="-14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Extents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55"/>
              </a:spcBef>
              <a:spcAft>
                <a:spcPts val="0"/>
              </a:spcAft>
              <a:buClrTx/>
              <a:buSzTx/>
              <a:buFont typeface="Arial MT"/>
              <a:buChar char="•"/>
              <a:tabLst>
                <a:tab pos="239395" algn="l"/>
              </a:tabLst>
              <a:defRPr/>
            </a:pPr>
            <a:r>
              <a:rPr kumimoji="0" sz="2000" b="0" i="0" u="none" strike="noStrike" kern="0" cap="none" spc="-10" normalizeH="0" baseline="0" noProof="0" dirty="0">
                <a:ln>
                  <a:noFill/>
                </a:ln>
                <a:solidFill>
                  <a:sysClr val="windowText" lastClr="000000"/>
                </a:solidFill>
                <a:effectLst/>
                <a:uLnTx/>
                <a:uFillTx/>
                <a:latin typeface="Trebuchet MS"/>
                <a:cs typeface="Trebuchet MS"/>
              </a:rPr>
              <a:t>Data</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70" normalizeH="0" baseline="0" noProof="0" dirty="0">
                <a:ln>
                  <a:noFill/>
                </a:ln>
                <a:solidFill>
                  <a:sysClr val="windowText" lastClr="000000"/>
                </a:solidFill>
                <a:effectLst/>
                <a:uLnTx/>
                <a:uFillTx/>
                <a:latin typeface="Trebuchet MS"/>
                <a:cs typeface="Trebuchet MS"/>
              </a:rPr>
              <a:t>Provider</a:t>
            </a:r>
            <a:r>
              <a:rPr kumimoji="0" sz="2000" b="0" i="0" u="none" strike="noStrike" kern="0" cap="none" spc="-15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Contact(s)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70"/>
              </a:spcBef>
              <a:spcAft>
                <a:spcPts val="0"/>
              </a:spcAft>
              <a:buClrTx/>
              <a:buSzTx/>
              <a:buFont typeface="Arial MT"/>
              <a:buChar char="•"/>
              <a:tabLst>
                <a:tab pos="239395" algn="l"/>
              </a:tabLst>
              <a:defRPr/>
            </a:pPr>
            <a:r>
              <a:rPr kumimoji="0" sz="2000" b="0" i="0" u="none" strike="noStrike" kern="0" cap="none" spc="65" normalizeH="0" baseline="0" noProof="0" dirty="0">
                <a:ln>
                  <a:noFill/>
                </a:ln>
                <a:solidFill>
                  <a:sysClr val="windowText" lastClr="000000"/>
                </a:solidFill>
                <a:effectLst/>
                <a:uLnTx/>
                <a:uFillTx/>
                <a:latin typeface="Trebuchet MS"/>
                <a:cs typeface="Trebuchet MS"/>
              </a:rPr>
              <a:t>Access</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40" normalizeH="0" baseline="0" noProof="0" dirty="0">
                <a:ln>
                  <a:noFill/>
                </a:ln>
                <a:solidFill>
                  <a:sysClr val="windowText" lastClr="000000"/>
                </a:solidFill>
                <a:effectLst/>
                <a:uLnTx/>
                <a:uFillTx/>
                <a:latin typeface="Trebuchet MS"/>
                <a:cs typeface="Trebuchet MS"/>
              </a:rPr>
              <a:t>control</a:t>
            </a:r>
            <a:r>
              <a:rPr kumimoji="0" sz="2000" b="0" i="0" u="none" strike="noStrike" kern="0" cap="none" spc="-17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mechanism</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39395" marR="0" lvl="0" indent="-226695" defTabSz="914400" eaLnBrk="1" fontAlgn="auto" latinLnBrk="0" hangingPunct="1">
              <a:lnSpc>
                <a:spcPct val="100000"/>
              </a:lnSpc>
              <a:spcBef>
                <a:spcPts val="755"/>
              </a:spcBef>
              <a:spcAft>
                <a:spcPts val="0"/>
              </a:spcAft>
              <a:buClrTx/>
              <a:buSzTx/>
              <a:buFont typeface="Arial MT"/>
              <a:buChar char="•"/>
              <a:tabLst>
                <a:tab pos="239395" algn="l"/>
              </a:tabLst>
              <a:defRPr/>
            </a:pPr>
            <a:r>
              <a:rPr kumimoji="0" sz="2000" b="0" i="0" u="none" strike="noStrike" kern="0" cap="none" spc="-25" normalizeH="0" baseline="0" noProof="0" dirty="0">
                <a:ln>
                  <a:noFill/>
                </a:ln>
                <a:solidFill>
                  <a:sysClr val="windowText" lastClr="000000"/>
                </a:solidFill>
                <a:effectLst/>
                <a:uLnTx/>
                <a:uFillTx/>
                <a:latin typeface="Trebuchet MS"/>
                <a:cs typeface="Trebuchet MS"/>
              </a:rPr>
              <a:t>Rights</a:t>
            </a:r>
            <a:r>
              <a:rPr kumimoji="0" sz="2000" b="0" i="0" u="none" strike="noStrike" kern="0" cap="none" spc="-15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and</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License</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6" name="object 6"/>
          <p:cNvSpPr txBox="1"/>
          <p:nvPr/>
        </p:nvSpPr>
        <p:spPr>
          <a:xfrm>
            <a:off x="7753857" y="1821941"/>
            <a:ext cx="106235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rgbClr val="767070"/>
                </a:solidFill>
                <a:effectLst/>
                <a:uLnTx/>
                <a:uFillTx/>
                <a:latin typeface="Comic Sans MS"/>
                <a:cs typeface="Comic Sans MS"/>
              </a:rPr>
              <a:t>metadata</a:t>
            </a:r>
            <a:endParaRPr kumimoji="0" sz="1800" b="0" i="0" u="none" strike="noStrike" kern="0" cap="none" spc="0" normalizeH="0" baseline="0" noProof="0">
              <a:ln>
                <a:noFill/>
              </a:ln>
              <a:solidFill>
                <a:sysClr val="windowText" lastClr="000000"/>
              </a:solidFill>
              <a:effectLst/>
              <a:uLnTx/>
              <a:uFillTx/>
              <a:latin typeface="Comic Sans MS"/>
              <a:cs typeface="Comic Sans MS"/>
            </a:endParaRPr>
          </a:p>
        </p:txBody>
      </p:sp>
      <p:sp>
        <p:nvSpPr>
          <p:cNvPr id="7" name="object 7"/>
          <p:cNvSpPr txBox="1"/>
          <p:nvPr/>
        </p:nvSpPr>
        <p:spPr>
          <a:xfrm>
            <a:off x="10338561" y="2010283"/>
            <a:ext cx="521334"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20" normalizeH="0" baseline="0" noProof="0" dirty="0">
                <a:ln>
                  <a:noFill/>
                </a:ln>
                <a:solidFill>
                  <a:srgbClr val="767070"/>
                </a:solidFill>
                <a:effectLst/>
                <a:uLnTx/>
                <a:uFillTx/>
                <a:latin typeface="Comic Sans MS"/>
                <a:cs typeface="Comic Sans MS"/>
              </a:rPr>
              <a:t>data</a:t>
            </a:r>
            <a:endParaRPr kumimoji="0" sz="1800" b="0" i="0" u="none" strike="noStrike" kern="0" cap="none" spc="0" normalizeH="0" baseline="0" noProof="0">
              <a:ln>
                <a:noFill/>
              </a:ln>
              <a:solidFill>
                <a:sysClr val="windowText" lastClr="000000"/>
              </a:solidFill>
              <a:effectLst/>
              <a:uLnTx/>
              <a:uFillTx/>
              <a:latin typeface="Comic Sans MS"/>
              <a:cs typeface="Comic Sans MS"/>
            </a:endParaRPr>
          </a:p>
        </p:txBody>
      </p:sp>
      <p:pic>
        <p:nvPicPr>
          <p:cNvPr id="5" name="object 5"/>
          <p:cNvPicPr/>
          <p:nvPr/>
        </p:nvPicPr>
        <p:blipFill>
          <a:blip r:embed="rId2" cstate="print"/>
          <a:stretch>
            <a:fillRect/>
          </a:stretch>
        </p:blipFill>
        <p:spPr>
          <a:xfrm>
            <a:off x="7674102" y="2358135"/>
            <a:ext cx="1200998" cy="1828800"/>
          </a:xfrm>
          <a:prstGeom prst="rect">
            <a:avLst/>
          </a:prstGeom>
        </p:spPr>
      </p:pic>
      <p:grpSp>
        <p:nvGrpSpPr>
          <p:cNvPr id="8" name="object 8"/>
          <p:cNvGrpSpPr/>
          <p:nvPr/>
        </p:nvGrpSpPr>
        <p:grpSpPr>
          <a:xfrm>
            <a:off x="9154921" y="2926588"/>
            <a:ext cx="573405" cy="349250"/>
            <a:chOff x="9154921" y="2926588"/>
            <a:chExt cx="573405" cy="349250"/>
          </a:xfrm>
        </p:grpSpPr>
        <p:sp>
          <p:nvSpPr>
            <p:cNvPr id="9" name="object 9"/>
            <p:cNvSpPr/>
            <p:nvPr/>
          </p:nvSpPr>
          <p:spPr>
            <a:xfrm>
              <a:off x="9161271" y="2932938"/>
              <a:ext cx="560705" cy="336550"/>
            </a:xfrm>
            <a:custGeom>
              <a:avLst/>
              <a:gdLst/>
              <a:ahLst/>
              <a:cxnLst/>
              <a:rect l="l" t="t" r="r" b="b"/>
              <a:pathLst>
                <a:path w="560704" h="336550">
                  <a:moveTo>
                    <a:pt x="392429" y="0"/>
                  </a:moveTo>
                  <a:lnTo>
                    <a:pt x="392429" y="84200"/>
                  </a:lnTo>
                  <a:lnTo>
                    <a:pt x="0" y="84200"/>
                  </a:lnTo>
                  <a:lnTo>
                    <a:pt x="0" y="252349"/>
                  </a:lnTo>
                  <a:lnTo>
                    <a:pt x="392429" y="252349"/>
                  </a:lnTo>
                  <a:lnTo>
                    <a:pt x="392429" y="336423"/>
                  </a:lnTo>
                  <a:lnTo>
                    <a:pt x="560704" y="168275"/>
                  </a:lnTo>
                  <a:lnTo>
                    <a:pt x="392429" y="0"/>
                  </a:lnTo>
                  <a:close/>
                </a:path>
              </a:pathLst>
            </a:custGeom>
            <a:solidFill>
              <a:srgbClr val="6FAC4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9161271" y="2932938"/>
              <a:ext cx="560705" cy="336550"/>
            </a:xfrm>
            <a:custGeom>
              <a:avLst/>
              <a:gdLst/>
              <a:ahLst/>
              <a:cxnLst/>
              <a:rect l="l" t="t" r="r" b="b"/>
              <a:pathLst>
                <a:path w="560704" h="336550">
                  <a:moveTo>
                    <a:pt x="0" y="84200"/>
                  </a:moveTo>
                  <a:lnTo>
                    <a:pt x="392429" y="84200"/>
                  </a:lnTo>
                  <a:lnTo>
                    <a:pt x="392429" y="0"/>
                  </a:lnTo>
                  <a:lnTo>
                    <a:pt x="560704" y="168275"/>
                  </a:lnTo>
                  <a:lnTo>
                    <a:pt x="392429" y="336423"/>
                  </a:lnTo>
                  <a:lnTo>
                    <a:pt x="392429" y="252349"/>
                  </a:lnTo>
                  <a:lnTo>
                    <a:pt x="0" y="252349"/>
                  </a:lnTo>
                  <a:lnTo>
                    <a:pt x="0" y="84200"/>
                  </a:lnTo>
                  <a:close/>
                </a:path>
              </a:pathLst>
            </a:custGeom>
            <a:ln w="12700">
              <a:solidFill>
                <a:srgbClr val="2B461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4" name="object 4"/>
          <p:cNvPicPr/>
          <p:nvPr/>
        </p:nvPicPr>
        <p:blipFill>
          <a:blip r:embed="rId3" cstate="print"/>
          <a:stretch>
            <a:fillRect/>
          </a:stretch>
        </p:blipFill>
        <p:spPr>
          <a:xfrm>
            <a:off x="10032815" y="2527680"/>
            <a:ext cx="1308919" cy="1335532"/>
          </a:xfrm>
          <a:prstGeom prst="rect">
            <a:avLst/>
          </a:prstGeom>
        </p:spPr>
      </p:pic>
      <p:sp>
        <p:nvSpPr>
          <p:cNvPr id="11" name="object 11"/>
          <p:cNvSpPr txBox="1"/>
          <p:nvPr/>
        </p:nvSpPr>
        <p:spPr>
          <a:xfrm>
            <a:off x="480161" y="4682744"/>
            <a:ext cx="1156652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1" i="1" u="none" strike="noStrike" kern="0" cap="none" spc="-35" normalizeH="0" baseline="0" noProof="0" dirty="0">
                <a:ln>
                  <a:noFill/>
                </a:ln>
                <a:solidFill>
                  <a:srgbClr val="004F9F"/>
                </a:solidFill>
                <a:effectLst/>
                <a:uLnTx/>
                <a:uFillTx/>
                <a:latin typeface="Trebuchet MS"/>
                <a:cs typeface="Trebuchet MS"/>
              </a:rPr>
              <a:t>Discovery</a:t>
            </a:r>
            <a:r>
              <a:rPr kumimoji="0" sz="2400" b="1" i="1" u="none" strike="noStrike" kern="0" cap="none" spc="-185" normalizeH="0" baseline="0" noProof="0" dirty="0">
                <a:ln>
                  <a:noFill/>
                </a:ln>
                <a:solidFill>
                  <a:srgbClr val="004F9F"/>
                </a:solidFill>
                <a:effectLst/>
                <a:uLnTx/>
                <a:uFillTx/>
                <a:latin typeface="Trebuchet MS"/>
                <a:cs typeface="Trebuchet MS"/>
              </a:rPr>
              <a:t> </a:t>
            </a:r>
            <a:r>
              <a:rPr kumimoji="0" sz="2400" b="1" i="1" u="none" strike="noStrike" kern="0" cap="none" spc="-100" normalizeH="0" baseline="0" noProof="0" dirty="0">
                <a:ln>
                  <a:noFill/>
                </a:ln>
                <a:solidFill>
                  <a:srgbClr val="004F9F"/>
                </a:solidFill>
                <a:effectLst/>
                <a:uLnTx/>
                <a:uFillTx/>
                <a:latin typeface="Trebuchet MS"/>
                <a:cs typeface="Trebuchet MS"/>
              </a:rPr>
              <a:t>Metadata</a:t>
            </a:r>
            <a:r>
              <a:rPr kumimoji="0" sz="2400" b="1" i="1" u="none" strike="noStrike" kern="0" cap="none" spc="-170" normalizeH="0" baseline="0" noProof="0" dirty="0">
                <a:ln>
                  <a:noFill/>
                </a:ln>
                <a:solidFill>
                  <a:srgbClr val="004F9F"/>
                </a:solidFill>
                <a:effectLst/>
                <a:uLnTx/>
                <a:uFillTx/>
                <a:latin typeface="Trebuchet MS"/>
                <a:cs typeface="Trebuchet MS"/>
              </a:rPr>
              <a:t> </a:t>
            </a:r>
            <a:r>
              <a:rPr kumimoji="0" sz="2400" b="1" i="1" u="none" strike="noStrike" kern="0" cap="none" spc="-75" normalizeH="0" baseline="0" noProof="0" dirty="0">
                <a:ln>
                  <a:noFill/>
                </a:ln>
                <a:solidFill>
                  <a:srgbClr val="004F9F"/>
                </a:solidFill>
                <a:effectLst/>
                <a:uLnTx/>
                <a:uFillTx/>
                <a:latin typeface="Trebuchet MS"/>
                <a:cs typeface="Trebuchet MS"/>
              </a:rPr>
              <a:t>in</a:t>
            </a:r>
            <a:r>
              <a:rPr kumimoji="0" sz="2400" b="1" i="1" u="none" strike="noStrike" kern="0" cap="none" spc="-195" normalizeH="0" baseline="0" noProof="0" dirty="0">
                <a:ln>
                  <a:noFill/>
                </a:ln>
                <a:solidFill>
                  <a:srgbClr val="004F9F"/>
                </a:solidFill>
                <a:effectLst/>
                <a:uLnTx/>
                <a:uFillTx/>
                <a:latin typeface="Trebuchet MS"/>
                <a:cs typeface="Trebuchet MS"/>
              </a:rPr>
              <a:t> </a:t>
            </a:r>
            <a:r>
              <a:rPr kumimoji="0" sz="2400" b="1" i="1" u="none" strike="noStrike" kern="0" cap="none" spc="0" normalizeH="0" baseline="0" noProof="0" dirty="0">
                <a:ln>
                  <a:noFill/>
                </a:ln>
                <a:solidFill>
                  <a:srgbClr val="004F9F"/>
                </a:solidFill>
                <a:effectLst/>
                <a:uLnTx/>
                <a:uFillTx/>
                <a:latin typeface="Trebuchet MS"/>
                <a:cs typeface="Trebuchet MS"/>
              </a:rPr>
              <a:t>WIS2</a:t>
            </a:r>
            <a:r>
              <a:rPr kumimoji="0" sz="2400" b="1" i="1" u="none" strike="noStrike" kern="0" cap="none" spc="-195" normalizeH="0" baseline="0" noProof="0" dirty="0">
                <a:ln>
                  <a:noFill/>
                </a:ln>
                <a:solidFill>
                  <a:srgbClr val="004F9F"/>
                </a:solidFill>
                <a:effectLst/>
                <a:uLnTx/>
                <a:uFillTx/>
                <a:latin typeface="Trebuchet MS"/>
                <a:cs typeface="Trebuchet MS"/>
              </a:rPr>
              <a:t> </a:t>
            </a:r>
            <a:r>
              <a:rPr kumimoji="0" sz="2400" b="1" i="1" u="none" strike="noStrike" kern="0" cap="none" spc="-20" normalizeH="0" baseline="0" noProof="0" dirty="0">
                <a:ln>
                  <a:noFill/>
                </a:ln>
                <a:solidFill>
                  <a:srgbClr val="004F9F"/>
                </a:solidFill>
                <a:effectLst/>
                <a:uLnTx/>
                <a:uFillTx/>
                <a:latin typeface="Trebuchet MS"/>
                <a:cs typeface="Trebuchet MS"/>
              </a:rPr>
              <a:t>is</a:t>
            </a:r>
            <a:r>
              <a:rPr kumimoji="0" sz="2400" b="1" i="1" u="none" strike="noStrike" kern="0" cap="none" spc="-195" normalizeH="0" baseline="0" noProof="0" dirty="0">
                <a:ln>
                  <a:noFill/>
                </a:ln>
                <a:solidFill>
                  <a:srgbClr val="004F9F"/>
                </a:solidFill>
                <a:effectLst/>
                <a:uLnTx/>
                <a:uFillTx/>
                <a:latin typeface="Trebuchet MS"/>
                <a:cs typeface="Trebuchet MS"/>
              </a:rPr>
              <a:t> </a:t>
            </a:r>
            <a:r>
              <a:rPr kumimoji="0" sz="2400" b="1" i="1" u="none" strike="noStrike" kern="0" cap="none" spc="-55" normalizeH="0" baseline="0" noProof="0" dirty="0">
                <a:ln>
                  <a:noFill/>
                </a:ln>
                <a:solidFill>
                  <a:srgbClr val="004F9F"/>
                </a:solidFill>
                <a:effectLst/>
                <a:uLnTx/>
                <a:uFillTx/>
                <a:latin typeface="Trebuchet MS"/>
                <a:cs typeface="Trebuchet MS"/>
              </a:rPr>
              <a:t>defined</a:t>
            </a:r>
            <a:r>
              <a:rPr kumimoji="0" sz="2400" b="1" i="1" u="none" strike="noStrike" kern="0" cap="none" spc="-145" normalizeH="0" baseline="0" noProof="0" dirty="0">
                <a:ln>
                  <a:noFill/>
                </a:ln>
                <a:solidFill>
                  <a:srgbClr val="004F9F"/>
                </a:solidFill>
                <a:effectLst/>
                <a:uLnTx/>
                <a:uFillTx/>
                <a:latin typeface="Trebuchet MS"/>
                <a:cs typeface="Trebuchet MS"/>
              </a:rPr>
              <a:t> </a:t>
            </a:r>
            <a:r>
              <a:rPr kumimoji="0" sz="2400" b="1" i="0" u="none" strike="noStrike" kern="0" cap="none" spc="0" normalizeH="0" baseline="0" noProof="0" dirty="0">
                <a:ln>
                  <a:noFill/>
                </a:ln>
                <a:solidFill>
                  <a:srgbClr val="004F9F"/>
                </a:solidFill>
                <a:effectLst/>
                <a:uLnTx/>
                <a:uFillTx/>
                <a:latin typeface="Trebuchet MS"/>
                <a:cs typeface="Trebuchet MS"/>
              </a:rPr>
              <a:t>using</a:t>
            </a:r>
            <a:r>
              <a:rPr kumimoji="0" sz="2400" b="1" i="0" u="none" strike="noStrike" kern="0" cap="none" spc="-210" normalizeH="0" baseline="0" noProof="0" dirty="0">
                <a:ln>
                  <a:noFill/>
                </a:ln>
                <a:solidFill>
                  <a:srgbClr val="004F9F"/>
                </a:solidFill>
                <a:effectLst/>
                <a:uLnTx/>
                <a:uFillTx/>
                <a:latin typeface="Trebuchet MS"/>
                <a:cs typeface="Trebuchet MS"/>
              </a:rPr>
              <a:t> </a:t>
            </a:r>
            <a:r>
              <a:rPr kumimoji="0" sz="2400" b="1" i="0" u="none" strike="noStrike" kern="0" cap="none" spc="125" normalizeH="0" baseline="0" noProof="0" dirty="0">
                <a:ln>
                  <a:noFill/>
                </a:ln>
                <a:solidFill>
                  <a:srgbClr val="004F9F"/>
                </a:solidFill>
                <a:effectLst/>
                <a:uLnTx/>
                <a:uFillTx/>
                <a:latin typeface="Trebuchet MS"/>
                <a:cs typeface="Trebuchet MS"/>
              </a:rPr>
              <a:t>WMO</a:t>
            </a:r>
            <a:r>
              <a:rPr kumimoji="0" sz="2400" b="1" i="0" u="none" strike="noStrike" kern="0" cap="none" spc="-175" normalizeH="0" baseline="0" noProof="0" dirty="0">
                <a:ln>
                  <a:noFill/>
                </a:ln>
                <a:solidFill>
                  <a:srgbClr val="004F9F"/>
                </a:solidFill>
                <a:effectLst/>
                <a:uLnTx/>
                <a:uFillTx/>
                <a:latin typeface="Trebuchet MS"/>
                <a:cs typeface="Trebuchet MS"/>
              </a:rPr>
              <a:t> </a:t>
            </a:r>
            <a:r>
              <a:rPr kumimoji="0" sz="2400" b="1" i="0" u="none" strike="noStrike" kern="0" cap="none" spc="0" normalizeH="0" baseline="0" noProof="0" dirty="0">
                <a:ln>
                  <a:noFill/>
                </a:ln>
                <a:solidFill>
                  <a:srgbClr val="004F9F"/>
                </a:solidFill>
                <a:effectLst/>
                <a:uLnTx/>
                <a:uFillTx/>
                <a:latin typeface="Trebuchet MS"/>
                <a:cs typeface="Trebuchet MS"/>
              </a:rPr>
              <a:t>Core</a:t>
            </a:r>
            <a:r>
              <a:rPr kumimoji="0" sz="2400" b="1" i="0" u="none" strike="noStrike" kern="0" cap="none" spc="-195" normalizeH="0" baseline="0" noProof="0" dirty="0">
                <a:ln>
                  <a:noFill/>
                </a:ln>
                <a:solidFill>
                  <a:srgbClr val="004F9F"/>
                </a:solidFill>
                <a:effectLst/>
                <a:uLnTx/>
                <a:uFillTx/>
                <a:latin typeface="Trebuchet MS"/>
                <a:cs typeface="Trebuchet MS"/>
              </a:rPr>
              <a:t> </a:t>
            </a:r>
            <a:r>
              <a:rPr kumimoji="0" sz="2400" b="1" i="0" u="none" strike="noStrike" kern="0" cap="none" spc="0" normalizeH="0" baseline="0" noProof="0" dirty="0">
                <a:ln>
                  <a:noFill/>
                </a:ln>
                <a:solidFill>
                  <a:srgbClr val="004F9F"/>
                </a:solidFill>
                <a:effectLst/>
                <a:uLnTx/>
                <a:uFillTx/>
                <a:latin typeface="Trebuchet MS"/>
                <a:cs typeface="Trebuchet MS"/>
              </a:rPr>
              <a:t>Metadata</a:t>
            </a:r>
            <a:r>
              <a:rPr kumimoji="0" sz="2400" b="1" i="0" u="none" strike="noStrike" kern="0" cap="none" spc="-190" normalizeH="0" baseline="0" noProof="0" dirty="0">
                <a:ln>
                  <a:noFill/>
                </a:ln>
                <a:solidFill>
                  <a:srgbClr val="004F9F"/>
                </a:solidFill>
                <a:effectLst/>
                <a:uLnTx/>
                <a:uFillTx/>
                <a:latin typeface="Trebuchet MS"/>
                <a:cs typeface="Trebuchet MS"/>
              </a:rPr>
              <a:t> </a:t>
            </a:r>
            <a:r>
              <a:rPr kumimoji="0" sz="2400" b="1" i="0" u="none" strike="noStrike" kern="0" cap="none" spc="-65" normalizeH="0" baseline="0" noProof="0" dirty="0">
                <a:ln>
                  <a:noFill/>
                </a:ln>
                <a:solidFill>
                  <a:srgbClr val="004F9F"/>
                </a:solidFill>
                <a:effectLst/>
                <a:uLnTx/>
                <a:uFillTx/>
                <a:latin typeface="Trebuchet MS"/>
                <a:cs typeface="Trebuchet MS"/>
              </a:rPr>
              <a:t>Profile</a:t>
            </a:r>
            <a:r>
              <a:rPr kumimoji="0" sz="2400" b="1" i="0" u="none" strike="noStrike" kern="0" cap="none" spc="-225" normalizeH="0" baseline="0" noProof="0" dirty="0">
                <a:ln>
                  <a:noFill/>
                </a:ln>
                <a:solidFill>
                  <a:srgbClr val="004F9F"/>
                </a:solidFill>
                <a:effectLst/>
                <a:uLnTx/>
                <a:uFillTx/>
                <a:latin typeface="Trebuchet MS"/>
                <a:cs typeface="Trebuchet MS"/>
              </a:rPr>
              <a:t> </a:t>
            </a:r>
            <a:r>
              <a:rPr kumimoji="0" sz="2400" b="1" i="0" u="none" strike="noStrike" kern="0" cap="none" spc="-150" normalizeH="0" baseline="0" noProof="0" dirty="0">
                <a:ln>
                  <a:noFill/>
                </a:ln>
                <a:solidFill>
                  <a:srgbClr val="004F9F"/>
                </a:solidFill>
                <a:effectLst/>
                <a:uLnTx/>
                <a:uFillTx/>
                <a:latin typeface="Trebuchet MS"/>
                <a:cs typeface="Trebuchet MS"/>
              </a:rPr>
              <a:t>2</a:t>
            </a:r>
            <a:r>
              <a:rPr kumimoji="0" sz="2400" b="1" i="0" u="none" strike="noStrike" kern="0" cap="none" spc="-195" normalizeH="0" baseline="0" noProof="0" dirty="0">
                <a:ln>
                  <a:noFill/>
                </a:ln>
                <a:solidFill>
                  <a:srgbClr val="004F9F"/>
                </a:solidFill>
                <a:effectLst/>
                <a:uLnTx/>
                <a:uFillTx/>
                <a:latin typeface="Trebuchet MS"/>
                <a:cs typeface="Trebuchet MS"/>
              </a:rPr>
              <a:t> </a:t>
            </a:r>
            <a:r>
              <a:rPr kumimoji="0" sz="2400" b="1" i="0" u="none" strike="noStrike" kern="0" cap="none" spc="-10" normalizeH="0" baseline="0" noProof="0" dirty="0">
                <a:ln>
                  <a:noFill/>
                </a:ln>
                <a:solidFill>
                  <a:srgbClr val="004F9F"/>
                </a:solidFill>
                <a:effectLst/>
                <a:uLnTx/>
                <a:uFillTx/>
                <a:latin typeface="Trebuchet MS"/>
                <a:cs typeface="Trebuchet MS"/>
              </a:rPr>
              <a:t>(WCMP2</a:t>
            </a:r>
            <a:r>
              <a:rPr kumimoji="0" sz="1800" b="1" i="0" u="none" strike="noStrike" kern="0" cap="none" spc="-10" normalizeH="0" baseline="0" noProof="0" dirty="0">
                <a:ln>
                  <a:noFill/>
                </a:ln>
                <a:solidFill>
                  <a:srgbClr val="004F9F"/>
                </a:solidFill>
                <a:effectLst/>
                <a:uLnTx/>
                <a:uFillTx/>
                <a:latin typeface="Trebuchet MS"/>
                <a:cs typeface="Trebuchet MS"/>
              </a:rPr>
              <a:t>)</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71551" rIns="0" bIns="0" rtlCol="0">
            <a:spAutoFit/>
          </a:bodyPr>
          <a:lstStyle/>
          <a:p>
            <a:pPr marL="2516505">
              <a:lnSpc>
                <a:spcPct val="100000"/>
              </a:lnSpc>
              <a:spcBef>
                <a:spcPts val="100"/>
              </a:spcBef>
            </a:pPr>
            <a:r>
              <a:rPr dirty="0"/>
              <a:t>Discovering</a:t>
            </a:r>
            <a:r>
              <a:rPr spc="-25" dirty="0"/>
              <a:t> </a:t>
            </a:r>
            <a:r>
              <a:rPr dirty="0"/>
              <a:t>datasets</a:t>
            </a:r>
            <a:r>
              <a:rPr spc="-35" dirty="0"/>
              <a:t> </a:t>
            </a:r>
            <a:r>
              <a:rPr dirty="0"/>
              <a:t>in</a:t>
            </a:r>
            <a:r>
              <a:rPr spc="-25" dirty="0"/>
              <a:t> </a:t>
            </a:r>
            <a:r>
              <a:rPr spc="-20" dirty="0"/>
              <a:t>WIS2</a:t>
            </a:r>
          </a:p>
        </p:txBody>
      </p:sp>
      <p:sp>
        <p:nvSpPr>
          <p:cNvPr id="2" name="object 2"/>
          <p:cNvSpPr txBox="1"/>
          <p:nvPr/>
        </p:nvSpPr>
        <p:spPr>
          <a:xfrm>
            <a:off x="280212" y="679275"/>
            <a:ext cx="11828145" cy="2451735"/>
          </a:xfrm>
          <a:prstGeom prst="rect">
            <a:avLst/>
          </a:prstGeom>
        </p:spPr>
        <p:txBody>
          <a:bodyPr vert="horz" wrap="square" lIns="0" tIns="135890" rIns="0" bIns="0" rtlCol="0">
            <a:spAutoFit/>
          </a:bodyPr>
          <a:lstStyle/>
          <a:p>
            <a:pPr marL="12700" marR="0" lvl="0" indent="0" defTabSz="914400" eaLnBrk="1" fontAlgn="auto" latinLnBrk="0" hangingPunct="1">
              <a:lnSpc>
                <a:spcPct val="100000"/>
              </a:lnSpc>
              <a:spcBef>
                <a:spcPts val="1070"/>
              </a:spcBef>
              <a:spcAft>
                <a:spcPts val="0"/>
              </a:spcAft>
              <a:buClrTx/>
              <a:buSzTx/>
              <a:buFontTx/>
              <a:buNone/>
              <a:tabLst/>
              <a:defRPr/>
            </a:pPr>
            <a:r>
              <a:rPr kumimoji="0" sz="2400" b="1" i="0" u="none" strike="noStrike" kern="0" cap="none" spc="0" normalizeH="0" baseline="0" noProof="0" dirty="0">
                <a:ln>
                  <a:noFill/>
                </a:ln>
                <a:solidFill>
                  <a:srgbClr val="0F42D2"/>
                </a:solidFill>
                <a:effectLst/>
                <a:uLnTx/>
                <a:uFillTx/>
                <a:latin typeface="Trebuchet MS"/>
                <a:cs typeface="Trebuchet MS"/>
              </a:rPr>
              <a:t>Global</a:t>
            </a:r>
            <a:r>
              <a:rPr kumimoji="0" sz="2400" b="1" i="0" u="none" strike="noStrike" kern="0" cap="none" spc="-160" normalizeH="0" baseline="0" noProof="0" dirty="0">
                <a:ln>
                  <a:noFill/>
                </a:ln>
                <a:solidFill>
                  <a:srgbClr val="0F42D2"/>
                </a:solidFill>
                <a:effectLst/>
                <a:uLnTx/>
                <a:uFillTx/>
                <a:latin typeface="Trebuchet MS"/>
                <a:cs typeface="Trebuchet MS"/>
              </a:rPr>
              <a:t> </a:t>
            </a:r>
            <a:r>
              <a:rPr kumimoji="0" sz="2400" b="1" i="0" u="none" strike="noStrike" kern="0" cap="none" spc="-10" normalizeH="0" baseline="0" noProof="0" dirty="0">
                <a:ln>
                  <a:noFill/>
                </a:ln>
                <a:solidFill>
                  <a:srgbClr val="0F42D2"/>
                </a:solidFill>
                <a:effectLst/>
                <a:uLnTx/>
                <a:uFillTx/>
                <a:latin typeface="Trebuchet MS"/>
                <a:cs typeface="Trebuchet MS"/>
              </a:rPr>
              <a:t>Discovery</a:t>
            </a:r>
            <a:r>
              <a:rPr kumimoji="0" sz="2400" b="1" i="0" u="none" strike="noStrike" kern="0" cap="none" spc="-170" normalizeH="0" baseline="0" noProof="0" dirty="0">
                <a:ln>
                  <a:noFill/>
                </a:ln>
                <a:solidFill>
                  <a:srgbClr val="0F42D2"/>
                </a:solidFill>
                <a:effectLst/>
                <a:uLnTx/>
                <a:uFillTx/>
                <a:latin typeface="Trebuchet MS"/>
                <a:cs typeface="Trebuchet MS"/>
              </a:rPr>
              <a:t> </a:t>
            </a:r>
            <a:r>
              <a:rPr kumimoji="0" sz="2400" b="1" i="0" u="none" strike="noStrike" kern="0" cap="none" spc="0" normalizeH="0" baseline="0" noProof="0" dirty="0">
                <a:ln>
                  <a:noFill/>
                </a:ln>
                <a:solidFill>
                  <a:srgbClr val="0F42D2"/>
                </a:solidFill>
                <a:effectLst/>
                <a:uLnTx/>
                <a:uFillTx/>
                <a:latin typeface="Trebuchet MS"/>
                <a:cs typeface="Trebuchet MS"/>
              </a:rPr>
              <a:t>Catalogues</a:t>
            </a:r>
            <a:r>
              <a:rPr kumimoji="0" sz="2400" b="1" i="0" u="none" strike="noStrike" kern="0" cap="none" spc="-150" normalizeH="0" baseline="0" noProof="0" dirty="0">
                <a:ln>
                  <a:noFill/>
                </a:ln>
                <a:solidFill>
                  <a:srgbClr val="0F42D2"/>
                </a:solidFill>
                <a:effectLst/>
                <a:uLnTx/>
                <a:uFillTx/>
                <a:latin typeface="Trebuchet MS"/>
                <a:cs typeface="Trebuchet MS"/>
              </a:rPr>
              <a:t> </a:t>
            </a:r>
            <a:r>
              <a:rPr kumimoji="0" sz="2400" b="1" i="0" u="none" strike="noStrike" kern="0" cap="none" spc="-65" normalizeH="0" baseline="0" noProof="0" dirty="0">
                <a:ln>
                  <a:noFill/>
                </a:ln>
                <a:solidFill>
                  <a:srgbClr val="0F42D2"/>
                </a:solidFill>
                <a:effectLst/>
                <a:uLnTx/>
                <a:uFillTx/>
                <a:latin typeface="Trebuchet MS"/>
                <a:cs typeface="Trebuchet MS"/>
              </a:rPr>
              <a:t>provide</a:t>
            </a:r>
            <a:r>
              <a:rPr kumimoji="0" sz="2400" b="1" i="0" u="none" strike="noStrike" kern="0" cap="none" spc="-190" normalizeH="0" baseline="0" noProof="0" dirty="0">
                <a:ln>
                  <a:noFill/>
                </a:ln>
                <a:solidFill>
                  <a:srgbClr val="0F42D2"/>
                </a:solidFill>
                <a:effectLst/>
                <a:uLnTx/>
                <a:uFillTx/>
                <a:latin typeface="Trebuchet MS"/>
                <a:cs typeface="Trebuchet MS"/>
              </a:rPr>
              <a:t> </a:t>
            </a:r>
            <a:r>
              <a:rPr kumimoji="0" sz="2400" b="1" i="0" u="none" strike="noStrike" kern="0" cap="none" spc="-10" normalizeH="0" baseline="0" noProof="0" dirty="0">
                <a:ln>
                  <a:noFill/>
                </a:ln>
                <a:solidFill>
                  <a:srgbClr val="0F42D2"/>
                </a:solidFill>
                <a:effectLst/>
                <a:uLnTx/>
                <a:uFillTx/>
                <a:latin typeface="Trebuchet MS"/>
                <a:cs typeface="Trebuchet MS"/>
              </a:rPr>
              <a:t>an</a:t>
            </a:r>
            <a:r>
              <a:rPr kumimoji="0" sz="2400" b="1" i="0" u="none" strike="noStrike" kern="0" cap="none" spc="-175" normalizeH="0" baseline="0" noProof="0" dirty="0">
                <a:ln>
                  <a:noFill/>
                </a:ln>
                <a:solidFill>
                  <a:srgbClr val="0F42D2"/>
                </a:solidFill>
                <a:effectLst/>
                <a:uLnTx/>
                <a:uFillTx/>
                <a:latin typeface="Trebuchet MS"/>
                <a:cs typeface="Trebuchet MS"/>
              </a:rPr>
              <a:t> </a:t>
            </a:r>
            <a:r>
              <a:rPr kumimoji="0" sz="2400" b="1" i="0" u="none" strike="noStrike" kern="0" cap="none" spc="125" normalizeH="0" baseline="0" noProof="0" dirty="0">
                <a:ln>
                  <a:noFill/>
                </a:ln>
                <a:solidFill>
                  <a:srgbClr val="0F42D2"/>
                </a:solidFill>
                <a:effectLst/>
                <a:uLnTx/>
                <a:uFillTx/>
                <a:latin typeface="Trebuchet MS"/>
                <a:cs typeface="Trebuchet MS"/>
              </a:rPr>
              <a:t>OGC</a:t>
            </a:r>
            <a:r>
              <a:rPr kumimoji="0" sz="2400" b="1" i="0" u="none" strike="noStrike" kern="0" cap="none" spc="-160" normalizeH="0" baseline="0" noProof="0" dirty="0">
                <a:ln>
                  <a:noFill/>
                </a:ln>
                <a:solidFill>
                  <a:srgbClr val="0F42D2"/>
                </a:solidFill>
                <a:effectLst/>
                <a:uLnTx/>
                <a:uFillTx/>
                <a:latin typeface="Trebuchet MS"/>
                <a:cs typeface="Trebuchet MS"/>
              </a:rPr>
              <a:t> </a:t>
            </a:r>
            <a:r>
              <a:rPr kumimoji="0" sz="2400" b="1" i="0" u="none" strike="noStrike" kern="0" cap="none" spc="0" normalizeH="0" baseline="0" noProof="0" dirty="0">
                <a:ln>
                  <a:noFill/>
                </a:ln>
                <a:solidFill>
                  <a:srgbClr val="0F42D2"/>
                </a:solidFill>
                <a:effectLst/>
                <a:uLnTx/>
                <a:uFillTx/>
                <a:latin typeface="Trebuchet MS"/>
                <a:cs typeface="Trebuchet MS"/>
              </a:rPr>
              <a:t>API</a:t>
            </a:r>
            <a:r>
              <a:rPr kumimoji="0" sz="2400" b="1" i="0" u="none" strike="noStrike" kern="0" cap="none" spc="-175" normalizeH="0" baseline="0" noProof="0" dirty="0">
                <a:ln>
                  <a:noFill/>
                </a:ln>
                <a:solidFill>
                  <a:srgbClr val="0F42D2"/>
                </a:solidFill>
                <a:effectLst/>
                <a:uLnTx/>
                <a:uFillTx/>
                <a:latin typeface="Trebuchet MS"/>
                <a:cs typeface="Trebuchet MS"/>
              </a:rPr>
              <a:t> </a:t>
            </a:r>
            <a:r>
              <a:rPr kumimoji="0" sz="2400" b="1" i="0" u="none" strike="noStrike" kern="0" cap="none" spc="-45" normalizeH="0" baseline="0" noProof="0" dirty="0">
                <a:ln>
                  <a:noFill/>
                </a:ln>
                <a:solidFill>
                  <a:srgbClr val="0F42D2"/>
                </a:solidFill>
                <a:effectLst/>
                <a:uLnTx/>
                <a:uFillTx/>
                <a:latin typeface="Trebuchet MS"/>
                <a:cs typeface="Trebuchet MS"/>
              </a:rPr>
              <a:t>endpoint</a:t>
            </a:r>
            <a:r>
              <a:rPr kumimoji="0" sz="2400" b="1" i="0" u="none" strike="noStrike" kern="0" cap="none" spc="-175" normalizeH="0" baseline="0" noProof="0" dirty="0">
                <a:ln>
                  <a:noFill/>
                </a:ln>
                <a:solidFill>
                  <a:srgbClr val="0F42D2"/>
                </a:solidFill>
                <a:effectLst/>
                <a:uLnTx/>
                <a:uFillTx/>
                <a:latin typeface="Trebuchet MS"/>
                <a:cs typeface="Trebuchet MS"/>
              </a:rPr>
              <a:t> </a:t>
            </a:r>
            <a:r>
              <a:rPr kumimoji="0" sz="2400" b="1" i="0" u="none" strike="noStrike" kern="0" cap="none" spc="-70" normalizeH="0" baseline="0" noProof="0" dirty="0">
                <a:ln>
                  <a:noFill/>
                </a:ln>
                <a:solidFill>
                  <a:srgbClr val="0F42D2"/>
                </a:solidFill>
                <a:effectLst/>
                <a:uLnTx/>
                <a:uFillTx/>
                <a:latin typeface="Trebuchet MS"/>
                <a:cs typeface="Trebuchet MS"/>
              </a:rPr>
              <a:t>to</a:t>
            </a:r>
            <a:r>
              <a:rPr kumimoji="0" sz="2400" b="1" i="0" u="none" strike="noStrike" kern="0" cap="none" spc="-155" normalizeH="0" baseline="0" noProof="0" dirty="0">
                <a:ln>
                  <a:noFill/>
                </a:ln>
                <a:solidFill>
                  <a:srgbClr val="0F42D2"/>
                </a:solidFill>
                <a:effectLst/>
                <a:uLnTx/>
                <a:uFillTx/>
                <a:latin typeface="Trebuchet MS"/>
                <a:cs typeface="Trebuchet MS"/>
              </a:rPr>
              <a:t> </a:t>
            </a:r>
            <a:r>
              <a:rPr kumimoji="0" sz="2400" b="1" i="0" u="none" strike="noStrike" kern="0" cap="none" spc="-70" normalizeH="0" baseline="0" noProof="0" dirty="0">
                <a:ln>
                  <a:noFill/>
                </a:ln>
                <a:solidFill>
                  <a:srgbClr val="0F42D2"/>
                </a:solidFill>
                <a:effectLst/>
                <a:uLnTx/>
                <a:uFillTx/>
                <a:latin typeface="Trebuchet MS"/>
                <a:cs typeface="Trebuchet MS"/>
              </a:rPr>
              <a:t>query</a:t>
            </a:r>
            <a:r>
              <a:rPr kumimoji="0" sz="2400" b="1" i="0" u="none" strike="noStrike" kern="0" cap="none" spc="-140" normalizeH="0" baseline="0" noProof="0" dirty="0">
                <a:ln>
                  <a:noFill/>
                </a:ln>
                <a:solidFill>
                  <a:srgbClr val="0F42D2"/>
                </a:solidFill>
                <a:effectLst/>
                <a:uLnTx/>
                <a:uFillTx/>
                <a:latin typeface="Trebuchet MS"/>
                <a:cs typeface="Trebuchet MS"/>
              </a:rPr>
              <a:t> </a:t>
            </a:r>
            <a:r>
              <a:rPr kumimoji="0" sz="2400" b="1" i="0" u="none" strike="noStrike" kern="0" cap="none" spc="-10" normalizeH="0" baseline="0" noProof="0" dirty="0">
                <a:ln>
                  <a:noFill/>
                </a:ln>
                <a:solidFill>
                  <a:srgbClr val="0F42D2"/>
                </a:solidFill>
                <a:effectLst/>
                <a:uLnTx/>
                <a:uFillTx/>
                <a:latin typeface="Trebuchet MS"/>
                <a:cs typeface="Trebuchet MS"/>
              </a:rPr>
              <a:t>metadata</a:t>
            </a:r>
            <a:r>
              <a:rPr kumimoji="0" sz="2400" b="1" i="0" u="none" strike="noStrike" kern="0" cap="none" spc="-160" normalizeH="0" baseline="0" noProof="0" dirty="0">
                <a:ln>
                  <a:noFill/>
                </a:ln>
                <a:solidFill>
                  <a:srgbClr val="0F42D2"/>
                </a:solidFill>
                <a:effectLst/>
                <a:uLnTx/>
                <a:uFillTx/>
                <a:latin typeface="Trebuchet MS"/>
                <a:cs typeface="Trebuchet MS"/>
              </a:rPr>
              <a:t> </a:t>
            </a:r>
            <a:r>
              <a:rPr kumimoji="0" sz="2400" b="1" i="0" u="none" strike="noStrike" kern="0" cap="none" spc="-10" normalizeH="0" baseline="0" noProof="0" dirty="0">
                <a:ln>
                  <a:noFill/>
                </a:ln>
                <a:solidFill>
                  <a:srgbClr val="0F42D2"/>
                </a:solidFill>
                <a:effectLst/>
                <a:uLnTx/>
                <a:uFillTx/>
                <a:latin typeface="Trebuchet MS"/>
                <a:cs typeface="Trebuchet MS"/>
              </a:rPr>
              <a:t>records</a:t>
            </a:r>
            <a:endParaRPr kumimoji="0" sz="24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640"/>
              </a:spcBef>
              <a:spcAft>
                <a:spcPts val="0"/>
              </a:spcAft>
              <a:buClrTx/>
              <a:buSzTx/>
              <a:buFontTx/>
              <a:buNone/>
              <a:tabLst/>
              <a:defRPr/>
            </a:pPr>
            <a:r>
              <a:rPr kumimoji="0" sz="1600" b="1" i="0" u="none" strike="noStrike" kern="0" cap="none" spc="95" normalizeH="0" baseline="0" noProof="0" dirty="0">
                <a:ln>
                  <a:noFill/>
                </a:ln>
                <a:solidFill>
                  <a:sysClr val="windowText" lastClr="000000"/>
                </a:solidFill>
                <a:effectLst/>
                <a:uLnTx/>
                <a:uFillTx/>
                <a:latin typeface="Trebuchet MS"/>
                <a:cs typeface="Trebuchet MS"/>
              </a:rPr>
              <a:t>GDC</a:t>
            </a:r>
            <a:r>
              <a:rPr kumimoji="0" sz="1600" b="1" i="0" u="none" strike="noStrike" kern="0" cap="none" spc="-90" normalizeH="0" baseline="0" noProof="0" dirty="0">
                <a:ln>
                  <a:noFill/>
                </a:ln>
                <a:solidFill>
                  <a:sysClr val="windowText" lastClr="000000"/>
                </a:solidFill>
                <a:effectLst/>
                <a:uLnTx/>
                <a:uFillTx/>
                <a:latin typeface="Trebuchet MS"/>
                <a:cs typeface="Trebuchet MS"/>
              </a:rPr>
              <a:t> </a:t>
            </a:r>
            <a:r>
              <a:rPr kumimoji="0" sz="1600" b="1" i="0" u="none" strike="noStrike" kern="0" cap="none" spc="0" normalizeH="0" baseline="0" noProof="0" dirty="0">
                <a:ln>
                  <a:noFill/>
                </a:ln>
                <a:solidFill>
                  <a:sysClr val="windowText" lastClr="000000"/>
                </a:solidFill>
                <a:effectLst/>
                <a:uLnTx/>
                <a:uFillTx/>
                <a:latin typeface="Trebuchet MS"/>
                <a:cs typeface="Trebuchet MS"/>
              </a:rPr>
              <a:t>CMA,</a:t>
            </a:r>
            <a:r>
              <a:rPr kumimoji="0" sz="1600" b="1" i="0" u="none" strike="noStrike" kern="0" cap="none" spc="-85" normalizeH="0" baseline="0" noProof="0" dirty="0">
                <a:ln>
                  <a:noFill/>
                </a:ln>
                <a:solidFill>
                  <a:sysClr val="windowText" lastClr="000000"/>
                </a:solidFill>
                <a:effectLst/>
                <a:uLnTx/>
                <a:uFillTx/>
                <a:latin typeface="Trebuchet MS"/>
                <a:cs typeface="Trebuchet MS"/>
              </a:rPr>
              <a:t> </a:t>
            </a:r>
            <a:r>
              <a:rPr kumimoji="0" sz="1600" b="1" i="0" u="none" strike="noStrike" kern="0" cap="none" spc="-10" normalizeH="0" baseline="0" noProof="0" dirty="0">
                <a:ln>
                  <a:noFill/>
                </a:ln>
                <a:solidFill>
                  <a:sysClr val="windowText" lastClr="000000"/>
                </a:solidFill>
                <a:effectLst/>
                <a:uLnTx/>
                <a:uFillTx/>
                <a:latin typeface="Trebuchet MS"/>
                <a:cs typeface="Trebuchet MS"/>
              </a:rPr>
              <a:t>China:</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12700" marR="5561330" lvl="0" indent="0" defTabSz="914400" eaLnBrk="1" fontAlgn="auto" latinLnBrk="0" hangingPunct="1">
              <a:lnSpc>
                <a:spcPct val="131900"/>
              </a:lnSpc>
              <a:spcBef>
                <a:spcPts val="15"/>
              </a:spcBef>
              <a:spcAft>
                <a:spcPts val="0"/>
              </a:spcAft>
              <a:buClrTx/>
              <a:buSzTx/>
              <a:buFontTx/>
              <a:buNone/>
              <a:tabLst/>
              <a:defRPr/>
            </a:pPr>
            <a:r>
              <a:rPr kumimoji="0" sz="1600" b="1" i="0" u="sng" strike="noStrike" kern="0" cap="none" spc="-30" normalizeH="0" baseline="0" noProof="0" dirty="0">
                <a:ln>
                  <a:noFill/>
                </a:ln>
                <a:solidFill>
                  <a:srgbClr val="0462C1"/>
                </a:solidFill>
                <a:effectLst/>
                <a:uLnTx/>
                <a:uFill>
                  <a:solidFill>
                    <a:srgbClr val="0462C1"/>
                  </a:solidFill>
                </a:uFill>
                <a:latin typeface="Trebuchet MS"/>
                <a:cs typeface="Trebuchet MS"/>
                <a:hlinkClick r:id="rId2"/>
              </a:rPr>
              <a:t>https://gdc.wis.cma.cn/collections/wis2-</a:t>
            </a:r>
            <a:r>
              <a:rPr kumimoji="0" sz="1600" b="1" i="0" u="sng" strike="noStrike" kern="0" cap="none" spc="-25" normalizeH="0" baseline="0" noProof="0" dirty="0">
                <a:ln>
                  <a:noFill/>
                </a:ln>
                <a:solidFill>
                  <a:srgbClr val="0462C1"/>
                </a:solidFill>
                <a:effectLst/>
                <a:uLnTx/>
                <a:uFill>
                  <a:solidFill>
                    <a:srgbClr val="0462C1"/>
                  </a:solidFill>
                </a:uFill>
                <a:latin typeface="Trebuchet MS"/>
                <a:cs typeface="Trebuchet MS"/>
                <a:hlinkClick r:id="rId2"/>
              </a:rPr>
              <a:t>discovery-</a:t>
            </a:r>
            <a:r>
              <a:rPr kumimoji="0" sz="1600" b="1" i="0" u="sng" strike="noStrike" kern="0" cap="none" spc="-10" normalizeH="0" baseline="0" noProof="0" dirty="0">
                <a:ln>
                  <a:noFill/>
                </a:ln>
                <a:solidFill>
                  <a:srgbClr val="0462C1"/>
                </a:solidFill>
                <a:effectLst/>
                <a:uLnTx/>
                <a:uFill>
                  <a:solidFill>
                    <a:srgbClr val="0462C1"/>
                  </a:solidFill>
                </a:uFill>
                <a:latin typeface="Trebuchet MS"/>
                <a:cs typeface="Trebuchet MS"/>
                <a:hlinkClick r:id="rId2"/>
              </a:rPr>
              <a:t>metadata/items</a:t>
            </a:r>
            <a:r>
              <a:rPr kumimoji="0" sz="1600" b="1" i="0" u="none" strike="noStrike" kern="0" cap="none" spc="-10" normalizeH="0" baseline="0" noProof="0" dirty="0">
                <a:ln>
                  <a:noFill/>
                </a:ln>
                <a:solidFill>
                  <a:srgbClr val="0462C1"/>
                </a:solidFill>
                <a:effectLst/>
                <a:uLnTx/>
                <a:uFillTx/>
                <a:latin typeface="Trebuchet MS"/>
                <a:cs typeface="Trebuchet MS"/>
              </a:rPr>
              <a:t> </a:t>
            </a:r>
            <a:r>
              <a:rPr kumimoji="0" sz="1600" b="1" i="0" u="none" strike="noStrike" kern="0" cap="none" spc="95" normalizeH="0" baseline="0" noProof="0" dirty="0">
                <a:ln>
                  <a:noFill/>
                </a:ln>
                <a:solidFill>
                  <a:sysClr val="windowText" lastClr="000000"/>
                </a:solidFill>
                <a:effectLst/>
                <a:uLnTx/>
                <a:uFillTx/>
                <a:latin typeface="Trebuchet MS"/>
                <a:cs typeface="Trebuchet MS"/>
              </a:rPr>
              <a:t>GDC</a:t>
            </a:r>
            <a:r>
              <a:rPr kumimoji="0" sz="1600" b="1" i="0" u="none" strike="noStrike" kern="0" cap="none" spc="-100" normalizeH="0" baseline="0" noProof="0" dirty="0">
                <a:ln>
                  <a:noFill/>
                </a:ln>
                <a:solidFill>
                  <a:sysClr val="windowText" lastClr="000000"/>
                </a:solidFill>
                <a:effectLst/>
                <a:uLnTx/>
                <a:uFillTx/>
                <a:latin typeface="Trebuchet MS"/>
                <a:cs typeface="Trebuchet MS"/>
              </a:rPr>
              <a:t> </a:t>
            </a:r>
            <a:r>
              <a:rPr kumimoji="0" sz="1600" b="1" i="0" u="none" strike="noStrike" kern="0" cap="none" spc="0" normalizeH="0" baseline="0" noProof="0" dirty="0">
                <a:ln>
                  <a:noFill/>
                </a:ln>
                <a:solidFill>
                  <a:sysClr val="windowText" lastClr="000000"/>
                </a:solidFill>
                <a:effectLst/>
                <a:uLnTx/>
                <a:uFillTx/>
                <a:latin typeface="Trebuchet MS"/>
                <a:cs typeface="Trebuchet MS"/>
              </a:rPr>
              <a:t>DWD,</a:t>
            </a:r>
            <a:r>
              <a:rPr kumimoji="0" sz="1600" b="1" i="0" u="none" strike="noStrike" kern="0" cap="none" spc="-95" normalizeH="0" baseline="0" noProof="0" dirty="0">
                <a:ln>
                  <a:noFill/>
                </a:ln>
                <a:solidFill>
                  <a:sysClr val="windowText" lastClr="000000"/>
                </a:solidFill>
                <a:effectLst/>
                <a:uLnTx/>
                <a:uFillTx/>
                <a:latin typeface="Trebuchet MS"/>
                <a:cs typeface="Trebuchet MS"/>
              </a:rPr>
              <a:t> </a:t>
            </a:r>
            <a:r>
              <a:rPr kumimoji="0" sz="1600" b="1" i="0" u="none" strike="noStrike" kern="0" cap="none" spc="-10" normalizeH="0" baseline="0" noProof="0" dirty="0">
                <a:ln>
                  <a:noFill/>
                </a:ln>
                <a:solidFill>
                  <a:sysClr val="windowText" lastClr="000000"/>
                </a:solidFill>
                <a:effectLst/>
                <a:uLnTx/>
                <a:uFillTx/>
                <a:latin typeface="Trebuchet MS"/>
                <a:cs typeface="Trebuchet MS"/>
              </a:rPr>
              <a:t>Germany:</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12700" marR="5429885" lvl="0" indent="0" defTabSz="914400" eaLnBrk="1" fontAlgn="auto" latinLnBrk="0" hangingPunct="1">
              <a:lnSpc>
                <a:spcPts val="2540"/>
              </a:lnSpc>
              <a:spcBef>
                <a:spcPts val="180"/>
              </a:spcBef>
              <a:spcAft>
                <a:spcPts val="0"/>
              </a:spcAft>
              <a:buClrTx/>
              <a:buSzTx/>
              <a:buFontTx/>
              <a:buNone/>
              <a:tabLst/>
              <a:defRPr/>
            </a:pPr>
            <a:r>
              <a:rPr kumimoji="0" sz="1600" b="1" i="0" u="sng" strike="noStrike" kern="0" cap="none" spc="-30" normalizeH="0" baseline="0" noProof="0" dirty="0">
                <a:ln>
                  <a:noFill/>
                </a:ln>
                <a:solidFill>
                  <a:srgbClr val="0462C1"/>
                </a:solidFill>
                <a:effectLst/>
                <a:uLnTx/>
                <a:uFill>
                  <a:solidFill>
                    <a:srgbClr val="0462C1"/>
                  </a:solidFill>
                </a:uFill>
                <a:latin typeface="Trebuchet MS"/>
                <a:cs typeface="Trebuchet MS"/>
                <a:hlinkClick r:id="rId3"/>
              </a:rPr>
              <a:t>https://wis2.dwd.de/gdc/collections/wis2-</a:t>
            </a:r>
            <a:r>
              <a:rPr kumimoji="0" sz="1600" b="1" i="0" u="sng" strike="noStrike" kern="0" cap="none" spc="-25" normalizeH="0" baseline="0" noProof="0" dirty="0">
                <a:ln>
                  <a:noFill/>
                </a:ln>
                <a:solidFill>
                  <a:srgbClr val="0462C1"/>
                </a:solidFill>
                <a:effectLst/>
                <a:uLnTx/>
                <a:uFill>
                  <a:solidFill>
                    <a:srgbClr val="0462C1"/>
                  </a:solidFill>
                </a:uFill>
                <a:latin typeface="Trebuchet MS"/>
                <a:cs typeface="Trebuchet MS"/>
                <a:hlinkClick r:id="rId3"/>
              </a:rPr>
              <a:t>discovery-</a:t>
            </a:r>
            <a:r>
              <a:rPr kumimoji="0" sz="1600" b="1" i="0" u="sng" strike="noStrike" kern="0" cap="none" spc="-10" normalizeH="0" baseline="0" noProof="0" dirty="0">
                <a:ln>
                  <a:noFill/>
                </a:ln>
                <a:solidFill>
                  <a:srgbClr val="0462C1"/>
                </a:solidFill>
                <a:effectLst/>
                <a:uLnTx/>
                <a:uFill>
                  <a:solidFill>
                    <a:srgbClr val="0462C1"/>
                  </a:solidFill>
                </a:uFill>
                <a:latin typeface="Trebuchet MS"/>
                <a:cs typeface="Trebuchet MS"/>
                <a:hlinkClick r:id="rId3"/>
              </a:rPr>
              <a:t>metadata/items</a:t>
            </a:r>
            <a:r>
              <a:rPr kumimoji="0" sz="1600" b="1" i="0" u="none" strike="noStrike" kern="0" cap="none" spc="-10" normalizeH="0" baseline="0" noProof="0" dirty="0">
                <a:ln>
                  <a:noFill/>
                </a:ln>
                <a:solidFill>
                  <a:srgbClr val="0462C1"/>
                </a:solidFill>
                <a:effectLst/>
                <a:uLnTx/>
                <a:uFillTx/>
                <a:latin typeface="Trebuchet MS"/>
                <a:cs typeface="Trebuchet MS"/>
              </a:rPr>
              <a:t> </a:t>
            </a:r>
            <a:r>
              <a:rPr kumimoji="0" sz="1600" b="1" i="0" u="none" strike="noStrike" kern="0" cap="none" spc="95" normalizeH="0" baseline="0" noProof="0" dirty="0">
                <a:ln>
                  <a:noFill/>
                </a:ln>
                <a:solidFill>
                  <a:sysClr val="windowText" lastClr="000000"/>
                </a:solidFill>
                <a:effectLst/>
                <a:uLnTx/>
                <a:uFillTx/>
                <a:latin typeface="Trebuchet MS"/>
                <a:cs typeface="Trebuchet MS"/>
              </a:rPr>
              <a:t>GDC</a:t>
            </a:r>
            <a:r>
              <a:rPr kumimoji="0" sz="1600" b="1" i="0" u="none" strike="noStrike" kern="0" cap="none" spc="-140" normalizeH="0" baseline="0" noProof="0" dirty="0">
                <a:ln>
                  <a:noFill/>
                </a:ln>
                <a:solidFill>
                  <a:sysClr val="windowText" lastClr="000000"/>
                </a:solidFill>
                <a:effectLst/>
                <a:uLnTx/>
                <a:uFillTx/>
                <a:latin typeface="Trebuchet MS"/>
                <a:cs typeface="Trebuchet MS"/>
              </a:rPr>
              <a:t> </a:t>
            </a:r>
            <a:r>
              <a:rPr kumimoji="0" sz="1600" b="1" i="0" u="none" strike="noStrike" kern="0" cap="none" spc="50" normalizeH="0" baseline="0" noProof="0" dirty="0">
                <a:ln>
                  <a:noFill/>
                </a:ln>
                <a:solidFill>
                  <a:sysClr val="windowText" lastClr="000000"/>
                </a:solidFill>
                <a:effectLst/>
                <a:uLnTx/>
                <a:uFillTx/>
                <a:latin typeface="Trebuchet MS"/>
                <a:cs typeface="Trebuchet MS"/>
              </a:rPr>
              <a:t>ECCC,</a:t>
            </a:r>
            <a:r>
              <a:rPr kumimoji="0" sz="1600" b="1" i="0" u="none" strike="noStrike" kern="0" cap="none" spc="-155" normalizeH="0" baseline="0" noProof="0" dirty="0">
                <a:ln>
                  <a:noFill/>
                </a:ln>
                <a:solidFill>
                  <a:sysClr val="windowText" lastClr="000000"/>
                </a:solidFill>
                <a:effectLst/>
                <a:uLnTx/>
                <a:uFillTx/>
                <a:latin typeface="Trebuchet MS"/>
                <a:cs typeface="Trebuchet MS"/>
              </a:rPr>
              <a:t> </a:t>
            </a:r>
            <a:r>
              <a:rPr kumimoji="0" sz="1600" b="1" i="0" u="none" strike="noStrike" kern="0" cap="none" spc="-10" normalizeH="0" baseline="0" noProof="0" dirty="0">
                <a:ln>
                  <a:noFill/>
                </a:ln>
                <a:solidFill>
                  <a:sysClr val="windowText" lastClr="000000"/>
                </a:solidFill>
                <a:effectLst/>
                <a:uLnTx/>
                <a:uFillTx/>
                <a:latin typeface="Trebuchet MS"/>
                <a:cs typeface="Trebuchet MS"/>
              </a:rPr>
              <a:t>Canada:</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430"/>
              </a:spcBef>
              <a:spcAft>
                <a:spcPts val="0"/>
              </a:spcAft>
              <a:buClrTx/>
              <a:buSzTx/>
              <a:buFontTx/>
              <a:buNone/>
              <a:tabLst/>
              <a:defRPr/>
            </a:pPr>
            <a:r>
              <a:rPr kumimoji="0" sz="1600" b="1" i="0" u="sng" strike="noStrike" kern="0" cap="none" spc="-35" normalizeH="0" baseline="0" noProof="0" dirty="0">
                <a:ln>
                  <a:noFill/>
                </a:ln>
                <a:solidFill>
                  <a:srgbClr val="0462C1"/>
                </a:solidFill>
                <a:effectLst/>
                <a:uLnTx/>
                <a:uFill>
                  <a:solidFill>
                    <a:srgbClr val="0462C1"/>
                  </a:solidFill>
                </a:uFill>
                <a:latin typeface="Trebuchet MS"/>
                <a:cs typeface="Trebuchet MS"/>
                <a:hlinkClick r:id="rId4"/>
              </a:rPr>
              <a:t>https://wis2-</a:t>
            </a:r>
            <a:r>
              <a:rPr kumimoji="0" sz="1600" b="1" i="0" u="sng" strike="noStrike" kern="0" cap="none" spc="-40" normalizeH="0" baseline="0" noProof="0" dirty="0">
                <a:ln>
                  <a:noFill/>
                </a:ln>
                <a:solidFill>
                  <a:srgbClr val="0462C1"/>
                </a:solidFill>
                <a:effectLst/>
                <a:uLnTx/>
                <a:uFill>
                  <a:solidFill>
                    <a:srgbClr val="0462C1"/>
                  </a:solidFill>
                </a:uFill>
                <a:latin typeface="Trebuchet MS"/>
                <a:cs typeface="Trebuchet MS"/>
                <a:hlinkClick r:id="rId4"/>
              </a:rPr>
              <a:t>gdc.weather.gc.ca/collections/wis2-</a:t>
            </a:r>
            <a:r>
              <a:rPr kumimoji="0" sz="1600" b="1" i="0" u="sng" strike="noStrike" kern="0" cap="none" spc="-25" normalizeH="0" baseline="0" noProof="0" dirty="0">
                <a:ln>
                  <a:noFill/>
                </a:ln>
                <a:solidFill>
                  <a:srgbClr val="0462C1"/>
                </a:solidFill>
                <a:effectLst/>
                <a:uLnTx/>
                <a:uFill>
                  <a:solidFill>
                    <a:srgbClr val="0462C1"/>
                  </a:solidFill>
                </a:uFill>
                <a:latin typeface="Trebuchet MS"/>
                <a:cs typeface="Trebuchet MS"/>
                <a:hlinkClick r:id="rId4"/>
              </a:rPr>
              <a:t>discovery-</a:t>
            </a:r>
            <a:r>
              <a:rPr kumimoji="0" sz="1600" b="1" i="0" u="sng" strike="noStrike" kern="0" cap="none" spc="-10" normalizeH="0" baseline="0" noProof="0" dirty="0">
                <a:ln>
                  <a:noFill/>
                </a:ln>
                <a:solidFill>
                  <a:srgbClr val="0462C1"/>
                </a:solidFill>
                <a:effectLst/>
                <a:uLnTx/>
                <a:uFill>
                  <a:solidFill>
                    <a:srgbClr val="0462C1"/>
                  </a:solidFill>
                </a:uFill>
                <a:latin typeface="Trebuchet MS"/>
                <a:cs typeface="Trebuchet MS"/>
                <a:hlinkClick r:id="rId4"/>
              </a:rPr>
              <a:t>metadata/items</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4" name="object 4"/>
          <p:cNvSpPr/>
          <p:nvPr/>
        </p:nvSpPr>
        <p:spPr>
          <a:xfrm>
            <a:off x="2420873" y="3470576"/>
            <a:ext cx="3951604" cy="3290570"/>
          </a:xfrm>
          <a:custGeom>
            <a:avLst/>
            <a:gdLst/>
            <a:ahLst/>
            <a:cxnLst/>
            <a:rect l="l" t="t" r="r" b="b"/>
            <a:pathLst>
              <a:path w="3951604" h="3290570">
                <a:moveTo>
                  <a:pt x="3951224" y="0"/>
                </a:moveTo>
                <a:lnTo>
                  <a:pt x="0" y="0"/>
                </a:lnTo>
                <a:lnTo>
                  <a:pt x="0" y="3290570"/>
                </a:lnTo>
                <a:lnTo>
                  <a:pt x="3951224" y="3290570"/>
                </a:lnTo>
                <a:lnTo>
                  <a:pt x="3951224" y="0"/>
                </a:lnTo>
                <a:close/>
              </a:path>
            </a:pathLst>
          </a:custGeom>
          <a:solidFill>
            <a:srgbClr val="E2EBF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5708396" y="3513582"/>
            <a:ext cx="58547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WIS</a:t>
            </a:r>
            <a:r>
              <a:rPr kumimoji="0" sz="1400" b="1" i="1" u="none" strike="noStrike" kern="0" cap="none" spc="-25" normalizeH="0" baseline="0" noProof="0" dirty="0">
                <a:ln>
                  <a:noFill/>
                </a:ln>
                <a:solidFill>
                  <a:srgbClr val="0F243E"/>
                </a:solidFill>
                <a:effectLst/>
                <a:uLnTx/>
                <a:uFillTx/>
                <a:latin typeface="Calibri"/>
                <a:cs typeface="Calibri"/>
              </a:rPr>
              <a:t> 2.0</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6" name="object 6"/>
          <p:cNvGrpSpPr/>
          <p:nvPr/>
        </p:nvGrpSpPr>
        <p:grpSpPr>
          <a:xfrm>
            <a:off x="4119879" y="4145305"/>
            <a:ext cx="3329940" cy="2048510"/>
            <a:chOff x="4119879" y="4145305"/>
            <a:chExt cx="3329940" cy="2048510"/>
          </a:xfrm>
        </p:grpSpPr>
        <p:pic>
          <p:nvPicPr>
            <p:cNvPr id="7" name="object 7"/>
            <p:cNvPicPr/>
            <p:nvPr/>
          </p:nvPicPr>
          <p:blipFill>
            <a:blip r:embed="rId5" cstate="print"/>
            <a:stretch>
              <a:fillRect/>
            </a:stretch>
          </p:blipFill>
          <p:spPr>
            <a:xfrm>
              <a:off x="6123431" y="4145305"/>
              <a:ext cx="1325880" cy="234670"/>
            </a:xfrm>
            <a:prstGeom prst="rect">
              <a:avLst/>
            </a:prstGeom>
          </p:spPr>
        </p:pic>
        <p:sp>
          <p:nvSpPr>
            <p:cNvPr id="8" name="object 8"/>
            <p:cNvSpPr/>
            <p:nvPr/>
          </p:nvSpPr>
          <p:spPr>
            <a:xfrm>
              <a:off x="6242684" y="4207256"/>
              <a:ext cx="1169035" cy="76200"/>
            </a:xfrm>
            <a:custGeom>
              <a:avLst/>
              <a:gdLst/>
              <a:ahLst/>
              <a:cxnLst/>
              <a:rect l="l" t="t" r="r" b="b"/>
              <a:pathLst>
                <a:path w="1169034" h="76200">
                  <a:moveTo>
                    <a:pt x="76200" y="0"/>
                  </a:moveTo>
                  <a:lnTo>
                    <a:pt x="0" y="38100"/>
                  </a:lnTo>
                  <a:lnTo>
                    <a:pt x="76200" y="76200"/>
                  </a:lnTo>
                  <a:lnTo>
                    <a:pt x="76200" y="50800"/>
                  </a:lnTo>
                  <a:lnTo>
                    <a:pt x="63500" y="50800"/>
                  </a:lnTo>
                  <a:lnTo>
                    <a:pt x="63500" y="25400"/>
                  </a:lnTo>
                  <a:lnTo>
                    <a:pt x="76200" y="25400"/>
                  </a:lnTo>
                  <a:lnTo>
                    <a:pt x="76200" y="0"/>
                  </a:lnTo>
                  <a:close/>
                </a:path>
                <a:path w="1169034" h="76200">
                  <a:moveTo>
                    <a:pt x="76200" y="25400"/>
                  </a:moveTo>
                  <a:lnTo>
                    <a:pt x="63500" y="25400"/>
                  </a:lnTo>
                  <a:lnTo>
                    <a:pt x="63500" y="50800"/>
                  </a:lnTo>
                  <a:lnTo>
                    <a:pt x="76200" y="50800"/>
                  </a:lnTo>
                  <a:lnTo>
                    <a:pt x="76200" y="25400"/>
                  </a:lnTo>
                  <a:close/>
                </a:path>
                <a:path w="1169034" h="76200">
                  <a:moveTo>
                    <a:pt x="1169035" y="25400"/>
                  </a:moveTo>
                  <a:lnTo>
                    <a:pt x="76200" y="25400"/>
                  </a:lnTo>
                  <a:lnTo>
                    <a:pt x="76200" y="50800"/>
                  </a:lnTo>
                  <a:lnTo>
                    <a:pt x="1169035" y="50800"/>
                  </a:lnTo>
                  <a:lnTo>
                    <a:pt x="1169035" y="25400"/>
                  </a:lnTo>
                  <a:close/>
                </a:path>
              </a:pathLst>
            </a:custGeom>
            <a:solidFill>
              <a:srgbClr val="9BBA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4119879" y="5741149"/>
              <a:ext cx="2122805" cy="452755"/>
            </a:xfrm>
            <a:custGeom>
              <a:avLst/>
              <a:gdLst/>
              <a:ahLst/>
              <a:cxnLst/>
              <a:rect l="l" t="t" r="r" b="b"/>
              <a:pathLst>
                <a:path w="2122804" h="452754">
                  <a:moveTo>
                    <a:pt x="2122804" y="0"/>
                  </a:moveTo>
                  <a:lnTo>
                    <a:pt x="0" y="0"/>
                  </a:lnTo>
                  <a:lnTo>
                    <a:pt x="0" y="452602"/>
                  </a:lnTo>
                  <a:lnTo>
                    <a:pt x="2122804" y="452602"/>
                  </a:lnTo>
                  <a:lnTo>
                    <a:pt x="2122804"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p:nvPr/>
        </p:nvSpPr>
        <p:spPr>
          <a:xfrm>
            <a:off x="4115689" y="4874221"/>
            <a:ext cx="2127250" cy="453390"/>
          </a:xfrm>
          <a:custGeom>
            <a:avLst/>
            <a:gdLst/>
            <a:ahLst/>
            <a:cxnLst/>
            <a:rect l="l" t="t" r="r" b="b"/>
            <a:pathLst>
              <a:path w="2127250" h="453389">
                <a:moveTo>
                  <a:pt x="2126995" y="0"/>
                </a:moveTo>
                <a:lnTo>
                  <a:pt x="0" y="0"/>
                </a:lnTo>
                <a:lnTo>
                  <a:pt x="0" y="453174"/>
                </a:lnTo>
                <a:lnTo>
                  <a:pt x="2126995" y="453174"/>
                </a:lnTo>
                <a:lnTo>
                  <a:pt x="2126995"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txBox="1"/>
          <p:nvPr/>
        </p:nvSpPr>
        <p:spPr>
          <a:xfrm>
            <a:off x="4976876" y="4954904"/>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10" name="object 10"/>
          <p:cNvSpPr txBox="1"/>
          <p:nvPr/>
        </p:nvSpPr>
        <p:spPr>
          <a:xfrm>
            <a:off x="5040629" y="5821781"/>
            <a:ext cx="112204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2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3" name="object 13"/>
          <p:cNvGrpSpPr/>
          <p:nvPr/>
        </p:nvGrpSpPr>
        <p:grpSpPr>
          <a:xfrm>
            <a:off x="2479167" y="3511422"/>
            <a:ext cx="3763645" cy="2614930"/>
            <a:chOff x="2479167" y="3511422"/>
            <a:chExt cx="3763645" cy="2614930"/>
          </a:xfrm>
        </p:grpSpPr>
        <p:sp>
          <p:nvSpPr>
            <p:cNvPr id="14" name="object 14"/>
            <p:cNvSpPr/>
            <p:nvPr/>
          </p:nvSpPr>
          <p:spPr>
            <a:xfrm>
              <a:off x="4227644" y="4976885"/>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5"/>
                  </a:moveTo>
                  <a:lnTo>
                    <a:pt x="42352" y="204030"/>
                  </a:lnTo>
                  <a:lnTo>
                    <a:pt x="34335" y="209697"/>
                  </a:lnTo>
                  <a:lnTo>
                    <a:pt x="27912" y="219417"/>
                  </a:lnTo>
                  <a:lnTo>
                    <a:pt x="25771" y="230519"/>
                  </a:lnTo>
                  <a:lnTo>
                    <a:pt x="27912" y="241621"/>
                  </a:lnTo>
                  <a:lnTo>
                    <a:pt x="34335" y="251341"/>
                  </a:lnTo>
                  <a:lnTo>
                    <a:pt x="44050" y="257768"/>
                  </a:lnTo>
                  <a:lnTo>
                    <a:pt x="55146" y="259910"/>
                  </a:lnTo>
                  <a:lnTo>
                    <a:pt x="66242" y="257768"/>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5"/>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1" y="141149"/>
                  </a:lnTo>
                  <a:lnTo>
                    <a:pt x="175775" y="140043"/>
                  </a:lnTo>
                  <a:lnTo>
                    <a:pt x="208850" y="126505"/>
                  </a:lnTo>
                  <a:lnTo>
                    <a:pt x="170691" y="126505"/>
                  </a:lnTo>
                  <a:lnTo>
                    <a:pt x="170345" y="126039"/>
                  </a:lnTo>
                  <a:lnTo>
                    <a:pt x="106528"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89"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3" y="8660"/>
                  </a:lnTo>
                  <a:lnTo>
                    <a:pt x="111432" y="18035"/>
                  </a:lnTo>
                  <a:lnTo>
                    <a:pt x="109107" y="29482"/>
                  </a:lnTo>
                  <a:lnTo>
                    <a:pt x="110799" y="39203"/>
                  </a:lnTo>
                  <a:lnTo>
                    <a:pt x="115461" y="47541"/>
                  </a:lnTo>
                  <a:lnTo>
                    <a:pt x="122470" y="53944"/>
                  </a:lnTo>
                  <a:lnTo>
                    <a:pt x="131207" y="57860"/>
                  </a:lnTo>
                  <a:lnTo>
                    <a:pt x="131207" y="108718"/>
                  </a:lnTo>
                  <a:lnTo>
                    <a:pt x="123570" y="110958"/>
                  </a:lnTo>
                  <a:lnTo>
                    <a:pt x="116796" y="114752"/>
                  </a:lnTo>
                  <a:lnTo>
                    <a:pt x="111058" y="119860"/>
                  </a:lnTo>
                  <a:lnTo>
                    <a:pt x="106528" y="126039"/>
                  </a:lnTo>
                  <a:lnTo>
                    <a:pt x="170345" y="126039"/>
                  </a:lnTo>
                  <a:lnTo>
                    <a:pt x="166037" y="120229"/>
                  </a:lnTo>
                  <a:lnTo>
                    <a:pt x="160213" y="115121"/>
                  </a:lnTo>
                  <a:lnTo>
                    <a:pt x="153422" y="111326"/>
                  </a:lnTo>
                  <a:lnTo>
                    <a:pt x="145940" y="109086"/>
                  </a:lnTo>
                  <a:lnTo>
                    <a:pt x="145940" y="57860"/>
                  </a:lnTo>
                  <a:lnTo>
                    <a:pt x="154677"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5" name="object 15" descr="A picture containing text, balloon, transport, aircraft  Description automatically generated"/>
            <p:cNvPicPr/>
            <p:nvPr/>
          </p:nvPicPr>
          <p:blipFill>
            <a:blip r:embed="rId6" cstate="print"/>
            <a:stretch>
              <a:fillRect/>
            </a:stretch>
          </p:blipFill>
          <p:spPr>
            <a:xfrm>
              <a:off x="2479167" y="3511422"/>
              <a:ext cx="708545" cy="708532"/>
            </a:xfrm>
            <a:prstGeom prst="rect">
              <a:avLst/>
            </a:prstGeom>
          </p:spPr>
        </p:pic>
        <p:pic>
          <p:nvPicPr>
            <p:cNvPr id="16" name="object 16"/>
            <p:cNvPicPr/>
            <p:nvPr/>
          </p:nvPicPr>
          <p:blipFill>
            <a:blip r:embed="rId7" cstate="print"/>
            <a:stretch>
              <a:fillRect/>
            </a:stretch>
          </p:blipFill>
          <p:spPr>
            <a:xfrm>
              <a:off x="4253644" y="5810136"/>
              <a:ext cx="225384" cy="316201"/>
            </a:xfrm>
            <a:prstGeom prst="rect">
              <a:avLst/>
            </a:prstGeom>
          </p:spPr>
        </p:pic>
        <p:sp>
          <p:nvSpPr>
            <p:cNvPr id="17" name="object 17"/>
            <p:cNvSpPr/>
            <p:nvPr/>
          </p:nvSpPr>
          <p:spPr>
            <a:xfrm>
              <a:off x="4119880" y="4018749"/>
              <a:ext cx="2122805" cy="453390"/>
            </a:xfrm>
            <a:custGeom>
              <a:avLst/>
              <a:gdLst/>
              <a:ahLst/>
              <a:cxnLst/>
              <a:rect l="l" t="t" r="r" b="b"/>
              <a:pathLst>
                <a:path w="2122804" h="453389">
                  <a:moveTo>
                    <a:pt x="2122804" y="0"/>
                  </a:moveTo>
                  <a:lnTo>
                    <a:pt x="0" y="0"/>
                  </a:lnTo>
                  <a:lnTo>
                    <a:pt x="0" y="453174"/>
                  </a:lnTo>
                  <a:lnTo>
                    <a:pt x="2122804" y="453174"/>
                  </a:lnTo>
                  <a:lnTo>
                    <a:pt x="2122804"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8" name="object 18"/>
          <p:cNvSpPr txBox="1"/>
          <p:nvPr/>
        </p:nvSpPr>
        <p:spPr>
          <a:xfrm>
            <a:off x="4723638" y="3977385"/>
            <a:ext cx="1440180"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9" name="object 19"/>
          <p:cNvGrpSpPr/>
          <p:nvPr/>
        </p:nvGrpSpPr>
        <p:grpSpPr>
          <a:xfrm>
            <a:off x="3044951" y="4103477"/>
            <a:ext cx="2249805" cy="1931670"/>
            <a:chOff x="3044951" y="4103477"/>
            <a:chExt cx="2249805" cy="1931670"/>
          </a:xfrm>
        </p:grpSpPr>
        <p:sp>
          <p:nvSpPr>
            <p:cNvPr id="20" name="object 20"/>
            <p:cNvSpPr/>
            <p:nvPr/>
          </p:nvSpPr>
          <p:spPr>
            <a:xfrm>
              <a:off x="4206651" y="4103477"/>
              <a:ext cx="348615" cy="311150"/>
            </a:xfrm>
            <a:custGeom>
              <a:avLst/>
              <a:gdLst/>
              <a:ahLst/>
              <a:cxnLst/>
              <a:rect l="l" t="t" r="r" b="b"/>
              <a:pathLst>
                <a:path w="348614" h="311150">
                  <a:moveTo>
                    <a:pt x="206968"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90"/>
                  </a:lnTo>
                  <a:lnTo>
                    <a:pt x="8116" y="190509"/>
                  </a:lnTo>
                  <a:lnTo>
                    <a:pt x="14155" y="200163"/>
                  </a:lnTo>
                  <a:lnTo>
                    <a:pt x="14243" y="200726"/>
                  </a:lnTo>
                  <a:lnTo>
                    <a:pt x="12612" y="207078"/>
                  </a:lnTo>
                  <a:lnTo>
                    <a:pt x="11818" y="213682"/>
                  </a:lnTo>
                  <a:lnTo>
                    <a:pt x="11898" y="220309"/>
                  </a:lnTo>
                  <a:lnTo>
                    <a:pt x="22472" y="257579"/>
                  </a:lnTo>
                  <a:lnTo>
                    <a:pt x="153257" y="310950"/>
                  </a:lnTo>
                  <a:lnTo>
                    <a:pt x="155252" y="310950"/>
                  </a:lnTo>
                  <a:lnTo>
                    <a:pt x="175407" y="302802"/>
                  </a:lnTo>
                  <a:lnTo>
                    <a:pt x="154252" y="302802"/>
                  </a:lnTo>
                  <a:lnTo>
                    <a:pt x="29599" y="253728"/>
                  </a:lnTo>
                  <a:lnTo>
                    <a:pt x="19724" y="213682"/>
                  </a:lnTo>
                  <a:lnTo>
                    <a:pt x="20623" y="207078"/>
                  </a:lnTo>
                  <a:lnTo>
                    <a:pt x="22507" y="200726"/>
                  </a:lnTo>
                  <a:lnTo>
                    <a:pt x="22936" y="199376"/>
                  </a:lnTo>
                  <a:lnTo>
                    <a:pt x="22613" y="197902"/>
                  </a:lnTo>
                  <a:lnTo>
                    <a:pt x="7941" y="156817"/>
                  </a:lnTo>
                  <a:lnTo>
                    <a:pt x="9738" y="142849"/>
                  </a:lnTo>
                  <a:lnTo>
                    <a:pt x="22219" y="124354"/>
                  </a:lnTo>
                  <a:lnTo>
                    <a:pt x="22966" y="122466"/>
                  </a:lnTo>
                  <a:lnTo>
                    <a:pt x="22444" y="120706"/>
                  </a:lnTo>
                  <a:lnTo>
                    <a:pt x="20649" y="114384"/>
                  </a:lnTo>
                  <a:lnTo>
                    <a:pt x="19901" y="108792"/>
                  </a:lnTo>
                  <a:lnTo>
                    <a:pt x="19961" y="99979"/>
                  </a:lnTo>
                  <a:lnTo>
                    <a:pt x="206409" y="8267"/>
                  </a:lnTo>
                  <a:lnTo>
                    <a:pt x="229308" y="8267"/>
                  </a:lnTo>
                  <a:lnTo>
                    <a:pt x="207824" y="330"/>
                  </a:lnTo>
                  <a:lnTo>
                    <a:pt x="206968" y="0"/>
                  </a:lnTo>
                  <a:close/>
                </a:path>
                <a:path w="348614" h="311150">
                  <a:moveTo>
                    <a:pt x="341504" y="225292"/>
                  </a:moveTo>
                  <a:lnTo>
                    <a:pt x="318063" y="225292"/>
                  </a:lnTo>
                  <a:lnTo>
                    <a:pt x="332704" y="230583"/>
                  </a:lnTo>
                  <a:lnTo>
                    <a:pt x="154252" y="302802"/>
                  </a:lnTo>
                  <a:lnTo>
                    <a:pt x="175407" y="302802"/>
                  </a:lnTo>
                  <a:lnTo>
                    <a:pt x="347478" y="233239"/>
                  </a:lnTo>
                  <a:lnTo>
                    <a:pt x="348470" y="230927"/>
                  </a:lnTo>
                  <a:lnTo>
                    <a:pt x="347214" y="227839"/>
                  </a:lnTo>
                  <a:lnTo>
                    <a:pt x="346387" y="227019"/>
                  </a:lnTo>
                  <a:lnTo>
                    <a:pt x="341504" y="225292"/>
                  </a:lnTo>
                  <a:close/>
                </a:path>
                <a:path w="348614" h="311150">
                  <a:moveTo>
                    <a:pt x="35879" y="196658"/>
                  </a:moveTo>
                  <a:lnTo>
                    <a:pt x="33579" y="197660"/>
                  </a:lnTo>
                  <a:lnTo>
                    <a:pt x="32594" y="200163"/>
                  </a:lnTo>
                  <a:lnTo>
                    <a:pt x="32501" y="242465"/>
                  </a:lnTo>
                  <a:lnTo>
                    <a:pt x="33496" y="243930"/>
                  </a:lnTo>
                  <a:lnTo>
                    <a:pt x="153753" y="291304"/>
                  </a:lnTo>
                  <a:lnTo>
                    <a:pt x="154807" y="291304"/>
                  </a:lnTo>
                  <a:lnTo>
                    <a:pt x="175441" y="282961"/>
                  </a:lnTo>
                  <a:lnTo>
                    <a:pt x="154252" y="282961"/>
                  </a:lnTo>
                  <a:lnTo>
                    <a:pt x="40726" y="238237"/>
                  </a:lnTo>
                  <a:lnTo>
                    <a:pt x="40427" y="238237"/>
                  </a:lnTo>
                  <a:lnTo>
                    <a:pt x="40427" y="207078"/>
                  </a:lnTo>
                  <a:lnTo>
                    <a:pt x="62336" y="207078"/>
                  </a:lnTo>
                  <a:lnTo>
                    <a:pt x="35879" y="196658"/>
                  </a:lnTo>
                  <a:close/>
                </a:path>
                <a:path w="348614" h="311150">
                  <a:moveTo>
                    <a:pt x="323847" y="186477"/>
                  </a:moveTo>
                  <a:lnTo>
                    <a:pt x="315915" y="186477"/>
                  </a:lnTo>
                  <a:lnTo>
                    <a:pt x="315915" y="217597"/>
                  </a:lnTo>
                  <a:lnTo>
                    <a:pt x="154252" y="282961"/>
                  </a:lnTo>
                  <a:lnTo>
                    <a:pt x="175441" y="282961"/>
                  </a:lnTo>
                  <a:lnTo>
                    <a:pt x="318063" y="225292"/>
                  </a:lnTo>
                  <a:lnTo>
                    <a:pt x="341504" y="225292"/>
                  </a:lnTo>
                  <a:lnTo>
                    <a:pt x="323847" y="219026"/>
                  </a:lnTo>
                  <a:lnTo>
                    <a:pt x="323847" y="186477"/>
                  </a:lnTo>
                  <a:close/>
                </a:path>
                <a:path w="348614" h="311150">
                  <a:moveTo>
                    <a:pt x="62336" y="207078"/>
                  </a:moveTo>
                  <a:lnTo>
                    <a:pt x="40704" y="207078"/>
                  </a:lnTo>
                  <a:lnTo>
                    <a:pt x="153753" y="251622"/>
                  </a:lnTo>
                  <a:lnTo>
                    <a:pt x="154807" y="251622"/>
                  </a:lnTo>
                  <a:lnTo>
                    <a:pt x="175441" y="243278"/>
                  </a:lnTo>
                  <a:lnTo>
                    <a:pt x="154252" y="243278"/>
                  </a:lnTo>
                  <a:lnTo>
                    <a:pt x="62336" y="207078"/>
                  </a:lnTo>
                  <a:close/>
                </a:path>
                <a:path w="348614"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4" h="311150">
                  <a:moveTo>
                    <a:pt x="24090" y="132575"/>
                  </a:moveTo>
                  <a:lnTo>
                    <a:pt x="23882" y="132575"/>
                  </a:lnTo>
                  <a:lnTo>
                    <a:pt x="21681" y="133534"/>
                  </a:lnTo>
                  <a:lnTo>
                    <a:pt x="20696" y="136037"/>
                  </a:lnTo>
                  <a:lnTo>
                    <a:pt x="20603" y="178973"/>
                  </a:lnTo>
                  <a:lnTo>
                    <a:pt x="21598" y="180438"/>
                  </a:lnTo>
                  <a:lnTo>
                    <a:pt x="153578" y="232422"/>
                  </a:lnTo>
                  <a:lnTo>
                    <a:pt x="154622" y="232422"/>
                  </a:lnTo>
                  <a:lnTo>
                    <a:pt x="175520" y="224092"/>
                  </a:lnTo>
                  <a:lnTo>
                    <a:pt x="154084" y="224092"/>
                  </a:lnTo>
                  <a:lnTo>
                    <a:pt x="28535" y="174638"/>
                  </a:lnTo>
                  <a:lnTo>
                    <a:pt x="28535" y="142849"/>
                  </a:lnTo>
                  <a:lnTo>
                    <a:pt x="50220" y="142849"/>
                  </a:lnTo>
                  <a:lnTo>
                    <a:pt x="24090" y="132575"/>
                  </a:lnTo>
                  <a:close/>
                </a:path>
                <a:path w="348614"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4" h="311150">
                  <a:moveTo>
                    <a:pt x="50220" y="142849"/>
                  </a:moveTo>
                  <a:lnTo>
                    <a:pt x="28535" y="142849"/>
                  </a:lnTo>
                  <a:lnTo>
                    <a:pt x="153753" y="192098"/>
                  </a:lnTo>
                  <a:lnTo>
                    <a:pt x="154807" y="192098"/>
                  </a:lnTo>
                  <a:lnTo>
                    <a:pt x="175445" y="183755"/>
                  </a:lnTo>
                  <a:lnTo>
                    <a:pt x="154252" y="183755"/>
                  </a:lnTo>
                  <a:lnTo>
                    <a:pt x="50220" y="142849"/>
                  </a:lnTo>
                  <a:close/>
                </a:path>
                <a:path w="348614"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70" y="111880"/>
                  </a:lnTo>
                  <a:lnTo>
                    <a:pt x="347214" y="108792"/>
                  </a:lnTo>
                  <a:lnTo>
                    <a:pt x="346387" y="107972"/>
                  </a:lnTo>
                  <a:lnTo>
                    <a:pt x="341519" y="106246"/>
                  </a:lnTo>
                  <a:close/>
                </a:path>
                <a:path w="348614" h="311150">
                  <a:moveTo>
                    <a:pt x="35879" y="77611"/>
                  </a:moveTo>
                  <a:lnTo>
                    <a:pt x="33579" y="78613"/>
                  </a:lnTo>
                  <a:lnTo>
                    <a:pt x="32594" y="81117"/>
                  </a:lnTo>
                  <a:lnTo>
                    <a:pt x="32501" y="123418"/>
                  </a:lnTo>
                  <a:lnTo>
                    <a:pt x="33496" y="124883"/>
                  </a:lnTo>
                  <a:lnTo>
                    <a:pt x="153753" y="172257"/>
                  </a:lnTo>
                  <a:lnTo>
                    <a:pt x="154807" y="172257"/>
                  </a:lnTo>
                  <a:lnTo>
                    <a:pt x="175441" y="163914"/>
                  </a:lnTo>
                  <a:lnTo>
                    <a:pt x="154252" y="163914"/>
                  </a:lnTo>
                  <a:lnTo>
                    <a:pt x="40427" y="119073"/>
                  </a:lnTo>
                  <a:lnTo>
                    <a:pt x="40427" y="87922"/>
                  </a:lnTo>
                  <a:lnTo>
                    <a:pt x="62059" y="87922"/>
                  </a:lnTo>
                  <a:lnTo>
                    <a:pt x="35879" y="77611"/>
                  </a:lnTo>
                  <a:close/>
                </a:path>
                <a:path w="348614"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4" h="311150">
                  <a:moveTo>
                    <a:pt x="62059" y="87922"/>
                  </a:moveTo>
                  <a:lnTo>
                    <a:pt x="40427" y="87922"/>
                  </a:lnTo>
                  <a:lnTo>
                    <a:pt x="153753" y="132575"/>
                  </a:lnTo>
                  <a:lnTo>
                    <a:pt x="154807" y="132575"/>
                  </a:lnTo>
                  <a:lnTo>
                    <a:pt x="175138" y="124354"/>
                  </a:lnTo>
                  <a:lnTo>
                    <a:pt x="154563" y="124354"/>
                  </a:lnTo>
                  <a:lnTo>
                    <a:pt x="62059" y="87922"/>
                  </a:lnTo>
                  <a:close/>
                </a:path>
                <a:path w="348614"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9"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1" name="object 21"/>
            <p:cNvPicPr/>
            <p:nvPr/>
          </p:nvPicPr>
          <p:blipFill>
            <a:blip r:embed="rId8" cstate="print"/>
            <a:stretch>
              <a:fillRect/>
            </a:stretch>
          </p:blipFill>
          <p:spPr>
            <a:xfrm>
              <a:off x="5059679" y="5227320"/>
              <a:ext cx="234670" cy="571500"/>
            </a:xfrm>
            <a:prstGeom prst="rect">
              <a:avLst/>
            </a:prstGeom>
          </p:spPr>
        </p:pic>
        <p:sp>
          <p:nvSpPr>
            <p:cNvPr id="22" name="object 22"/>
            <p:cNvSpPr/>
            <p:nvPr/>
          </p:nvSpPr>
          <p:spPr>
            <a:xfrm>
              <a:off x="5141467" y="5327396"/>
              <a:ext cx="76835" cy="414020"/>
            </a:xfrm>
            <a:custGeom>
              <a:avLst/>
              <a:gdLst/>
              <a:ahLst/>
              <a:cxnLst/>
              <a:rect l="l" t="t" r="r" b="b"/>
              <a:pathLst>
                <a:path w="76835" h="414020">
                  <a:moveTo>
                    <a:pt x="50864" y="76072"/>
                  </a:moveTo>
                  <a:lnTo>
                    <a:pt x="25464" y="76199"/>
                  </a:lnTo>
                  <a:lnTo>
                    <a:pt x="27177" y="413689"/>
                  </a:lnTo>
                  <a:lnTo>
                    <a:pt x="27178" y="413829"/>
                  </a:lnTo>
                  <a:lnTo>
                    <a:pt x="52578" y="413689"/>
                  </a:lnTo>
                  <a:lnTo>
                    <a:pt x="50865" y="76326"/>
                  </a:lnTo>
                  <a:lnTo>
                    <a:pt x="50864" y="76072"/>
                  </a:lnTo>
                  <a:close/>
                </a:path>
                <a:path w="76835" h="414020">
                  <a:moveTo>
                    <a:pt x="37719" y="0"/>
                  </a:moveTo>
                  <a:lnTo>
                    <a:pt x="125" y="76072"/>
                  </a:lnTo>
                  <a:lnTo>
                    <a:pt x="0" y="76326"/>
                  </a:lnTo>
                  <a:lnTo>
                    <a:pt x="25464" y="76199"/>
                  </a:lnTo>
                  <a:lnTo>
                    <a:pt x="25400" y="63499"/>
                  </a:lnTo>
                  <a:lnTo>
                    <a:pt x="69829" y="63372"/>
                  </a:lnTo>
                  <a:lnTo>
                    <a:pt x="37719" y="0"/>
                  </a:lnTo>
                  <a:close/>
                </a:path>
                <a:path w="76835" h="414020">
                  <a:moveTo>
                    <a:pt x="50800" y="63372"/>
                  </a:moveTo>
                  <a:lnTo>
                    <a:pt x="25400" y="63499"/>
                  </a:lnTo>
                  <a:lnTo>
                    <a:pt x="25464" y="76199"/>
                  </a:lnTo>
                  <a:lnTo>
                    <a:pt x="50864" y="76072"/>
                  </a:lnTo>
                  <a:lnTo>
                    <a:pt x="50800" y="63372"/>
                  </a:lnTo>
                  <a:close/>
                </a:path>
                <a:path w="76835" h="414020">
                  <a:moveTo>
                    <a:pt x="69829" y="63372"/>
                  </a:moveTo>
                  <a:lnTo>
                    <a:pt x="50800" y="63372"/>
                  </a:lnTo>
                  <a:lnTo>
                    <a:pt x="50864" y="76072"/>
                  </a:lnTo>
                  <a:lnTo>
                    <a:pt x="76264" y="76072"/>
                  </a:lnTo>
                  <a:lnTo>
                    <a:pt x="69893" y="63499"/>
                  </a:lnTo>
                  <a:lnTo>
                    <a:pt x="69829" y="63372"/>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3" name="object 23"/>
            <p:cNvPicPr/>
            <p:nvPr/>
          </p:nvPicPr>
          <p:blipFill>
            <a:blip r:embed="rId9" cstate="print"/>
            <a:stretch>
              <a:fillRect/>
            </a:stretch>
          </p:blipFill>
          <p:spPr>
            <a:xfrm>
              <a:off x="5059679" y="4448543"/>
              <a:ext cx="234670" cy="560844"/>
            </a:xfrm>
            <a:prstGeom prst="rect">
              <a:avLst/>
            </a:prstGeom>
          </p:spPr>
        </p:pic>
        <p:sp>
          <p:nvSpPr>
            <p:cNvPr id="24" name="object 24"/>
            <p:cNvSpPr/>
            <p:nvPr/>
          </p:nvSpPr>
          <p:spPr>
            <a:xfrm>
              <a:off x="5141467" y="4471924"/>
              <a:ext cx="76200" cy="402590"/>
            </a:xfrm>
            <a:custGeom>
              <a:avLst/>
              <a:gdLst/>
              <a:ahLst/>
              <a:cxnLst/>
              <a:rect l="l" t="t" r="r" b="b"/>
              <a:pathLst>
                <a:path w="76200" h="402589">
                  <a:moveTo>
                    <a:pt x="0" y="325881"/>
                  </a:moveTo>
                  <a:lnTo>
                    <a:pt x="37719" y="402336"/>
                  </a:lnTo>
                  <a:lnTo>
                    <a:pt x="69840" y="338836"/>
                  </a:lnTo>
                  <a:lnTo>
                    <a:pt x="50800" y="338836"/>
                  </a:lnTo>
                  <a:lnTo>
                    <a:pt x="25400" y="338708"/>
                  </a:lnTo>
                  <a:lnTo>
                    <a:pt x="25466" y="326009"/>
                  </a:lnTo>
                  <a:lnTo>
                    <a:pt x="0" y="325881"/>
                  </a:lnTo>
                  <a:close/>
                </a:path>
                <a:path w="76200" h="402589">
                  <a:moveTo>
                    <a:pt x="25466" y="326009"/>
                  </a:moveTo>
                  <a:lnTo>
                    <a:pt x="25400" y="338708"/>
                  </a:lnTo>
                  <a:lnTo>
                    <a:pt x="50800" y="338836"/>
                  </a:lnTo>
                  <a:lnTo>
                    <a:pt x="50865" y="326263"/>
                  </a:lnTo>
                  <a:lnTo>
                    <a:pt x="76199" y="326263"/>
                  </a:lnTo>
                  <a:lnTo>
                    <a:pt x="25466" y="326009"/>
                  </a:lnTo>
                  <a:close/>
                </a:path>
                <a:path w="76200" h="402589">
                  <a:moveTo>
                    <a:pt x="76200" y="326263"/>
                  </a:moveTo>
                  <a:lnTo>
                    <a:pt x="50865" y="326263"/>
                  </a:lnTo>
                  <a:lnTo>
                    <a:pt x="50800" y="338836"/>
                  </a:lnTo>
                  <a:lnTo>
                    <a:pt x="69840" y="338836"/>
                  </a:lnTo>
                  <a:lnTo>
                    <a:pt x="76200" y="326263"/>
                  </a:lnTo>
                  <a:close/>
                </a:path>
                <a:path w="76200" h="402589">
                  <a:moveTo>
                    <a:pt x="52578" y="0"/>
                  </a:moveTo>
                  <a:lnTo>
                    <a:pt x="27177" y="0"/>
                  </a:lnTo>
                  <a:lnTo>
                    <a:pt x="25467" y="325881"/>
                  </a:lnTo>
                  <a:lnTo>
                    <a:pt x="25466" y="326009"/>
                  </a:lnTo>
                  <a:lnTo>
                    <a:pt x="76199" y="326263"/>
                  </a:lnTo>
                  <a:lnTo>
                    <a:pt x="50865" y="326263"/>
                  </a:lnTo>
                  <a:lnTo>
                    <a:pt x="52578" y="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25"/>
            <p:cNvPicPr/>
            <p:nvPr/>
          </p:nvPicPr>
          <p:blipFill>
            <a:blip r:embed="rId10" cstate="print"/>
            <a:stretch>
              <a:fillRect/>
            </a:stretch>
          </p:blipFill>
          <p:spPr>
            <a:xfrm>
              <a:off x="3044951" y="4213872"/>
              <a:ext cx="1121664" cy="1021067"/>
            </a:xfrm>
            <a:prstGeom prst="rect">
              <a:avLst/>
            </a:prstGeom>
          </p:spPr>
        </p:pic>
        <p:sp>
          <p:nvSpPr>
            <p:cNvPr id="26" name="object 26"/>
            <p:cNvSpPr/>
            <p:nvPr/>
          </p:nvSpPr>
          <p:spPr>
            <a:xfrm>
              <a:off x="3163950" y="4235831"/>
              <a:ext cx="964565" cy="864235"/>
            </a:xfrm>
            <a:custGeom>
              <a:avLst/>
              <a:gdLst/>
              <a:ahLst/>
              <a:cxnLst/>
              <a:rect l="l" t="t" r="r" b="b"/>
              <a:pathLst>
                <a:path w="964564" h="864235">
                  <a:moveTo>
                    <a:pt x="31368" y="784860"/>
                  </a:moveTo>
                  <a:lnTo>
                    <a:pt x="0" y="864108"/>
                  </a:lnTo>
                  <a:lnTo>
                    <a:pt x="82168" y="841756"/>
                  </a:lnTo>
                  <a:lnTo>
                    <a:pt x="72757" y="831215"/>
                  </a:lnTo>
                  <a:lnTo>
                    <a:pt x="55753" y="831215"/>
                  </a:lnTo>
                  <a:lnTo>
                    <a:pt x="38862" y="812292"/>
                  </a:lnTo>
                  <a:lnTo>
                    <a:pt x="48315" y="803840"/>
                  </a:lnTo>
                  <a:lnTo>
                    <a:pt x="31368" y="784860"/>
                  </a:lnTo>
                  <a:close/>
                </a:path>
                <a:path w="964564" h="864235">
                  <a:moveTo>
                    <a:pt x="48315" y="803840"/>
                  </a:moveTo>
                  <a:lnTo>
                    <a:pt x="38862" y="812292"/>
                  </a:lnTo>
                  <a:lnTo>
                    <a:pt x="55753" y="831215"/>
                  </a:lnTo>
                  <a:lnTo>
                    <a:pt x="65209" y="822761"/>
                  </a:lnTo>
                  <a:lnTo>
                    <a:pt x="48315" y="803840"/>
                  </a:lnTo>
                  <a:close/>
                </a:path>
                <a:path w="964564" h="864235">
                  <a:moveTo>
                    <a:pt x="65209" y="822761"/>
                  </a:moveTo>
                  <a:lnTo>
                    <a:pt x="55753" y="831215"/>
                  </a:lnTo>
                  <a:lnTo>
                    <a:pt x="72757" y="831215"/>
                  </a:lnTo>
                  <a:lnTo>
                    <a:pt x="65209" y="822761"/>
                  </a:lnTo>
                  <a:close/>
                </a:path>
                <a:path w="964564" h="864235">
                  <a:moveTo>
                    <a:pt x="947420" y="0"/>
                  </a:moveTo>
                  <a:lnTo>
                    <a:pt x="48315" y="803840"/>
                  </a:lnTo>
                  <a:lnTo>
                    <a:pt x="65209" y="822761"/>
                  </a:lnTo>
                  <a:lnTo>
                    <a:pt x="964438" y="18923"/>
                  </a:lnTo>
                  <a:lnTo>
                    <a:pt x="947420"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7" name="object 27"/>
            <p:cNvPicPr/>
            <p:nvPr/>
          </p:nvPicPr>
          <p:blipFill>
            <a:blip r:embed="rId11" cstate="print"/>
            <a:stretch>
              <a:fillRect/>
            </a:stretch>
          </p:blipFill>
          <p:spPr>
            <a:xfrm>
              <a:off x="3044951" y="5000244"/>
              <a:ext cx="1121664" cy="1034808"/>
            </a:xfrm>
            <a:prstGeom prst="rect">
              <a:avLst/>
            </a:prstGeom>
          </p:spPr>
        </p:pic>
        <p:sp>
          <p:nvSpPr>
            <p:cNvPr id="28" name="object 28"/>
            <p:cNvSpPr/>
            <p:nvPr/>
          </p:nvSpPr>
          <p:spPr>
            <a:xfrm>
              <a:off x="3163950" y="5099939"/>
              <a:ext cx="964565" cy="876935"/>
            </a:xfrm>
            <a:custGeom>
              <a:avLst/>
              <a:gdLst/>
              <a:ahLst/>
              <a:cxnLst/>
              <a:rect l="l" t="t" r="r" b="b"/>
              <a:pathLst>
                <a:path w="964564" h="876935">
                  <a:moveTo>
                    <a:pt x="64933" y="41835"/>
                  </a:moveTo>
                  <a:lnTo>
                    <a:pt x="47892" y="60610"/>
                  </a:lnTo>
                  <a:lnTo>
                    <a:pt x="947420" y="876922"/>
                  </a:lnTo>
                  <a:lnTo>
                    <a:pt x="964438" y="858113"/>
                  </a:lnTo>
                  <a:lnTo>
                    <a:pt x="64933" y="41835"/>
                  </a:lnTo>
                  <a:close/>
                </a:path>
                <a:path w="964564" h="876935">
                  <a:moveTo>
                    <a:pt x="0" y="0"/>
                  </a:moveTo>
                  <a:lnTo>
                    <a:pt x="30861" y="79375"/>
                  </a:lnTo>
                  <a:lnTo>
                    <a:pt x="47892" y="60610"/>
                  </a:lnTo>
                  <a:lnTo>
                    <a:pt x="38481" y="52069"/>
                  </a:lnTo>
                  <a:lnTo>
                    <a:pt x="55499" y="33274"/>
                  </a:lnTo>
                  <a:lnTo>
                    <a:pt x="72704" y="33274"/>
                  </a:lnTo>
                  <a:lnTo>
                    <a:pt x="82042" y="22987"/>
                  </a:lnTo>
                  <a:lnTo>
                    <a:pt x="0" y="0"/>
                  </a:lnTo>
                  <a:close/>
                </a:path>
                <a:path w="964564" h="876935">
                  <a:moveTo>
                    <a:pt x="55499" y="33274"/>
                  </a:moveTo>
                  <a:lnTo>
                    <a:pt x="38481" y="52069"/>
                  </a:lnTo>
                  <a:lnTo>
                    <a:pt x="47892" y="60610"/>
                  </a:lnTo>
                  <a:lnTo>
                    <a:pt x="64933" y="41835"/>
                  </a:lnTo>
                  <a:lnTo>
                    <a:pt x="55499" y="33274"/>
                  </a:lnTo>
                  <a:close/>
                </a:path>
                <a:path w="964564" h="876935">
                  <a:moveTo>
                    <a:pt x="72704" y="33274"/>
                  </a:moveTo>
                  <a:lnTo>
                    <a:pt x="55499" y="33274"/>
                  </a:lnTo>
                  <a:lnTo>
                    <a:pt x="64933" y="41835"/>
                  </a:lnTo>
                  <a:lnTo>
                    <a:pt x="72704" y="3327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0" name="object 30"/>
          <p:cNvSpPr/>
          <p:nvPr/>
        </p:nvSpPr>
        <p:spPr>
          <a:xfrm>
            <a:off x="3430015" y="4493133"/>
            <a:ext cx="234950" cy="255270"/>
          </a:xfrm>
          <a:custGeom>
            <a:avLst/>
            <a:gdLst/>
            <a:ahLst/>
            <a:cxnLst/>
            <a:rect l="l" t="t" r="r" b="b"/>
            <a:pathLst>
              <a:path w="234950" h="255270">
                <a:moveTo>
                  <a:pt x="12573" y="182245"/>
                </a:moveTo>
                <a:lnTo>
                  <a:pt x="11049" y="182245"/>
                </a:lnTo>
                <a:lnTo>
                  <a:pt x="10413" y="182626"/>
                </a:lnTo>
                <a:lnTo>
                  <a:pt x="9779" y="182880"/>
                </a:lnTo>
                <a:lnTo>
                  <a:pt x="9017" y="183388"/>
                </a:lnTo>
                <a:lnTo>
                  <a:pt x="7238" y="184912"/>
                </a:lnTo>
                <a:lnTo>
                  <a:pt x="6096" y="185801"/>
                </a:lnTo>
                <a:lnTo>
                  <a:pt x="4825" y="187071"/>
                </a:lnTo>
                <a:lnTo>
                  <a:pt x="3683" y="188341"/>
                </a:lnTo>
                <a:lnTo>
                  <a:pt x="2667" y="189357"/>
                </a:lnTo>
                <a:lnTo>
                  <a:pt x="1905" y="190373"/>
                </a:lnTo>
                <a:lnTo>
                  <a:pt x="1143" y="191262"/>
                </a:lnTo>
                <a:lnTo>
                  <a:pt x="635" y="192024"/>
                </a:lnTo>
                <a:lnTo>
                  <a:pt x="381" y="192659"/>
                </a:lnTo>
                <a:lnTo>
                  <a:pt x="0" y="193294"/>
                </a:lnTo>
                <a:lnTo>
                  <a:pt x="126" y="195199"/>
                </a:lnTo>
                <a:lnTo>
                  <a:pt x="59689" y="254635"/>
                </a:lnTo>
                <a:lnTo>
                  <a:pt x="59944" y="255016"/>
                </a:lnTo>
                <a:lnTo>
                  <a:pt x="62272" y="255016"/>
                </a:lnTo>
                <a:lnTo>
                  <a:pt x="70993" y="247142"/>
                </a:lnTo>
                <a:lnTo>
                  <a:pt x="71755" y="246253"/>
                </a:lnTo>
                <a:lnTo>
                  <a:pt x="72262" y="245364"/>
                </a:lnTo>
                <a:lnTo>
                  <a:pt x="72517" y="244729"/>
                </a:lnTo>
                <a:lnTo>
                  <a:pt x="72898" y="244094"/>
                </a:lnTo>
                <a:lnTo>
                  <a:pt x="72898" y="242697"/>
                </a:lnTo>
                <a:lnTo>
                  <a:pt x="72389" y="241935"/>
                </a:lnTo>
                <a:lnTo>
                  <a:pt x="47117" y="216662"/>
                </a:lnTo>
                <a:lnTo>
                  <a:pt x="57979" y="205740"/>
                </a:lnTo>
                <a:lnTo>
                  <a:pt x="36195" y="205740"/>
                </a:lnTo>
                <a:lnTo>
                  <a:pt x="13081" y="182626"/>
                </a:lnTo>
                <a:lnTo>
                  <a:pt x="12573" y="182245"/>
                </a:lnTo>
                <a:close/>
              </a:path>
              <a:path w="234950" h="255270">
                <a:moveTo>
                  <a:pt x="96112" y="193294"/>
                </a:moveTo>
                <a:lnTo>
                  <a:pt x="70611" y="193294"/>
                </a:lnTo>
                <a:lnTo>
                  <a:pt x="95758" y="218567"/>
                </a:lnTo>
                <a:lnTo>
                  <a:pt x="96520" y="219075"/>
                </a:lnTo>
                <a:lnTo>
                  <a:pt x="97726" y="219075"/>
                </a:lnTo>
                <a:lnTo>
                  <a:pt x="109093" y="206502"/>
                </a:lnTo>
                <a:lnTo>
                  <a:pt x="108585" y="205740"/>
                </a:lnTo>
                <a:lnTo>
                  <a:pt x="96112" y="193294"/>
                </a:lnTo>
                <a:close/>
              </a:path>
              <a:path w="234950" h="255270">
                <a:moveTo>
                  <a:pt x="48260" y="146050"/>
                </a:moveTo>
                <a:lnTo>
                  <a:pt x="47328" y="146050"/>
                </a:lnTo>
                <a:lnTo>
                  <a:pt x="46482" y="146558"/>
                </a:lnTo>
                <a:lnTo>
                  <a:pt x="45847" y="146812"/>
                </a:lnTo>
                <a:lnTo>
                  <a:pt x="45085" y="147320"/>
                </a:lnTo>
                <a:lnTo>
                  <a:pt x="44196" y="148082"/>
                </a:lnTo>
                <a:lnTo>
                  <a:pt x="43307" y="148717"/>
                </a:lnTo>
                <a:lnTo>
                  <a:pt x="38735" y="153289"/>
                </a:lnTo>
                <a:lnTo>
                  <a:pt x="37973" y="154178"/>
                </a:lnTo>
                <a:lnTo>
                  <a:pt x="37337" y="155194"/>
                </a:lnTo>
                <a:lnTo>
                  <a:pt x="36830" y="155956"/>
                </a:lnTo>
                <a:lnTo>
                  <a:pt x="36449" y="156591"/>
                </a:lnTo>
                <a:lnTo>
                  <a:pt x="36322" y="159004"/>
                </a:lnTo>
                <a:lnTo>
                  <a:pt x="59562" y="182245"/>
                </a:lnTo>
                <a:lnTo>
                  <a:pt x="59817" y="182245"/>
                </a:lnTo>
                <a:lnTo>
                  <a:pt x="36195" y="205740"/>
                </a:lnTo>
                <a:lnTo>
                  <a:pt x="57979" y="205740"/>
                </a:lnTo>
                <a:lnTo>
                  <a:pt x="70358" y="193294"/>
                </a:lnTo>
                <a:lnTo>
                  <a:pt x="96112" y="193294"/>
                </a:lnTo>
                <a:lnTo>
                  <a:pt x="49149" y="146431"/>
                </a:lnTo>
                <a:lnTo>
                  <a:pt x="49402" y="146431"/>
                </a:lnTo>
                <a:lnTo>
                  <a:pt x="48260" y="146050"/>
                </a:lnTo>
                <a:close/>
              </a:path>
              <a:path w="234950" h="255270">
                <a:moveTo>
                  <a:pt x="108712" y="130556"/>
                </a:moveTo>
                <a:lnTo>
                  <a:pt x="83058" y="130556"/>
                </a:lnTo>
                <a:lnTo>
                  <a:pt x="133985" y="181356"/>
                </a:lnTo>
                <a:lnTo>
                  <a:pt x="134238" y="181356"/>
                </a:lnTo>
                <a:lnTo>
                  <a:pt x="134620" y="181483"/>
                </a:lnTo>
                <a:lnTo>
                  <a:pt x="135128" y="181483"/>
                </a:lnTo>
                <a:lnTo>
                  <a:pt x="135636" y="181356"/>
                </a:lnTo>
                <a:lnTo>
                  <a:pt x="136271" y="180975"/>
                </a:lnTo>
                <a:lnTo>
                  <a:pt x="137033" y="180721"/>
                </a:lnTo>
                <a:lnTo>
                  <a:pt x="137795" y="180213"/>
                </a:lnTo>
                <a:lnTo>
                  <a:pt x="140716" y="177673"/>
                </a:lnTo>
                <a:lnTo>
                  <a:pt x="144145" y="174244"/>
                </a:lnTo>
                <a:lnTo>
                  <a:pt x="144780" y="173228"/>
                </a:lnTo>
                <a:lnTo>
                  <a:pt x="145542" y="172339"/>
                </a:lnTo>
                <a:lnTo>
                  <a:pt x="146050" y="171577"/>
                </a:lnTo>
                <a:lnTo>
                  <a:pt x="146431" y="170942"/>
                </a:lnTo>
                <a:lnTo>
                  <a:pt x="146558" y="168402"/>
                </a:lnTo>
                <a:lnTo>
                  <a:pt x="108712" y="130556"/>
                </a:lnTo>
                <a:close/>
              </a:path>
              <a:path w="234950" h="255270">
                <a:moveTo>
                  <a:pt x="102997" y="90932"/>
                </a:moveTo>
                <a:lnTo>
                  <a:pt x="102108" y="90932"/>
                </a:lnTo>
                <a:lnTo>
                  <a:pt x="101346" y="91186"/>
                </a:lnTo>
                <a:lnTo>
                  <a:pt x="56514" y="136017"/>
                </a:lnTo>
                <a:lnTo>
                  <a:pt x="56387" y="137668"/>
                </a:lnTo>
                <a:lnTo>
                  <a:pt x="56642" y="138176"/>
                </a:lnTo>
                <a:lnTo>
                  <a:pt x="56896" y="138811"/>
                </a:lnTo>
                <a:lnTo>
                  <a:pt x="65024" y="146431"/>
                </a:lnTo>
                <a:lnTo>
                  <a:pt x="65278" y="146558"/>
                </a:lnTo>
                <a:lnTo>
                  <a:pt x="66548" y="146558"/>
                </a:lnTo>
                <a:lnTo>
                  <a:pt x="66929" y="146431"/>
                </a:lnTo>
                <a:lnTo>
                  <a:pt x="82804" y="130556"/>
                </a:lnTo>
                <a:lnTo>
                  <a:pt x="108712" y="130556"/>
                </a:lnTo>
                <a:lnTo>
                  <a:pt x="95758" y="117602"/>
                </a:lnTo>
                <a:lnTo>
                  <a:pt x="111760" y="101600"/>
                </a:lnTo>
                <a:lnTo>
                  <a:pt x="111887" y="99822"/>
                </a:lnTo>
                <a:lnTo>
                  <a:pt x="104775" y="91948"/>
                </a:lnTo>
                <a:lnTo>
                  <a:pt x="104139" y="91440"/>
                </a:lnTo>
                <a:lnTo>
                  <a:pt x="103632" y="91186"/>
                </a:lnTo>
                <a:lnTo>
                  <a:pt x="102997" y="90932"/>
                </a:lnTo>
                <a:close/>
              </a:path>
              <a:path w="234950" h="255270">
                <a:moveTo>
                  <a:pt x="158019" y="80772"/>
                </a:moveTo>
                <a:lnTo>
                  <a:pt x="132587" y="80772"/>
                </a:lnTo>
                <a:lnTo>
                  <a:pt x="182753" y="131064"/>
                </a:lnTo>
                <a:lnTo>
                  <a:pt x="183197" y="131445"/>
                </a:lnTo>
                <a:lnTo>
                  <a:pt x="183769" y="131826"/>
                </a:lnTo>
                <a:lnTo>
                  <a:pt x="184276" y="131826"/>
                </a:lnTo>
                <a:lnTo>
                  <a:pt x="184658" y="131953"/>
                </a:lnTo>
                <a:lnTo>
                  <a:pt x="190246" y="128143"/>
                </a:lnTo>
                <a:lnTo>
                  <a:pt x="191516" y="127000"/>
                </a:lnTo>
                <a:lnTo>
                  <a:pt x="192659" y="125730"/>
                </a:lnTo>
                <a:lnTo>
                  <a:pt x="194437" y="123698"/>
                </a:lnTo>
                <a:lnTo>
                  <a:pt x="195072" y="122809"/>
                </a:lnTo>
                <a:lnTo>
                  <a:pt x="195707" y="122047"/>
                </a:lnTo>
                <a:lnTo>
                  <a:pt x="195961" y="121412"/>
                </a:lnTo>
                <a:lnTo>
                  <a:pt x="196342" y="120777"/>
                </a:lnTo>
                <a:lnTo>
                  <a:pt x="196342" y="119253"/>
                </a:lnTo>
                <a:lnTo>
                  <a:pt x="195834" y="118491"/>
                </a:lnTo>
                <a:lnTo>
                  <a:pt x="158019" y="80772"/>
                </a:lnTo>
                <a:close/>
              </a:path>
              <a:path w="234950" h="255270">
                <a:moveTo>
                  <a:pt x="152146" y="41275"/>
                </a:moveTo>
                <a:lnTo>
                  <a:pt x="151637" y="41402"/>
                </a:lnTo>
                <a:lnTo>
                  <a:pt x="151257" y="41402"/>
                </a:lnTo>
                <a:lnTo>
                  <a:pt x="150875" y="41656"/>
                </a:lnTo>
                <a:lnTo>
                  <a:pt x="106172" y="86360"/>
                </a:lnTo>
                <a:lnTo>
                  <a:pt x="105918" y="86741"/>
                </a:lnTo>
                <a:lnTo>
                  <a:pt x="105918" y="88011"/>
                </a:lnTo>
                <a:lnTo>
                  <a:pt x="111633" y="94869"/>
                </a:lnTo>
                <a:lnTo>
                  <a:pt x="112268" y="95504"/>
                </a:lnTo>
                <a:lnTo>
                  <a:pt x="113030" y="96012"/>
                </a:lnTo>
                <a:lnTo>
                  <a:pt x="113664" y="96520"/>
                </a:lnTo>
                <a:lnTo>
                  <a:pt x="114045" y="96520"/>
                </a:lnTo>
                <a:lnTo>
                  <a:pt x="114808" y="96901"/>
                </a:lnTo>
                <a:lnTo>
                  <a:pt x="115316" y="97028"/>
                </a:lnTo>
                <a:lnTo>
                  <a:pt x="116205" y="97028"/>
                </a:lnTo>
                <a:lnTo>
                  <a:pt x="116395" y="96901"/>
                </a:lnTo>
                <a:lnTo>
                  <a:pt x="116839" y="96520"/>
                </a:lnTo>
                <a:lnTo>
                  <a:pt x="132587" y="80772"/>
                </a:lnTo>
                <a:lnTo>
                  <a:pt x="158019" y="80772"/>
                </a:lnTo>
                <a:lnTo>
                  <a:pt x="145287" y="68072"/>
                </a:lnTo>
                <a:lnTo>
                  <a:pt x="161289" y="52070"/>
                </a:lnTo>
                <a:lnTo>
                  <a:pt x="161544" y="51689"/>
                </a:lnTo>
                <a:lnTo>
                  <a:pt x="161544" y="50292"/>
                </a:lnTo>
                <a:lnTo>
                  <a:pt x="161289" y="49784"/>
                </a:lnTo>
                <a:lnTo>
                  <a:pt x="161036" y="49149"/>
                </a:lnTo>
                <a:lnTo>
                  <a:pt x="160528" y="48514"/>
                </a:lnTo>
                <a:lnTo>
                  <a:pt x="160020" y="47752"/>
                </a:lnTo>
                <a:lnTo>
                  <a:pt x="159385" y="46990"/>
                </a:lnTo>
                <a:lnTo>
                  <a:pt x="158623" y="46228"/>
                </a:lnTo>
                <a:lnTo>
                  <a:pt x="157734" y="45212"/>
                </a:lnTo>
                <a:lnTo>
                  <a:pt x="156718" y="44323"/>
                </a:lnTo>
                <a:lnTo>
                  <a:pt x="155956" y="43561"/>
                </a:lnTo>
                <a:lnTo>
                  <a:pt x="154432" y="42291"/>
                </a:lnTo>
                <a:lnTo>
                  <a:pt x="152654" y="41402"/>
                </a:lnTo>
                <a:lnTo>
                  <a:pt x="152146" y="41275"/>
                </a:lnTo>
                <a:close/>
              </a:path>
              <a:path w="234950" h="255270">
                <a:moveTo>
                  <a:pt x="202946" y="0"/>
                </a:moveTo>
                <a:lnTo>
                  <a:pt x="187198" y="6477"/>
                </a:lnTo>
                <a:lnTo>
                  <a:pt x="185293" y="7747"/>
                </a:lnTo>
                <a:lnTo>
                  <a:pt x="183896" y="9017"/>
                </a:lnTo>
                <a:lnTo>
                  <a:pt x="182372" y="10287"/>
                </a:lnTo>
                <a:lnTo>
                  <a:pt x="180975" y="11557"/>
                </a:lnTo>
                <a:lnTo>
                  <a:pt x="165608" y="26924"/>
                </a:lnTo>
                <a:lnTo>
                  <a:pt x="163396" y="29210"/>
                </a:lnTo>
                <a:lnTo>
                  <a:pt x="162813" y="30607"/>
                </a:lnTo>
                <a:lnTo>
                  <a:pt x="162687" y="33655"/>
                </a:lnTo>
                <a:lnTo>
                  <a:pt x="163322" y="34925"/>
                </a:lnTo>
                <a:lnTo>
                  <a:pt x="163449" y="35179"/>
                </a:lnTo>
                <a:lnTo>
                  <a:pt x="220600" y="92456"/>
                </a:lnTo>
                <a:lnTo>
                  <a:pt x="221424" y="93218"/>
                </a:lnTo>
                <a:lnTo>
                  <a:pt x="221996" y="93599"/>
                </a:lnTo>
                <a:lnTo>
                  <a:pt x="223393" y="93599"/>
                </a:lnTo>
                <a:lnTo>
                  <a:pt x="224155" y="93218"/>
                </a:lnTo>
                <a:lnTo>
                  <a:pt x="224409" y="93218"/>
                </a:lnTo>
                <a:lnTo>
                  <a:pt x="234569" y="81026"/>
                </a:lnTo>
                <a:lnTo>
                  <a:pt x="234061" y="80264"/>
                </a:lnTo>
                <a:lnTo>
                  <a:pt x="213995" y="60325"/>
                </a:lnTo>
                <a:lnTo>
                  <a:pt x="223393" y="50927"/>
                </a:lnTo>
                <a:lnTo>
                  <a:pt x="223678" y="50546"/>
                </a:lnTo>
                <a:lnTo>
                  <a:pt x="204216" y="50546"/>
                </a:lnTo>
                <a:lnTo>
                  <a:pt x="183007" y="29210"/>
                </a:lnTo>
                <a:lnTo>
                  <a:pt x="199136" y="17526"/>
                </a:lnTo>
                <a:lnTo>
                  <a:pt x="229226" y="17526"/>
                </a:lnTo>
                <a:lnTo>
                  <a:pt x="228346" y="15494"/>
                </a:lnTo>
                <a:lnTo>
                  <a:pt x="205867" y="127"/>
                </a:lnTo>
                <a:lnTo>
                  <a:pt x="202946" y="0"/>
                </a:lnTo>
                <a:close/>
              </a:path>
              <a:path w="234950" h="255270">
                <a:moveTo>
                  <a:pt x="229226" y="17526"/>
                </a:moveTo>
                <a:lnTo>
                  <a:pt x="199136" y="17526"/>
                </a:lnTo>
                <a:lnTo>
                  <a:pt x="201168" y="17653"/>
                </a:lnTo>
                <a:lnTo>
                  <a:pt x="205486" y="18923"/>
                </a:lnTo>
                <a:lnTo>
                  <a:pt x="215366" y="35179"/>
                </a:lnTo>
                <a:lnTo>
                  <a:pt x="215011" y="36957"/>
                </a:lnTo>
                <a:lnTo>
                  <a:pt x="204216" y="50546"/>
                </a:lnTo>
                <a:lnTo>
                  <a:pt x="223678" y="50546"/>
                </a:lnTo>
                <a:lnTo>
                  <a:pt x="232283" y="26924"/>
                </a:lnTo>
                <a:lnTo>
                  <a:pt x="231648" y="23114"/>
                </a:lnTo>
                <a:lnTo>
                  <a:pt x="229391" y="17907"/>
                </a:lnTo>
                <a:lnTo>
                  <a:pt x="229281" y="17653"/>
                </a:lnTo>
                <a:lnTo>
                  <a:pt x="229226" y="17526"/>
                </a:lnTo>
                <a:close/>
              </a:path>
            </a:pathLst>
          </a:custGeom>
          <a:solidFill>
            <a:srgbClr val="4F612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txBox="1"/>
          <p:nvPr/>
        </p:nvSpPr>
        <p:spPr>
          <a:xfrm>
            <a:off x="3599179" y="4910709"/>
            <a:ext cx="38290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32" name="object 32"/>
          <p:cNvGrpSpPr/>
          <p:nvPr/>
        </p:nvGrpSpPr>
        <p:grpSpPr>
          <a:xfrm>
            <a:off x="3044951" y="3521697"/>
            <a:ext cx="6080760" cy="2346325"/>
            <a:chOff x="3044951" y="3521697"/>
            <a:chExt cx="6080760" cy="2346325"/>
          </a:xfrm>
        </p:grpSpPr>
        <p:pic>
          <p:nvPicPr>
            <p:cNvPr id="33" name="object 33"/>
            <p:cNvPicPr/>
            <p:nvPr/>
          </p:nvPicPr>
          <p:blipFill>
            <a:blip r:embed="rId12" cstate="print"/>
            <a:stretch>
              <a:fillRect/>
            </a:stretch>
          </p:blipFill>
          <p:spPr>
            <a:xfrm>
              <a:off x="5355335" y="5308092"/>
              <a:ext cx="233172" cy="559333"/>
            </a:xfrm>
            <a:prstGeom prst="rect">
              <a:avLst/>
            </a:prstGeom>
          </p:spPr>
        </p:pic>
        <p:sp>
          <p:nvSpPr>
            <p:cNvPr id="34" name="object 34"/>
            <p:cNvSpPr/>
            <p:nvPr/>
          </p:nvSpPr>
          <p:spPr>
            <a:xfrm>
              <a:off x="5436488" y="5330698"/>
              <a:ext cx="76200" cy="402590"/>
            </a:xfrm>
            <a:custGeom>
              <a:avLst/>
              <a:gdLst/>
              <a:ahLst/>
              <a:cxnLst/>
              <a:rect l="l" t="t" r="r" b="b"/>
              <a:pathLst>
                <a:path w="76200" h="402589">
                  <a:moveTo>
                    <a:pt x="0" y="325932"/>
                  </a:moveTo>
                  <a:lnTo>
                    <a:pt x="37719" y="402335"/>
                  </a:lnTo>
                  <a:lnTo>
                    <a:pt x="69840" y="338899"/>
                  </a:lnTo>
                  <a:lnTo>
                    <a:pt x="25399" y="338899"/>
                  </a:lnTo>
                  <a:lnTo>
                    <a:pt x="25466" y="326068"/>
                  </a:lnTo>
                  <a:lnTo>
                    <a:pt x="0" y="325932"/>
                  </a:lnTo>
                  <a:close/>
                </a:path>
                <a:path w="76200" h="402589">
                  <a:moveTo>
                    <a:pt x="25466" y="326068"/>
                  </a:moveTo>
                  <a:lnTo>
                    <a:pt x="25399" y="338899"/>
                  </a:lnTo>
                  <a:lnTo>
                    <a:pt x="50800" y="338899"/>
                  </a:lnTo>
                  <a:lnTo>
                    <a:pt x="50866" y="326204"/>
                  </a:lnTo>
                  <a:lnTo>
                    <a:pt x="25466" y="326068"/>
                  </a:lnTo>
                  <a:close/>
                </a:path>
                <a:path w="76200" h="402589">
                  <a:moveTo>
                    <a:pt x="50866" y="326204"/>
                  </a:moveTo>
                  <a:lnTo>
                    <a:pt x="50800" y="338899"/>
                  </a:lnTo>
                  <a:lnTo>
                    <a:pt x="69840" y="338899"/>
                  </a:lnTo>
                  <a:lnTo>
                    <a:pt x="76200" y="326339"/>
                  </a:lnTo>
                  <a:lnTo>
                    <a:pt x="50866" y="326204"/>
                  </a:lnTo>
                  <a:close/>
                </a:path>
                <a:path w="76200" h="402589">
                  <a:moveTo>
                    <a:pt x="27177" y="0"/>
                  </a:moveTo>
                  <a:lnTo>
                    <a:pt x="25467" y="325932"/>
                  </a:lnTo>
                  <a:lnTo>
                    <a:pt x="25466" y="326068"/>
                  </a:lnTo>
                  <a:lnTo>
                    <a:pt x="50866" y="326204"/>
                  </a:lnTo>
                  <a:lnTo>
                    <a:pt x="52577" y="126"/>
                  </a:lnTo>
                  <a:lnTo>
                    <a:pt x="27177" y="0"/>
                  </a:lnTo>
                  <a:close/>
                </a:path>
              </a:pathLst>
            </a:custGeom>
            <a:solidFill>
              <a:srgbClr val="375F9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5" name="object 35"/>
            <p:cNvPicPr/>
            <p:nvPr/>
          </p:nvPicPr>
          <p:blipFill>
            <a:blip r:embed="rId13" cstate="print"/>
            <a:stretch>
              <a:fillRect/>
            </a:stretch>
          </p:blipFill>
          <p:spPr>
            <a:xfrm>
              <a:off x="5338572" y="4350994"/>
              <a:ext cx="234670" cy="586765"/>
            </a:xfrm>
            <a:prstGeom prst="rect">
              <a:avLst/>
            </a:prstGeom>
          </p:spPr>
        </p:pic>
        <p:sp>
          <p:nvSpPr>
            <p:cNvPr id="36" name="object 36"/>
            <p:cNvSpPr/>
            <p:nvPr/>
          </p:nvSpPr>
          <p:spPr>
            <a:xfrm>
              <a:off x="5420359" y="4450969"/>
              <a:ext cx="76200" cy="428625"/>
            </a:xfrm>
            <a:custGeom>
              <a:avLst/>
              <a:gdLst/>
              <a:ahLst/>
              <a:cxnLst/>
              <a:rect l="l" t="t" r="r" b="b"/>
              <a:pathLst>
                <a:path w="76200" h="428625">
                  <a:moveTo>
                    <a:pt x="50800" y="63499"/>
                  </a:moveTo>
                  <a:lnTo>
                    <a:pt x="25400" y="63499"/>
                  </a:lnTo>
                  <a:lnTo>
                    <a:pt x="25400" y="428243"/>
                  </a:lnTo>
                  <a:lnTo>
                    <a:pt x="50800" y="428243"/>
                  </a:lnTo>
                  <a:lnTo>
                    <a:pt x="50800" y="63499"/>
                  </a:lnTo>
                  <a:close/>
                </a:path>
                <a:path w="76200" h="428625">
                  <a:moveTo>
                    <a:pt x="38100" y="0"/>
                  </a:moveTo>
                  <a:lnTo>
                    <a:pt x="0" y="76199"/>
                  </a:lnTo>
                  <a:lnTo>
                    <a:pt x="25400" y="76199"/>
                  </a:lnTo>
                  <a:lnTo>
                    <a:pt x="25400" y="63499"/>
                  </a:lnTo>
                  <a:lnTo>
                    <a:pt x="69850" y="63499"/>
                  </a:lnTo>
                  <a:lnTo>
                    <a:pt x="38100" y="0"/>
                  </a:lnTo>
                  <a:close/>
                </a:path>
                <a:path w="76200" h="428625">
                  <a:moveTo>
                    <a:pt x="69850" y="63499"/>
                  </a:moveTo>
                  <a:lnTo>
                    <a:pt x="50800" y="63499"/>
                  </a:lnTo>
                  <a:lnTo>
                    <a:pt x="50800" y="76199"/>
                  </a:lnTo>
                  <a:lnTo>
                    <a:pt x="76200" y="76199"/>
                  </a:lnTo>
                  <a:lnTo>
                    <a:pt x="69850" y="63499"/>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7" name="object 37"/>
            <p:cNvPicPr/>
            <p:nvPr/>
          </p:nvPicPr>
          <p:blipFill>
            <a:blip r:embed="rId14" cstate="print"/>
            <a:stretch>
              <a:fillRect/>
            </a:stretch>
          </p:blipFill>
          <p:spPr>
            <a:xfrm>
              <a:off x="6199631" y="5017008"/>
              <a:ext cx="2926080" cy="233171"/>
            </a:xfrm>
            <a:prstGeom prst="rect">
              <a:avLst/>
            </a:prstGeom>
          </p:spPr>
        </p:pic>
        <p:sp>
          <p:nvSpPr>
            <p:cNvPr id="38" name="object 38"/>
            <p:cNvSpPr/>
            <p:nvPr/>
          </p:nvSpPr>
          <p:spPr>
            <a:xfrm>
              <a:off x="6242557" y="5077333"/>
              <a:ext cx="2768600" cy="76200"/>
            </a:xfrm>
            <a:custGeom>
              <a:avLst/>
              <a:gdLst/>
              <a:ahLst/>
              <a:cxnLst/>
              <a:rect l="l" t="t" r="r" b="b"/>
              <a:pathLst>
                <a:path w="2768600" h="76200">
                  <a:moveTo>
                    <a:pt x="2692018" y="0"/>
                  </a:moveTo>
                  <a:lnTo>
                    <a:pt x="2691965" y="10795"/>
                  </a:lnTo>
                  <a:lnTo>
                    <a:pt x="2691891" y="25527"/>
                  </a:lnTo>
                  <a:lnTo>
                    <a:pt x="2691764" y="50927"/>
                  </a:lnTo>
                  <a:lnTo>
                    <a:pt x="2691638" y="76200"/>
                  </a:lnTo>
                  <a:lnTo>
                    <a:pt x="2742864" y="50927"/>
                  </a:lnTo>
                  <a:lnTo>
                    <a:pt x="2704465" y="50927"/>
                  </a:lnTo>
                  <a:lnTo>
                    <a:pt x="2704591" y="25527"/>
                  </a:lnTo>
                  <a:lnTo>
                    <a:pt x="2742483" y="25527"/>
                  </a:lnTo>
                  <a:lnTo>
                    <a:pt x="2692018" y="0"/>
                  </a:lnTo>
                  <a:close/>
                </a:path>
                <a:path w="2768600" h="76200">
                  <a:moveTo>
                    <a:pt x="253" y="10795"/>
                  </a:moveTo>
                  <a:lnTo>
                    <a:pt x="106" y="25527"/>
                  </a:lnTo>
                  <a:lnTo>
                    <a:pt x="0" y="36195"/>
                  </a:lnTo>
                  <a:lnTo>
                    <a:pt x="2704464" y="50927"/>
                  </a:lnTo>
                  <a:lnTo>
                    <a:pt x="2691764" y="50927"/>
                  </a:lnTo>
                  <a:lnTo>
                    <a:pt x="2691891" y="25527"/>
                  </a:lnTo>
                  <a:lnTo>
                    <a:pt x="2704592" y="25527"/>
                  </a:lnTo>
                  <a:lnTo>
                    <a:pt x="253" y="10795"/>
                  </a:lnTo>
                  <a:close/>
                </a:path>
                <a:path w="2768600" h="76200">
                  <a:moveTo>
                    <a:pt x="2742483" y="25527"/>
                  </a:moveTo>
                  <a:lnTo>
                    <a:pt x="2704591" y="25527"/>
                  </a:lnTo>
                  <a:lnTo>
                    <a:pt x="2704465" y="50927"/>
                  </a:lnTo>
                  <a:lnTo>
                    <a:pt x="2742864" y="50927"/>
                  </a:lnTo>
                  <a:lnTo>
                    <a:pt x="2768091" y="38481"/>
                  </a:lnTo>
                  <a:lnTo>
                    <a:pt x="2742483" y="25527"/>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9" name="object 39"/>
            <p:cNvPicPr/>
            <p:nvPr/>
          </p:nvPicPr>
          <p:blipFill>
            <a:blip r:embed="rId15" cstate="print"/>
            <a:stretch>
              <a:fillRect/>
            </a:stretch>
          </p:blipFill>
          <p:spPr>
            <a:xfrm>
              <a:off x="3044951" y="5000269"/>
              <a:ext cx="1109472" cy="234670"/>
            </a:xfrm>
            <a:prstGeom prst="rect">
              <a:avLst/>
            </a:prstGeom>
          </p:spPr>
        </p:pic>
        <p:sp>
          <p:nvSpPr>
            <p:cNvPr id="40" name="object 40"/>
            <p:cNvSpPr/>
            <p:nvPr/>
          </p:nvSpPr>
          <p:spPr>
            <a:xfrm>
              <a:off x="3163950" y="5061966"/>
              <a:ext cx="951865" cy="76200"/>
            </a:xfrm>
            <a:custGeom>
              <a:avLst/>
              <a:gdLst/>
              <a:ahLst/>
              <a:cxnLst/>
              <a:rect l="l" t="t" r="r" b="b"/>
              <a:pathLst>
                <a:path w="951864" h="76200">
                  <a:moveTo>
                    <a:pt x="76200" y="0"/>
                  </a:moveTo>
                  <a:lnTo>
                    <a:pt x="0" y="37972"/>
                  </a:lnTo>
                  <a:lnTo>
                    <a:pt x="76200" y="76199"/>
                  </a:lnTo>
                  <a:lnTo>
                    <a:pt x="76200" y="50685"/>
                  </a:lnTo>
                  <a:lnTo>
                    <a:pt x="63500" y="50685"/>
                  </a:lnTo>
                  <a:lnTo>
                    <a:pt x="63500" y="25285"/>
                  </a:lnTo>
                  <a:lnTo>
                    <a:pt x="76200" y="25285"/>
                  </a:lnTo>
                  <a:lnTo>
                    <a:pt x="76200" y="0"/>
                  </a:lnTo>
                  <a:close/>
                </a:path>
                <a:path w="951864" h="76200">
                  <a:moveTo>
                    <a:pt x="76200" y="25285"/>
                  </a:moveTo>
                  <a:lnTo>
                    <a:pt x="76200" y="50685"/>
                  </a:lnTo>
                  <a:lnTo>
                    <a:pt x="951738" y="51561"/>
                  </a:lnTo>
                  <a:lnTo>
                    <a:pt x="951738" y="26161"/>
                  </a:lnTo>
                  <a:lnTo>
                    <a:pt x="76200" y="25285"/>
                  </a:lnTo>
                  <a:close/>
                </a:path>
                <a:path w="951864" h="76200">
                  <a:moveTo>
                    <a:pt x="76200" y="25285"/>
                  </a:moveTo>
                  <a:lnTo>
                    <a:pt x="63500" y="25285"/>
                  </a:lnTo>
                  <a:lnTo>
                    <a:pt x="63500" y="50685"/>
                  </a:lnTo>
                  <a:lnTo>
                    <a:pt x="76200" y="50685"/>
                  </a:lnTo>
                  <a:lnTo>
                    <a:pt x="76200" y="25285"/>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1" name="object 41"/>
            <p:cNvPicPr/>
            <p:nvPr/>
          </p:nvPicPr>
          <p:blipFill>
            <a:blip r:embed="rId16" cstate="print"/>
            <a:stretch>
              <a:fillRect/>
            </a:stretch>
          </p:blipFill>
          <p:spPr>
            <a:xfrm>
              <a:off x="7411719" y="3521697"/>
              <a:ext cx="828471" cy="994168"/>
            </a:xfrm>
            <a:prstGeom prst="rect">
              <a:avLst/>
            </a:prstGeom>
          </p:spPr>
        </p:pic>
      </p:grpSp>
      <p:sp>
        <p:nvSpPr>
          <p:cNvPr id="42" name="object 42"/>
          <p:cNvSpPr txBox="1"/>
          <p:nvPr/>
        </p:nvSpPr>
        <p:spPr>
          <a:xfrm>
            <a:off x="6682231" y="4052696"/>
            <a:ext cx="740410"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4F6128"/>
                </a:solidFill>
                <a:effectLst/>
                <a:uLnTx/>
                <a:uFillTx/>
                <a:latin typeface="Calibri"/>
                <a:cs typeface="Calibri"/>
              </a:rPr>
              <a:t>HTTP</a:t>
            </a:r>
            <a:r>
              <a:rPr kumimoji="0" sz="1100" b="1" i="0" u="none" strike="noStrike" kern="0" cap="none" spc="-25" normalizeH="0" baseline="0" noProof="0" dirty="0">
                <a:ln>
                  <a:noFill/>
                </a:ln>
                <a:solidFill>
                  <a:srgbClr val="4F6128"/>
                </a:solidFill>
                <a:effectLst/>
                <a:uLnTx/>
                <a:uFillTx/>
                <a:latin typeface="Calibri"/>
                <a:cs typeface="Calibri"/>
              </a:rPr>
              <a:t> </a:t>
            </a:r>
            <a:r>
              <a:rPr kumimoji="0" sz="1100" b="1" i="0" u="none" strike="noStrike" kern="0" cap="none" spc="-10" normalizeH="0" baseline="0" noProof="0" dirty="0">
                <a:ln>
                  <a:noFill/>
                </a:ln>
                <a:solidFill>
                  <a:srgbClr val="4F6128"/>
                </a:solidFill>
                <a:effectLst/>
                <a:uLnTx/>
                <a:uFillTx/>
                <a:latin typeface="Calibri"/>
                <a:cs typeface="Calibri"/>
              </a:rPr>
              <a:t>search</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43" name="object 43"/>
          <p:cNvGrpSpPr/>
          <p:nvPr/>
        </p:nvGrpSpPr>
        <p:grpSpPr>
          <a:xfrm>
            <a:off x="1398650" y="4743958"/>
            <a:ext cx="8355965" cy="744220"/>
            <a:chOff x="1398650" y="4743958"/>
            <a:chExt cx="8355965" cy="744220"/>
          </a:xfrm>
        </p:grpSpPr>
        <p:pic>
          <p:nvPicPr>
            <p:cNvPr id="44" name="object 44"/>
            <p:cNvPicPr/>
            <p:nvPr/>
          </p:nvPicPr>
          <p:blipFill>
            <a:blip r:embed="rId17" cstate="print"/>
            <a:stretch>
              <a:fillRect/>
            </a:stretch>
          </p:blipFill>
          <p:spPr>
            <a:xfrm>
              <a:off x="9010649" y="4743958"/>
              <a:ext cx="743839" cy="743839"/>
            </a:xfrm>
            <a:prstGeom prst="rect">
              <a:avLst/>
            </a:prstGeom>
          </p:spPr>
        </p:pic>
        <p:sp>
          <p:nvSpPr>
            <p:cNvPr id="45" name="object 45"/>
            <p:cNvSpPr/>
            <p:nvPr/>
          </p:nvSpPr>
          <p:spPr>
            <a:xfrm>
              <a:off x="1411350" y="4895037"/>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46"/>
            <p:cNvSpPr/>
            <p:nvPr/>
          </p:nvSpPr>
          <p:spPr>
            <a:xfrm>
              <a:off x="1411350" y="4895037"/>
              <a:ext cx="1752600" cy="410209"/>
            </a:xfrm>
            <a:custGeom>
              <a:avLst/>
              <a:gdLst/>
              <a:ahLst/>
              <a:cxnLst/>
              <a:rect l="l" t="t" r="r" b="b"/>
              <a:pathLst>
                <a:path w="1752600" h="410210">
                  <a:moveTo>
                    <a:pt x="0" y="409752"/>
                  </a:moveTo>
                  <a:lnTo>
                    <a:pt x="1752600" y="409752"/>
                  </a:lnTo>
                  <a:lnTo>
                    <a:pt x="1752600" y="0"/>
                  </a:lnTo>
                  <a:lnTo>
                    <a:pt x="0" y="0"/>
                  </a:lnTo>
                  <a:lnTo>
                    <a:pt x="0" y="409752"/>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7" name="object 47"/>
          <p:cNvSpPr txBox="1"/>
          <p:nvPr/>
        </p:nvSpPr>
        <p:spPr>
          <a:xfrm>
            <a:off x="2000757" y="4935423"/>
            <a:ext cx="1082040" cy="3003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F42D2"/>
                </a:solidFill>
                <a:effectLst/>
                <a:uLnTx/>
                <a:uFillTx/>
                <a:latin typeface="Calibri"/>
                <a:cs typeface="Calibri"/>
              </a:rPr>
              <a:t>WIS2 </a:t>
            </a:r>
            <a:r>
              <a:rPr kumimoji="0" sz="1800" b="1" i="0" u="none" strike="noStrike" kern="0" cap="none" spc="-20" normalizeH="0" baseline="0" noProof="0" dirty="0">
                <a:ln>
                  <a:noFill/>
                </a:ln>
                <a:solidFill>
                  <a:srgbClr val="0F42D2"/>
                </a:solidFill>
                <a:effectLst/>
                <a:uLnTx/>
                <a:uFillTx/>
                <a:latin typeface="Calibri"/>
                <a:cs typeface="Calibri"/>
              </a:rPr>
              <a:t>Node</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sp>
        <p:nvSpPr>
          <p:cNvPr id="31" name="object 31"/>
          <p:cNvSpPr txBox="1"/>
          <p:nvPr/>
        </p:nvSpPr>
        <p:spPr>
          <a:xfrm>
            <a:off x="9420859" y="5883046"/>
            <a:ext cx="165735" cy="328295"/>
          </a:xfrm>
          <a:prstGeom prst="rect">
            <a:avLst/>
          </a:prstGeom>
        </p:spPr>
        <p:txBody>
          <a:bodyPr vert="vert" wrap="square" lIns="0" tIns="0" rIns="0" bIns="0" rtlCol="0">
            <a:spAutoFit/>
          </a:bodyPr>
          <a:lstStyle/>
          <a:p>
            <a:pPr marL="12700" marR="0" lvl="0" indent="0" defTabSz="914400" eaLnBrk="1" fontAlgn="auto" latinLnBrk="0" hangingPunct="1">
              <a:lnSpc>
                <a:spcPts val="1150"/>
              </a:lnSpc>
              <a:spcBef>
                <a:spcPts val="0"/>
              </a:spcBef>
              <a:spcAft>
                <a:spcPts val="0"/>
              </a:spcAft>
              <a:buClrTx/>
              <a:buSzTx/>
              <a:buFontTx/>
              <a:buNone/>
              <a:tabLst/>
              <a:defRPr/>
            </a:pPr>
            <a:r>
              <a:rPr kumimoji="0" sz="1100" b="1" i="0" u="none" strike="noStrike" kern="0" cap="none" spc="-20" normalizeH="0" baseline="0" noProof="0" dirty="0">
                <a:ln>
                  <a:noFill/>
                </a:ln>
                <a:solidFill>
                  <a:srgbClr val="244060"/>
                </a:solidFill>
                <a:effectLst/>
                <a:uLnTx/>
                <a:uFillTx/>
                <a:latin typeface="Calibri"/>
                <a:cs typeface="Calibri"/>
              </a:rPr>
              <a:t>HTTP</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48" name="object 48"/>
          <p:cNvGrpSpPr/>
          <p:nvPr/>
        </p:nvGrpSpPr>
        <p:grpSpPr>
          <a:xfrm>
            <a:off x="1492377" y="3589820"/>
            <a:ext cx="7941309" cy="3001645"/>
            <a:chOff x="1492377" y="3589820"/>
            <a:chExt cx="7941309" cy="3001645"/>
          </a:xfrm>
        </p:grpSpPr>
        <p:pic>
          <p:nvPicPr>
            <p:cNvPr id="49" name="object 49"/>
            <p:cNvPicPr/>
            <p:nvPr/>
          </p:nvPicPr>
          <p:blipFill>
            <a:blip r:embed="rId18" cstate="print"/>
            <a:stretch>
              <a:fillRect/>
            </a:stretch>
          </p:blipFill>
          <p:spPr>
            <a:xfrm>
              <a:off x="1492377" y="4933276"/>
              <a:ext cx="389559" cy="356400"/>
            </a:xfrm>
            <a:prstGeom prst="rect">
              <a:avLst/>
            </a:prstGeom>
          </p:spPr>
        </p:pic>
        <p:pic>
          <p:nvPicPr>
            <p:cNvPr id="50" name="object 50"/>
            <p:cNvPicPr/>
            <p:nvPr/>
          </p:nvPicPr>
          <p:blipFill>
            <a:blip r:embed="rId19" cstate="print"/>
            <a:stretch>
              <a:fillRect/>
            </a:stretch>
          </p:blipFill>
          <p:spPr>
            <a:xfrm>
              <a:off x="2168652" y="5205983"/>
              <a:ext cx="7264908" cy="1385315"/>
            </a:xfrm>
            <a:prstGeom prst="rect">
              <a:avLst/>
            </a:prstGeom>
          </p:spPr>
        </p:pic>
        <p:sp>
          <p:nvSpPr>
            <p:cNvPr id="51" name="object 51"/>
            <p:cNvSpPr/>
            <p:nvPr/>
          </p:nvSpPr>
          <p:spPr>
            <a:xfrm>
              <a:off x="2249551" y="5304789"/>
              <a:ext cx="7145655" cy="1228090"/>
            </a:xfrm>
            <a:custGeom>
              <a:avLst/>
              <a:gdLst/>
              <a:ahLst/>
              <a:cxnLst/>
              <a:rect l="l" t="t" r="r" b="b"/>
              <a:pathLst>
                <a:path w="7145655" h="1228090">
                  <a:moveTo>
                    <a:pt x="50800" y="63500"/>
                  </a:moveTo>
                  <a:lnTo>
                    <a:pt x="25400" y="63500"/>
                  </a:lnTo>
                  <a:lnTo>
                    <a:pt x="25400" y="1222159"/>
                  </a:lnTo>
                  <a:lnTo>
                    <a:pt x="31115" y="1227836"/>
                  </a:lnTo>
                  <a:lnTo>
                    <a:pt x="7140067" y="1227836"/>
                  </a:lnTo>
                  <a:lnTo>
                    <a:pt x="7145655" y="1222159"/>
                  </a:lnTo>
                  <a:lnTo>
                    <a:pt x="7145655" y="1215136"/>
                  </a:lnTo>
                  <a:lnTo>
                    <a:pt x="50800" y="1215136"/>
                  </a:lnTo>
                  <a:lnTo>
                    <a:pt x="38100" y="1202436"/>
                  </a:lnTo>
                  <a:lnTo>
                    <a:pt x="50800" y="1202436"/>
                  </a:lnTo>
                  <a:lnTo>
                    <a:pt x="50800" y="63500"/>
                  </a:lnTo>
                  <a:close/>
                </a:path>
                <a:path w="7145655" h="1228090">
                  <a:moveTo>
                    <a:pt x="50800" y="1202436"/>
                  </a:moveTo>
                  <a:lnTo>
                    <a:pt x="38100" y="1202436"/>
                  </a:lnTo>
                  <a:lnTo>
                    <a:pt x="50800" y="1215136"/>
                  </a:lnTo>
                  <a:lnTo>
                    <a:pt x="50800" y="1202436"/>
                  </a:lnTo>
                  <a:close/>
                </a:path>
                <a:path w="7145655" h="1228090">
                  <a:moveTo>
                    <a:pt x="7120255" y="1202436"/>
                  </a:moveTo>
                  <a:lnTo>
                    <a:pt x="50800" y="1202436"/>
                  </a:lnTo>
                  <a:lnTo>
                    <a:pt x="50800" y="1215136"/>
                  </a:lnTo>
                  <a:lnTo>
                    <a:pt x="7120255" y="1215136"/>
                  </a:lnTo>
                  <a:lnTo>
                    <a:pt x="7120255" y="1202436"/>
                  </a:lnTo>
                  <a:close/>
                </a:path>
                <a:path w="7145655" h="1228090">
                  <a:moveTo>
                    <a:pt x="7145655" y="183006"/>
                  </a:moveTo>
                  <a:lnTo>
                    <a:pt x="7120255" y="183007"/>
                  </a:lnTo>
                  <a:lnTo>
                    <a:pt x="7120255" y="1215136"/>
                  </a:lnTo>
                  <a:lnTo>
                    <a:pt x="7132955" y="1202436"/>
                  </a:lnTo>
                  <a:lnTo>
                    <a:pt x="7145655" y="1202436"/>
                  </a:lnTo>
                  <a:lnTo>
                    <a:pt x="7145655" y="183006"/>
                  </a:lnTo>
                  <a:close/>
                </a:path>
                <a:path w="7145655" h="1228090">
                  <a:moveTo>
                    <a:pt x="7145655" y="1202436"/>
                  </a:moveTo>
                  <a:lnTo>
                    <a:pt x="7132955" y="1202436"/>
                  </a:lnTo>
                  <a:lnTo>
                    <a:pt x="7120255" y="1215136"/>
                  </a:lnTo>
                  <a:lnTo>
                    <a:pt x="7145655" y="1215136"/>
                  </a:lnTo>
                  <a:lnTo>
                    <a:pt x="7145655" y="1202436"/>
                  </a:lnTo>
                  <a:close/>
                </a:path>
                <a:path w="7145655" h="1228090">
                  <a:moveTo>
                    <a:pt x="38100" y="0"/>
                  </a:moveTo>
                  <a:lnTo>
                    <a:pt x="0" y="76200"/>
                  </a:lnTo>
                  <a:lnTo>
                    <a:pt x="25400" y="76200"/>
                  </a:lnTo>
                  <a:lnTo>
                    <a:pt x="25400" y="63500"/>
                  </a:lnTo>
                  <a:lnTo>
                    <a:pt x="69850" y="63500"/>
                  </a:lnTo>
                  <a:lnTo>
                    <a:pt x="38100" y="0"/>
                  </a:lnTo>
                  <a:close/>
                </a:path>
                <a:path w="7145655" h="1228090">
                  <a:moveTo>
                    <a:pt x="69850" y="63500"/>
                  </a:moveTo>
                  <a:lnTo>
                    <a:pt x="50800" y="63500"/>
                  </a:lnTo>
                  <a:lnTo>
                    <a:pt x="50800" y="76200"/>
                  </a:lnTo>
                  <a:lnTo>
                    <a:pt x="76200" y="76200"/>
                  </a:lnTo>
                  <a:lnTo>
                    <a:pt x="69850" y="6350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2" name="object 52"/>
            <p:cNvPicPr/>
            <p:nvPr/>
          </p:nvPicPr>
          <p:blipFill>
            <a:blip r:embed="rId20" cstate="print"/>
            <a:stretch>
              <a:fillRect/>
            </a:stretch>
          </p:blipFill>
          <p:spPr>
            <a:xfrm>
              <a:off x="6123431" y="5465063"/>
              <a:ext cx="3310127" cy="637019"/>
            </a:xfrm>
            <a:prstGeom prst="rect">
              <a:avLst/>
            </a:prstGeom>
          </p:spPr>
        </p:pic>
        <p:sp>
          <p:nvSpPr>
            <p:cNvPr id="53" name="object 53"/>
            <p:cNvSpPr/>
            <p:nvPr/>
          </p:nvSpPr>
          <p:spPr>
            <a:xfrm>
              <a:off x="6242685" y="5487797"/>
              <a:ext cx="3152775" cy="518159"/>
            </a:xfrm>
            <a:custGeom>
              <a:avLst/>
              <a:gdLst/>
              <a:ahLst/>
              <a:cxnLst/>
              <a:rect l="l" t="t" r="r" b="b"/>
              <a:pathLst>
                <a:path w="3152775" h="518160">
                  <a:moveTo>
                    <a:pt x="76200" y="441553"/>
                  </a:moveTo>
                  <a:lnTo>
                    <a:pt x="0" y="479653"/>
                  </a:lnTo>
                  <a:lnTo>
                    <a:pt x="76200" y="517753"/>
                  </a:lnTo>
                  <a:lnTo>
                    <a:pt x="76200" y="492353"/>
                  </a:lnTo>
                  <a:lnTo>
                    <a:pt x="63500" y="492353"/>
                  </a:lnTo>
                  <a:lnTo>
                    <a:pt x="63500" y="466953"/>
                  </a:lnTo>
                  <a:lnTo>
                    <a:pt x="76200" y="466953"/>
                  </a:lnTo>
                  <a:lnTo>
                    <a:pt x="76200" y="441553"/>
                  </a:lnTo>
                  <a:close/>
                </a:path>
                <a:path w="3152775" h="518160">
                  <a:moveTo>
                    <a:pt x="76200" y="466953"/>
                  </a:moveTo>
                  <a:lnTo>
                    <a:pt x="63500" y="466953"/>
                  </a:lnTo>
                  <a:lnTo>
                    <a:pt x="63500" y="492353"/>
                  </a:lnTo>
                  <a:lnTo>
                    <a:pt x="76200" y="492353"/>
                  </a:lnTo>
                  <a:lnTo>
                    <a:pt x="76200" y="466953"/>
                  </a:lnTo>
                  <a:close/>
                </a:path>
                <a:path w="3152775" h="518160">
                  <a:moveTo>
                    <a:pt x="3127120" y="466953"/>
                  </a:moveTo>
                  <a:lnTo>
                    <a:pt x="76200" y="466953"/>
                  </a:lnTo>
                  <a:lnTo>
                    <a:pt x="76200" y="492353"/>
                  </a:lnTo>
                  <a:lnTo>
                    <a:pt x="3146933" y="492353"/>
                  </a:lnTo>
                  <a:lnTo>
                    <a:pt x="3152520" y="486676"/>
                  </a:lnTo>
                  <a:lnTo>
                    <a:pt x="3152520" y="479653"/>
                  </a:lnTo>
                  <a:lnTo>
                    <a:pt x="3127120" y="479653"/>
                  </a:lnTo>
                  <a:lnTo>
                    <a:pt x="3127120" y="466953"/>
                  </a:lnTo>
                  <a:close/>
                </a:path>
                <a:path w="3152775" h="518160">
                  <a:moveTo>
                    <a:pt x="3152520" y="0"/>
                  </a:moveTo>
                  <a:lnTo>
                    <a:pt x="3127120" y="0"/>
                  </a:lnTo>
                  <a:lnTo>
                    <a:pt x="3127120" y="479653"/>
                  </a:lnTo>
                  <a:lnTo>
                    <a:pt x="3139820" y="466953"/>
                  </a:lnTo>
                  <a:lnTo>
                    <a:pt x="3152520" y="466953"/>
                  </a:lnTo>
                  <a:lnTo>
                    <a:pt x="3152520" y="0"/>
                  </a:lnTo>
                  <a:close/>
                </a:path>
                <a:path w="3152775" h="518160">
                  <a:moveTo>
                    <a:pt x="3152520" y="466953"/>
                  </a:moveTo>
                  <a:lnTo>
                    <a:pt x="3139820" y="466953"/>
                  </a:lnTo>
                  <a:lnTo>
                    <a:pt x="3127120" y="479653"/>
                  </a:lnTo>
                  <a:lnTo>
                    <a:pt x="3152520" y="479653"/>
                  </a:lnTo>
                  <a:lnTo>
                    <a:pt x="3152520" y="466953"/>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4" name="object 54"/>
            <p:cNvPicPr/>
            <p:nvPr/>
          </p:nvPicPr>
          <p:blipFill>
            <a:blip r:embed="rId21" cstate="print"/>
            <a:stretch>
              <a:fillRect/>
            </a:stretch>
          </p:blipFill>
          <p:spPr>
            <a:xfrm>
              <a:off x="8041665" y="3589820"/>
              <a:ext cx="240868" cy="245579"/>
            </a:xfrm>
            <a:prstGeom prst="rect">
              <a:avLst/>
            </a:prstGeom>
          </p:spPr>
        </p:pic>
        <p:sp>
          <p:nvSpPr>
            <p:cNvPr id="55" name="object 55"/>
            <p:cNvSpPr/>
            <p:nvPr/>
          </p:nvSpPr>
          <p:spPr>
            <a:xfrm>
              <a:off x="3620262" y="5374766"/>
              <a:ext cx="259715" cy="229870"/>
            </a:xfrm>
            <a:custGeom>
              <a:avLst/>
              <a:gdLst/>
              <a:ahLst/>
              <a:cxnLst/>
              <a:rect l="l" t="t" r="r" b="b"/>
              <a:pathLst>
                <a:path w="259714" h="229870">
                  <a:moveTo>
                    <a:pt x="229235" y="157479"/>
                  </a:moveTo>
                  <a:lnTo>
                    <a:pt x="223265" y="157479"/>
                  </a:lnTo>
                  <a:lnTo>
                    <a:pt x="221741" y="158749"/>
                  </a:lnTo>
                  <a:lnTo>
                    <a:pt x="167259" y="217169"/>
                  </a:lnTo>
                  <a:lnTo>
                    <a:pt x="166877" y="218439"/>
                  </a:lnTo>
                  <a:lnTo>
                    <a:pt x="166750" y="219709"/>
                  </a:lnTo>
                  <a:lnTo>
                    <a:pt x="167512" y="220979"/>
                  </a:lnTo>
                  <a:lnTo>
                    <a:pt x="168021" y="222249"/>
                  </a:lnTo>
                  <a:lnTo>
                    <a:pt x="169545" y="223519"/>
                  </a:lnTo>
                  <a:lnTo>
                    <a:pt x="170561" y="224789"/>
                  </a:lnTo>
                  <a:lnTo>
                    <a:pt x="173100" y="227329"/>
                  </a:lnTo>
                  <a:lnTo>
                    <a:pt x="174243" y="227329"/>
                  </a:lnTo>
                  <a:lnTo>
                    <a:pt x="176022" y="229869"/>
                  </a:lnTo>
                  <a:lnTo>
                    <a:pt x="180339" y="229869"/>
                  </a:lnTo>
                  <a:lnTo>
                    <a:pt x="199643" y="209549"/>
                  </a:lnTo>
                  <a:lnTo>
                    <a:pt x="223138" y="209549"/>
                  </a:lnTo>
                  <a:lnTo>
                    <a:pt x="221107" y="208279"/>
                  </a:lnTo>
                  <a:lnTo>
                    <a:pt x="219201" y="208279"/>
                  </a:lnTo>
                  <a:lnTo>
                    <a:pt x="217170" y="207009"/>
                  </a:lnTo>
                  <a:lnTo>
                    <a:pt x="215137" y="204469"/>
                  </a:lnTo>
                  <a:lnTo>
                    <a:pt x="209168" y="199389"/>
                  </a:lnTo>
                  <a:lnTo>
                    <a:pt x="229742" y="176529"/>
                  </a:lnTo>
                  <a:lnTo>
                    <a:pt x="248792" y="176529"/>
                  </a:lnTo>
                  <a:lnTo>
                    <a:pt x="247396" y="173989"/>
                  </a:lnTo>
                  <a:lnTo>
                    <a:pt x="245872" y="172719"/>
                  </a:lnTo>
                  <a:lnTo>
                    <a:pt x="229235" y="157479"/>
                  </a:lnTo>
                  <a:close/>
                </a:path>
                <a:path w="259714" h="229870">
                  <a:moveTo>
                    <a:pt x="248792" y="176529"/>
                  </a:moveTo>
                  <a:lnTo>
                    <a:pt x="229742" y="176529"/>
                  </a:lnTo>
                  <a:lnTo>
                    <a:pt x="235330" y="182879"/>
                  </a:lnTo>
                  <a:lnTo>
                    <a:pt x="236727" y="184149"/>
                  </a:lnTo>
                  <a:lnTo>
                    <a:pt x="237998" y="185419"/>
                  </a:lnTo>
                  <a:lnTo>
                    <a:pt x="241935" y="195579"/>
                  </a:lnTo>
                  <a:lnTo>
                    <a:pt x="241426" y="196849"/>
                  </a:lnTo>
                  <a:lnTo>
                    <a:pt x="240791" y="199389"/>
                  </a:lnTo>
                  <a:lnTo>
                    <a:pt x="239522" y="201929"/>
                  </a:lnTo>
                  <a:lnTo>
                    <a:pt x="237362" y="204469"/>
                  </a:lnTo>
                  <a:lnTo>
                    <a:pt x="235838" y="205739"/>
                  </a:lnTo>
                  <a:lnTo>
                    <a:pt x="232283" y="208279"/>
                  </a:lnTo>
                  <a:lnTo>
                    <a:pt x="230504" y="208279"/>
                  </a:lnTo>
                  <a:lnTo>
                    <a:pt x="228726" y="209549"/>
                  </a:lnTo>
                  <a:lnTo>
                    <a:pt x="199643" y="209549"/>
                  </a:lnTo>
                  <a:lnTo>
                    <a:pt x="205104" y="214629"/>
                  </a:lnTo>
                  <a:lnTo>
                    <a:pt x="209296" y="218439"/>
                  </a:lnTo>
                  <a:lnTo>
                    <a:pt x="213487" y="220979"/>
                  </a:lnTo>
                  <a:lnTo>
                    <a:pt x="217550" y="223519"/>
                  </a:lnTo>
                  <a:lnTo>
                    <a:pt x="221741" y="224789"/>
                  </a:lnTo>
                  <a:lnTo>
                    <a:pt x="225678" y="226059"/>
                  </a:lnTo>
                  <a:lnTo>
                    <a:pt x="237489" y="226059"/>
                  </a:lnTo>
                  <a:lnTo>
                    <a:pt x="241300" y="223519"/>
                  </a:lnTo>
                  <a:lnTo>
                    <a:pt x="244983" y="222249"/>
                  </a:lnTo>
                  <a:lnTo>
                    <a:pt x="248538" y="219709"/>
                  </a:lnTo>
                  <a:lnTo>
                    <a:pt x="251967" y="215899"/>
                  </a:lnTo>
                  <a:lnTo>
                    <a:pt x="254508" y="213359"/>
                  </a:lnTo>
                  <a:lnTo>
                    <a:pt x="256286" y="210819"/>
                  </a:lnTo>
                  <a:lnTo>
                    <a:pt x="258825" y="204469"/>
                  </a:lnTo>
                  <a:lnTo>
                    <a:pt x="259461" y="201929"/>
                  </a:lnTo>
                  <a:lnTo>
                    <a:pt x="259587" y="195579"/>
                  </a:lnTo>
                  <a:lnTo>
                    <a:pt x="259207" y="193039"/>
                  </a:lnTo>
                  <a:lnTo>
                    <a:pt x="257175" y="187959"/>
                  </a:lnTo>
                  <a:lnTo>
                    <a:pt x="255904" y="185419"/>
                  </a:lnTo>
                  <a:lnTo>
                    <a:pt x="254253" y="182879"/>
                  </a:lnTo>
                  <a:lnTo>
                    <a:pt x="252729" y="180339"/>
                  </a:lnTo>
                  <a:lnTo>
                    <a:pt x="251333" y="179069"/>
                  </a:lnTo>
                  <a:lnTo>
                    <a:pt x="248792" y="176529"/>
                  </a:lnTo>
                  <a:close/>
                </a:path>
                <a:path w="259714" h="229870">
                  <a:moveTo>
                    <a:pt x="170179" y="101599"/>
                  </a:moveTo>
                  <a:lnTo>
                    <a:pt x="168528" y="101599"/>
                  </a:lnTo>
                  <a:lnTo>
                    <a:pt x="168021" y="102869"/>
                  </a:lnTo>
                  <a:lnTo>
                    <a:pt x="166750" y="102869"/>
                  </a:lnTo>
                  <a:lnTo>
                    <a:pt x="165988" y="104139"/>
                  </a:lnTo>
                  <a:lnTo>
                    <a:pt x="163575" y="106679"/>
                  </a:lnTo>
                  <a:lnTo>
                    <a:pt x="162687" y="106679"/>
                  </a:lnTo>
                  <a:lnTo>
                    <a:pt x="161289" y="109219"/>
                  </a:lnTo>
                  <a:lnTo>
                    <a:pt x="160782" y="109219"/>
                  </a:lnTo>
                  <a:lnTo>
                    <a:pt x="160400" y="110489"/>
                  </a:lnTo>
                  <a:lnTo>
                    <a:pt x="160147" y="110489"/>
                  </a:lnTo>
                  <a:lnTo>
                    <a:pt x="159892" y="111759"/>
                  </a:lnTo>
                  <a:lnTo>
                    <a:pt x="159892" y="113029"/>
                  </a:lnTo>
                  <a:lnTo>
                    <a:pt x="160527" y="113029"/>
                  </a:lnTo>
                  <a:lnTo>
                    <a:pt x="176657" y="128269"/>
                  </a:lnTo>
                  <a:lnTo>
                    <a:pt x="127762" y="180339"/>
                  </a:lnTo>
                  <a:lnTo>
                    <a:pt x="127253" y="181609"/>
                  </a:lnTo>
                  <a:lnTo>
                    <a:pt x="127380" y="182879"/>
                  </a:lnTo>
                  <a:lnTo>
                    <a:pt x="127762" y="182879"/>
                  </a:lnTo>
                  <a:lnTo>
                    <a:pt x="128015" y="184149"/>
                  </a:lnTo>
                  <a:lnTo>
                    <a:pt x="130175" y="186689"/>
                  </a:lnTo>
                  <a:lnTo>
                    <a:pt x="132461" y="189229"/>
                  </a:lnTo>
                  <a:lnTo>
                    <a:pt x="134747" y="190499"/>
                  </a:lnTo>
                  <a:lnTo>
                    <a:pt x="135762" y="191769"/>
                  </a:lnTo>
                  <a:lnTo>
                    <a:pt x="136651" y="191769"/>
                  </a:lnTo>
                  <a:lnTo>
                    <a:pt x="137413" y="193039"/>
                  </a:lnTo>
                  <a:lnTo>
                    <a:pt x="140715" y="193039"/>
                  </a:lnTo>
                  <a:lnTo>
                    <a:pt x="189864" y="140969"/>
                  </a:lnTo>
                  <a:lnTo>
                    <a:pt x="211893" y="140969"/>
                  </a:lnTo>
                  <a:lnTo>
                    <a:pt x="170561" y="102869"/>
                  </a:lnTo>
                  <a:lnTo>
                    <a:pt x="170179" y="101599"/>
                  </a:lnTo>
                  <a:close/>
                </a:path>
                <a:path w="259714" h="229870">
                  <a:moveTo>
                    <a:pt x="211893" y="140969"/>
                  </a:moveTo>
                  <a:lnTo>
                    <a:pt x="189864" y="140969"/>
                  </a:lnTo>
                  <a:lnTo>
                    <a:pt x="206248" y="156209"/>
                  </a:lnTo>
                  <a:lnTo>
                    <a:pt x="209168" y="156209"/>
                  </a:lnTo>
                  <a:lnTo>
                    <a:pt x="209803" y="154939"/>
                  </a:lnTo>
                  <a:lnTo>
                    <a:pt x="210565" y="154939"/>
                  </a:lnTo>
                  <a:lnTo>
                    <a:pt x="211200" y="153669"/>
                  </a:lnTo>
                  <a:lnTo>
                    <a:pt x="212089" y="153669"/>
                  </a:lnTo>
                  <a:lnTo>
                    <a:pt x="213867" y="151129"/>
                  </a:lnTo>
                  <a:lnTo>
                    <a:pt x="215264" y="149859"/>
                  </a:lnTo>
                  <a:lnTo>
                    <a:pt x="215773" y="148589"/>
                  </a:lnTo>
                  <a:lnTo>
                    <a:pt x="216408" y="147319"/>
                  </a:lnTo>
                  <a:lnTo>
                    <a:pt x="216535" y="146049"/>
                  </a:lnTo>
                  <a:lnTo>
                    <a:pt x="216026" y="144779"/>
                  </a:lnTo>
                  <a:lnTo>
                    <a:pt x="211893" y="140969"/>
                  </a:lnTo>
                  <a:close/>
                </a:path>
                <a:path w="259714" h="229870">
                  <a:moveTo>
                    <a:pt x="89153" y="144779"/>
                  </a:moveTo>
                  <a:lnTo>
                    <a:pt x="87629" y="144779"/>
                  </a:lnTo>
                  <a:lnTo>
                    <a:pt x="88264" y="146049"/>
                  </a:lnTo>
                  <a:lnTo>
                    <a:pt x="88646" y="146049"/>
                  </a:lnTo>
                  <a:lnTo>
                    <a:pt x="89153" y="144779"/>
                  </a:lnTo>
                  <a:close/>
                </a:path>
                <a:path w="259714" h="229870">
                  <a:moveTo>
                    <a:pt x="119379" y="54609"/>
                  </a:moveTo>
                  <a:lnTo>
                    <a:pt x="116332" y="54609"/>
                  </a:lnTo>
                  <a:lnTo>
                    <a:pt x="114935" y="55879"/>
                  </a:lnTo>
                  <a:lnTo>
                    <a:pt x="114173" y="55879"/>
                  </a:lnTo>
                  <a:lnTo>
                    <a:pt x="113411" y="57149"/>
                  </a:lnTo>
                  <a:lnTo>
                    <a:pt x="111505" y="58419"/>
                  </a:lnTo>
                  <a:lnTo>
                    <a:pt x="110743" y="59689"/>
                  </a:lnTo>
                  <a:lnTo>
                    <a:pt x="110236" y="60959"/>
                  </a:lnTo>
                  <a:lnTo>
                    <a:pt x="109600" y="60959"/>
                  </a:lnTo>
                  <a:lnTo>
                    <a:pt x="109220" y="62229"/>
                  </a:lnTo>
                  <a:lnTo>
                    <a:pt x="109092" y="62229"/>
                  </a:lnTo>
                  <a:lnTo>
                    <a:pt x="108965" y="64769"/>
                  </a:lnTo>
                  <a:lnTo>
                    <a:pt x="109347" y="64769"/>
                  </a:lnTo>
                  <a:lnTo>
                    <a:pt x="125475" y="80009"/>
                  </a:lnTo>
                  <a:lnTo>
                    <a:pt x="76708" y="132079"/>
                  </a:lnTo>
                  <a:lnTo>
                    <a:pt x="76326" y="133349"/>
                  </a:lnTo>
                  <a:lnTo>
                    <a:pt x="76326" y="134619"/>
                  </a:lnTo>
                  <a:lnTo>
                    <a:pt x="76580" y="135889"/>
                  </a:lnTo>
                  <a:lnTo>
                    <a:pt x="76962" y="135889"/>
                  </a:lnTo>
                  <a:lnTo>
                    <a:pt x="77470" y="137159"/>
                  </a:lnTo>
                  <a:lnTo>
                    <a:pt x="80010" y="139699"/>
                  </a:lnTo>
                  <a:lnTo>
                    <a:pt x="83692" y="143509"/>
                  </a:lnTo>
                  <a:lnTo>
                    <a:pt x="84582" y="143509"/>
                  </a:lnTo>
                  <a:lnTo>
                    <a:pt x="85598" y="144779"/>
                  </a:lnTo>
                  <a:lnTo>
                    <a:pt x="89788" y="144779"/>
                  </a:lnTo>
                  <a:lnTo>
                    <a:pt x="138684" y="92709"/>
                  </a:lnTo>
                  <a:lnTo>
                    <a:pt x="159833" y="92709"/>
                  </a:lnTo>
                  <a:lnTo>
                    <a:pt x="119379" y="54609"/>
                  </a:lnTo>
                  <a:close/>
                </a:path>
                <a:path w="259714" h="229870">
                  <a:moveTo>
                    <a:pt x="60705" y="46989"/>
                  </a:moveTo>
                  <a:lnTo>
                    <a:pt x="38100" y="46989"/>
                  </a:lnTo>
                  <a:lnTo>
                    <a:pt x="62357" y="69849"/>
                  </a:lnTo>
                  <a:lnTo>
                    <a:pt x="37846" y="96519"/>
                  </a:lnTo>
                  <a:lnTo>
                    <a:pt x="37464" y="96519"/>
                  </a:lnTo>
                  <a:lnTo>
                    <a:pt x="37464" y="97789"/>
                  </a:lnTo>
                  <a:lnTo>
                    <a:pt x="37718" y="99059"/>
                  </a:lnTo>
                  <a:lnTo>
                    <a:pt x="38100" y="99059"/>
                  </a:lnTo>
                  <a:lnTo>
                    <a:pt x="38608" y="100329"/>
                  </a:lnTo>
                  <a:lnTo>
                    <a:pt x="40132" y="101599"/>
                  </a:lnTo>
                  <a:lnTo>
                    <a:pt x="42417" y="104139"/>
                  </a:lnTo>
                  <a:lnTo>
                    <a:pt x="44830" y="106679"/>
                  </a:lnTo>
                  <a:lnTo>
                    <a:pt x="46609" y="107949"/>
                  </a:lnTo>
                  <a:lnTo>
                    <a:pt x="48133" y="109219"/>
                  </a:lnTo>
                  <a:lnTo>
                    <a:pt x="50673" y="109219"/>
                  </a:lnTo>
                  <a:lnTo>
                    <a:pt x="50926" y="107949"/>
                  </a:lnTo>
                  <a:lnTo>
                    <a:pt x="97670" y="58419"/>
                  </a:lnTo>
                  <a:lnTo>
                    <a:pt x="72771" y="58419"/>
                  </a:lnTo>
                  <a:lnTo>
                    <a:pt x="60705" y="46989"/>
                  </a:lnTo>
                  <a:close/>
                </a:path>
                <a:path w="259714" h="229870">
                  <a:moveTo>
                    <a:pt x="159833" y="92709"/>
                  </a:moveTo>
                  <a:lnTo>
                    <a:pt x="138684" y="92709"/>
                  </a:lnTo>
                  <a:lnTo>
                    <a:pt x="155193" y="107949"/>
                  </a:lnTo>
                  <a:lnTo>
                    <a:pt x="157987" y="107949"/>
                  </a:lnTo>
                  <a:lnTo>
                    <a:pt x="159385" y="106679"/>
                  </a:lnTo>
                  <a:lnTo>
                    <a:pt x="160147" y="106679"/>
                  </a:lnTo>
                  <a:lnTo>
                    <a:pt x="160909" y="105409"/>
                  </a:lnTo>
                  <a:lnTo>
                    <a:pt x="161798" y="104139"/>
                  </a:lnTo>
                  <a:lnTo>
                    <a:pt x="162813" y="102869"/>
                  </a:lnTo>
                  <a:lnTo>
                    <a:pt x="163575" y="102869"/>
                  </a:lnTo>
                  <a:lnTo>
                    <a:pt x="164084" y="101599"/>
                  </a:lnTo>
                  <a:lnTo>
                    <a:pt x="164718" y="101599"/>
                  </a:lnTo>
                  <a:lnTo>
                    <a:pt x="165353" y="100329"/>
                  </a:lnTo>
                  <a:lnTo>
                    <a:pt x="165480" y="99059"/>
                  </a:lnTo>
                  <a:lnTo>
                    <a:pt x="165608" y="99059"/>
                  </a:lnTo>
                  <a:lnTo>
                    <a:pt x="165480" y="97789"/>
                  </a:lnTo>
                  <a:lnTo>
                    <a:pt x="165226" y="97789"/>
                  </a:lnTo>
                  <a:lnTo>
                    <a:pt x="159833" y="92709"/>
                  </a:lnTo>
                  <a:close/>
                </a:path>
                <a:path w="259714" h="229870">
                  <a:moveTo>
                    <a:pt x="62102" y="0"/>
                  </a:moveTo>
                  <a:lnTo>
                    <a:pt x="57785" y="0"/>
                  </a:lnTo>
                  <a:lnTo>
                    <a:pt x="508" y="60959"/>
                  </a:lnTo>
                  <a:lnTo>
                    <a:pt x="0" y="62229"/>
                  </a:lnTo>
                  <a:lnTo>
                    <a:pt x="126" y="63499"/>
                  </a:lnTo>
                  <a:lnTo>
                    <a:pt x="508" y="63499"/>
                  </a:lnTo>
                  <a:lnTo>
                    <a:pt x="762" y="64769"/>
                  </a:lnTo>
                  <a:lnTo>
                    <a:pt x="2921" y="67309"/>
                  </a:lnTo>
                  <a:lnTo>
                    <a:pt x="3937" y="68579"/>
                  </a:lnTo>
                  <a:lnTo>
                    <a:pt x="6476" y="71119"/>
                  </a:lnTo>
                  <a:lnTo>
                    <a:pt x="7492" y="71119"/>
                  </a:lnTo>
                  <a:lnTo>
                    <a:pt x="8509" y="72389"/>
                  </a:lnTo>
                  <a:lnTo>
                    <a:pt x="9398" y="72389"/>
                  </a:lnTo>
                  <a:lnTo>
                    <a:pt x="10160" y="73659"/>
                  </a:lnTo>
                  <a:lnTo>
                    <a:pt x="13715" y="73659"/>
                  </a:lnTo>
                  <a:lnTo>
                    <a:pt x="38100" y="46989"/>
                  </a:lnTo>
                  <a:lnTo>
                    <a:pt x="60705" y="46989"/>
                  </a:lnTo>
                  <a:lnTo>
                    <a:pt x="48640" y="35559"/>
                  </a:lnTo>
                  <a:lnTo>
                    <a:pt x="70865" y="12699"/>
                  </a:lnTo>
                  <a:lnTo>
                    <a:pt x="71247" y="11429"/>
                  </a:lnTo>
                  <a:lnTo>
                    <a:pt x="71374" y="10159"/>
                  </a:lnTo>
                  <a:lnTo>
                    <a:pt x="70612" y="8889"/>
                  </a:lnTo>
                  <a:lnTo>
                    <a:pt x="70103" y="7619"/>
                  </a:lnTo>
                  <a:lnTo>
                    <a:pt x="68579" y="6349"/>
                  </a:lnTo>
                  <a:lnTo>
                    <a:pt x="66293" y="3809"/>
                  </a:lnTo>
                  <a:lnTo>
                    <a:pt x="65024" y="2539"/>
                  </a:lnTo>
                  <a:lnTo>
                    <a:pt x="64008" y="2539"/>
                  </a:lnTo>
                  <a:lnTo>
                    <a:pt x="62991" y="1269"/>
                  </a:lnTo>
                  <a:lnTo>
                    <a:pt x="62102" y="0"/>
                  </a:lnTo>
                  <a:close/>
                </a:path>
                <a:path w="259714" h="229870">
                  <a:moveTo>
                    <a:pt x="97282" y="34289"/>
                  </a:moveTo>
                  <a:lnTo>
                    <a:pt x="95376" y="34289"/>
                  </a:lnTo>
                  <a:lnTo>
                    <a:pt x="72771" y="58419"/>
                  </a:lnTo>
                  <a:lnTo>
                    <a:pt x="97670" y="58419"/>
                  </a:lnTo>
                  <a:lnTo>
                    <a:pt x="108458" y="46989"/>
                  </a:lnTo>
                  <a:lnTo>
                    <a:pt x="108585" y="45719"/>
                  </a:lnTo>
                  <a:lnTo>
                    <a:pt x="108203" y="44449"/>
                  </a:lnTo>
                  <a:lnTo>
                    <a:pt x="107950" y="44449"/>
                  </a:lnTo>
                  <a:lnTo>
                    <a:pt x="106679" y="41909"/>
                  </a:lnTo>
                  <a:lnTo>
                    <a:pt x="105917" y="41909"/>
                  </a:lnTo>
                  <a:lnTo>
                    <a:pt x="103632" y="39369"/>
                  </a:lnTo>
                  <a:lnTo>
                    <a:pt x="101218" y="36829"/>
                  </a:lnTo>
                  <a:lnTo>
                    <a:pt x="100202" y="36829"/>
                  </a:lnTo>
                  <a:lnTo>
                    <a:pt x="99313" y="35559"/>
                  </a:lnTo>
                  <a:lnTo>
                    <a:pt x="98551" y="35559"/>
                  </a:lnTo>
                  <a:lnTo>
                    <a:pt x="97282" y="34289"/>
                  </a:lnTo>
                  <a:close/>
                </a:path>
                <a:path w="259714" h="229870">
                  <a:moveTo>
                    <a:pt x="117855" y="53339"/>
                  </a:moveTo>
                  <a:lnTo>
                    <a:pt x="117475" y="54609"/>
                  </a:lnTo>
                  <a:lnTo>
                    <a:pt x="118363" y="54609"/>
                  </a:lnTo>
                  <a:lnTo>
                    <a:pt x="117855" y="53339"/>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6" name="object 56"/>
          <p:cNvSpPr txBox="1"/>
          <p:nvPr/>
        </p:nvSpPr>
        <p:spPr>
          <a:xfrm>
            <a:off x="8362315" y="3561969"/>
            <a:ext cx="3274695" cy="45275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400" b="0" i="1" u="none" strike="noStrike" kern="0" cap="none" spc="-10" normalizeH="0" baseline="0" noProof="0" dirty="0">
                <a:ln>
                  <a:noFill/>
                </a:ln>
                <a:solidFill>
                  <a:sysClr val="windowText" lastClr="000000"/>
                </a:solidFill>
                <a:effectLst/>
                <a:uLnTx/>
                <a:uFillTx/>
                <a:latin typeface="Calibri"/>
                <a:cs typeface="Calibri"/>
              </a:rPr>
              <a:t>Searching</a:t>
            </a:r>
            <a:r>
              <a:rPr kumimoji="0" sz="1400" b="0" i="1" u="none" strike="noStrike" kern="0" cap="none" spc="-5"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the</a:t>
            </a:r>
            <a:r>
              <a:rPr kumimoji="0" sz="1400" b="0" i="1" u="none" strike="noStrike" kern="0" cap="none" spc="-15"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Global</a:t>
            </a:r>
            <a:r>
              <a:rPr kumimoji="0" sz="1400" b="0" i="1" u="none" strike="noStrike" kern="0" cap="none" spc="-10" normalizeH="0" baseline="0" noProof="0" dirty="0">
                <a:ln>
                  <a:noFill/>
                </a:ln>
                <a:solidFill>
                  <a:sysClr val="windowText" lastClr="000000"/>
                </a:solidFill>
                <a:effectLst/>
                <a:uLnTx/>
                <a:uFillTx/>
                <a:latin typeface="Calibri"/>
                <a:cs typeface="Calibri"/>
              </a:rPr>
              <a:t> Discovery</a:t>
            </a:r>
            <a:r>
              <a:rPr kumimoji="0" sz="1400" b="0" i="1" u="none" strike="noStrike" kern="0" cap="none" spc="-40"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Catalogue</a:t>
            </a:r>
            <a:r>
              <a:rPr kumimoji="0" sz="1400" b="0" i="1" u="none" strike="noStrike" kern="0" cap="none" spc="10" normalizeH="0" baseline="0" noProof="0" dirty="0">
                <a:ln>
                  <a:noFill/>
                </a:ln>
                <a:solidFill>
                  <a:sysClr val="windowText" lastClr="000000"/>
                </a:solidFill>
                <a:effectLst/>
                <a:uLnTx/>
                <a:uFillTx/>
                <a:latin typeface="Calibri"/>
                <a:cs typeface="Calibri"/>
              </a:rPr>
              <a:t> </a:t>
            </a:r>
            <a:r>
              <a:rPr kumimoji="0" sz="1400" b="0" i="1" u="none" strike="noStrike" kern="0" cap="none" spc="-25" normalizeH="0" baseline="0" noProof="0" dirty="0">
                <a:ln>
                  <a:noFill/>
                </a:ln>
                <a:solidFill>
                  <a:sysClr val="windowText" lastClr="000000"/>
                </a:solidFill>
                <a:effectLst/>
                <a:uLnTx/>
                <a:uFillTx/>
                <a:latin typeface="Calibri"/>
                <a:cs typeface="Calibri"/>
              </a:rPr>
              <a:t>for </a:t>
            </a:r>
            <a:r>
              <a:rPr kumimoji="0" sz="1400" b="0" i="1" u="none" strike="noStrike" kern="0" cap="none" spc="0" normalizeH="0" baseline="0" noProof="0" dirty="0">
                <a:ln>
                  <a:noFill/>
                </a:ln>
                <a:solidFill>
                  <a:sysClr val="windowText" lastClr="000000"/>
                </a:solidFill>
                <a:effectLst/>
                <a:uLnTx/>
                <a:uFillTx/>
                <a:latin typeface="Calibri"/>
                <a:cs typeface="Calibri"/>
              </a:rPr>
              <a:t>datasets</a:t>
            </a:r>
            <a:r>
              <a:rPr kumimoji="0" sz="1400" b="0" i="1" u="none" strike="noStrike" kern="0" cap="none" spc="-35"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that</a:t>
            </a:r>
            <a:r>
              <a:rPr kumimoji="0" sz="1400" b="0" i="1" u="none" strike="noStrike" kern="0" cap="none" spc="-25"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match</a:t>
            </a:r>
            <a:r>
              <a:rPr kumimoji="0" sz="1400" b="0" i="1" u="none" strike="noStrike" kern="0" cap="none" spc="-35" normalizeH="0" baseline="0" noProof="0" dirty="0">
                <a:ln>
                  <a:noFill/>
                </a:ln>
                <a:solidFill>
                  <a:sysClr val="windowText" lastClr="000000"/>
                </a:solidFill>
                <a:effectLst/>
                <a:uLnTx/>
                <a:uFillTx/>
                <a:latin typeface="Calibri"/>
                <a:cs typeface="Calibri"/>
              </a:rPr>
              <a:t> </a:t>
            </a:r>
            <a:r>
              <a:rPr kumimoji="0" sz="1400" b="0" i="1" u="none" strike="noStrike" kern="0" cap="none" spc="0" normalizeH="0" baseline="0" noProof="0" dirty="0">
                <a:ln>
                  <a:noFill/>
                </a:ln>
                <a:solidFill>
                  <a:sysClr val="windowText" lastClr="000000"/>
                </a:solidFill>
                <a:effectLst/>
                <a:uLnTx/>
                <a:uFillTx/>
                <a:latin typeface="Calibri"/>
                <a:cs typeface="Calibri"/>
              </a:rPr>
              <a:t>my</a:t>
            </a:r>
            <a:r>
              <a:rPr kumimoji="0" sz="1400" b="0" i="1" u="none" strike="noStrike" kern="0" cap="none" spc="-50" normalizeH="0" baseline="0" noProof="0" dirty="0">
                <a:ln>
                  <a:noFill/>
                </a:ln>
                <a:solidFill>
                  <a:sysClr val="windowText" lastClr="000000"/>
                </a:solidFill>
                <a:effectLst/>
                <a:uLnTx/>
                <a:uFillTx/>
                <a:latin typeface="Calibri"/>
                <a:cs typeface="Calibri"/>
              </a:rPr>
              <a:t> </a:t>
            </a:r>
            <a:r>
              <a:rPr kumimoji="0" sz="1400" b="0" i="1" u="none" strike="noStrike" kern="0" cap="none" spc="-10" normalizeH="0" baseline="0" noProof="0" dirty="0">
                <a:ln>
                  <a:noFill/>
                </a:ln>
                <a:solidFill>
                  <a:sysClr val="windowText" lastClr="000000"/>
                </a:solidFill>
                <a:effectLst/>
                <a:uLnTx/>
                <a:uFillTx/>
                <a:latin typeface="Calibri"/>
                <a:cs typeface="Calibri"/>
              </a:rPr>
              <a:t>requirements…</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75" y="-3175"/>
            <a:ext cx="12198350" cy="680085"/>
            <a:chOff x="-3175" y="-3175"/>
            <a:chExt cx="12198350" cy="680085"/>
          </a:xfrm>
        </p:grpSpPr>
        <p:sp>
          <p:nvSpPr>
            <p:cNvPr id="3" name="object 3"/>
            <p:cNvSpPr/>
            <p:nvPr/>
          </p:nvSpPr>
          <p:spPr>
            <a:xfrm>
              <a:off x="0" y="0"/>
              <a:ext cx="12192000" cy="673735"/>
            </a:xfrm>
            <a:custGeom>
              <a:avLst/>
              <a:gdLst/>
              <a:ahLst/>
              <a:cxnLst/>
              <a:rect l="l" t="t" r="r" b="b"/>
              <a:pathLst>
                <a:path w="12192000" h="673735">
                  <a:moveTo>
                    <a:pt x="0" y="673735"/>
                  </a:moveTo>
                  <a:lnTo>
                    <a:pt x="12192000" y="673735"/>
                  </a:lnTo>
                  <a:lnTo>
                    <a:pt x="12192004" y="0"/>
                  </a:lnTo>
                  <a:lnTo>
                    <a:pt x="0" y="0"/>
                  </a:lnTo>
                  <a:lnTo>
                    <a:pt x="0" y="673735"/>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0"/>
              <a:ext cx="12192000" cy="673735"/>
            </a:xfrm>
            <a:custGeom>
              <a:avLst/>
              <a:gdLst/>
              <a:ahLst/>
              <a:cxnLst/>
              <a:rect l="l" t="t" r="r" b="b"/>
              <a:pathLst>
                <a:path w="12192000" h="673735">
                  <a:moveTo>
                    <a:pt x="0" y="673734"/>
                  </a:moveTo>
                  <a:lnTo>
                    <a:pt x="12192000" y="673734"/>
                  </a:lnTo>
                  <a:lnTo>
                    <a:pt x="12192004" y="0"/>
                  </a:lnTo>
                </a:path>
              </a:pathLst>
            </a:custGeom>
            <a:ln w="6350">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xfrm>
            <a:off x="3014598" y="24130"/>
            <a:ext cx="6068060"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Calibri"/>
                <a:cs typeface="Calibri"/>
              </a:rPr>
              <a:t>WIS2</a:t>
            </a:r>
            <a:r>
              <a:rPr sz="3200" spc="-80" dirty="0">
                <a:solidFill>
                  <a:srgbClr val="FFFFFF"/>
                </a:solidFill>
                <a:latin typeface="Calibri"/>
                <a:cs typeface="Calibri"/>
              </a:rPr>
              <a:t> </a:t>
            </a:r>
            <a:r>
              <a:rPr sz="3200" dirty="0">
                <a:solidFill>
                  <a:srgbClr val="FFFFFF"/>
                </a:solidFill>
                <a:latin typeface="Calibri"/>
                <a:cs typeface="Calibri"/>
              </a:rPr>
              <a:t>Discovery</a:t>
            </a:r>
            <a:r>
              <a:rPr sz="3200" spc="-105" dirty="0">
                <a:solidFill>
                  <a:srgbClr val="FFFFFF"/>
                </a:solidFill>
                <a:latin typeface="Calibri"/>
                <a:cs typeface="Calibri"/>
              </a:rPr>
              <a:t> </a:t>
            </a:r>
            <a:r>
              <a:rPr sz="3200" dirty="0">
                <a:solidFill>
                  <a:srgbClr val="FFFFFF"/>
                </a:solidFill>
                <a:latin typeface="Calibri"/>
                <a:cs typeface="Calibri"/>
              </a:rPr>
              <a:t>Metadata</a:t>
            </a:r>
            <a:r>
              <a:rPr sz="3200" spc="-80" dirty="0">
                <a:solidFill>
                  <a:srgbClr val="FFFFFF"/>
                </a:solidFill>
                <a:latin typeface="Calibri"/>
                <a:cs typeface="Calibri"/>
              </a:rPr>
              <a:t> </a:t>
            </a:r>
            <a:r>
              <a:rPr sz="3200" spc="-10" dirty="0">
                <a:solidFill>
                  <a:srgbClr val="FFFFFF"/>
                </a:solidFill>
                <a:latin typeface="Calibri"/>
                <a:cs typeface="Calibri"/>
              </a:rPr>
              <a:t>(WCMP2)</a:t>
            </a:r>
            <a:endParaRPr sz="3200">
              <a:latin typeface="Calibri"/>
              <a:cs typeface="Calibri"/>
            </a:endParaRPr>
          </a:p>
        </p:txBody>
      </p:sp>
      <p:sp>
        <p:nvSpPr>
          <p:cNvPr id="6" name="object 6"/>
          <p:cNvSpPr txBox="1"/>
          <p:nvPr/>
        </p:nvSpPr>
        <p:spPr>
          <a:xfrm>
            <a:off x="71729" y="626216"/>
            <a:ext cx="11817350" cy="1002030"/>
          </a:xfrm>
          <a:prstGeom prst="rect">
            <a:avLst/>
          </a:prstGeom>
        </p:spPr>
        <p:txBody>
          <a:bodyPr vert="horz" wrap="square" lIns="0" tIns="76200" rIns="0" bIns="0" rtlCol="0">
            <a:spAutoFit/>
          </a:bodyPr>
          <a:lstStyle/>
          <a:p>
            <a:pPr marL="0" marR="5080" lvl="0" indent="0" algn="r" defTabSz="914400" eaLnBrk="1" fontAlgn="auto" latinLnBrk="0" hangingPunct="1">
              <a:lnSpc>
                <a:spcPct val="100000"/>
              </a:lnSpc>
              <a:spcBef>
                <a:spcPts val="600"/>
              </a:spcBef>
              <a:spcAft>
                <a:spcPts val="0"/>
              </a:spcAft>
              <a:buClrTx/>
              <a:buSzTx/>
              <a:buFontTx/>
              <a:buNone/>
              <a:tabLst/>
              <a:defRPr/>
            </a:pPr>
            <a:r>
              <a:rPr kumimoji="0" sz="1400" b="0" i="0" u="sng" strike="noStrike" kern="0" cap="none" spc="0" normalizeH="0" baseline="0" noProof="0" dirty="0">
                <a:ln>
                  <a:noFill/>
                </a:ln>
                <a:solidFill>
                  <a:srgbClr val="0462C1"/>
                </a:solidFill>
                <a:effectLst/>
                <a:uLnTx/>
                <a:uFill>
                  <a:solidFill>
                    <a:srgbClr val="0462C1"/>
                  </a:solidFill>
                </a:uFill>
                <a:latin typeface="Calibri"/>
                <a:cs typeface="Calibri"/>
                <a:hlinkClick r:id="rId2"/>
              </a:rPr>
              <a:t>Link</a:t>
            </a:r>
            <a:r>
              <a:rPr kumimoji="0" sz="1400" b="0" i="0" u="sng" strike="noStrike" kern="0" cap="none" spc="-35" normalizeH="0" baseline="0" noProof="0" dirty="0">
                <a:ln>
                  <a:noFill/>
                </a:ln>
                <a:solidFill>
                  <a:srgbClr val="0462C1"/>
                </a:solidFill>
                <a:effectLst/>
                <a:uLnTx/>
                <a:uFill>
                  <a:solidFill>
                    <a:srgbClr val="0462C1"/>
                  </a:solidFill>
                </a:uFill>
                <a:latin typeface="Calibri"/>
                <a:cs typeface="Calibri"/>
                <a:hlinkClick r:id="rId2"/>
              </a:rPr>
              <a:t> </a:t>
            </a:r>
            <a:r>
              <a:rPr kumimoji="0" sz="1400" b="0" i="0" u="sng" strike="noStrike" kern="0" cap="none" spc="0" normalizeH="0" baseline="0" noProof="0" dirty="0">
                <a:ln>
                  <a:noFill/>
                </a:ln>
                <a:solidFill>
                  <a:srgbClr val="0462C1"/>
                </a:solidFill>
                <a:effectLst/>
                <a:uLnTx/>
                <a:uFill>
                  <a:solidFill>
                    <a:srgbClr val="0462C1"/>
                  </a:solidFill>
                </a:uFill>
                <a:latin typeface="Calibri"/>
                <a:cs typeface="Calibri"/>
                <a:hlinkClick r:id="rId2"/>
              </a:rPr>
              <a:t>to</a:t>
            </a:r>
            <a:r>
              <a:rPr kumimoji="0" sz="1400" b="0" i="0" u="sng" strike="noStrike" kern="0" cap="none" spc="-30" normalizeH="0" baseline="0" noProof="0" dirty="0">
                <a:ln>
                  <a:noFill/>
                </a:ln>
                <a:solidFill>
                  <a:srgbClr val="0462C1"/>
                </a:solidFill>
                <a:effectLst/>
                <a:uLnTx/>
                <a:uFill>
                  <a:solidFill>
                    <a:srgbClr val="0462C1"/>
                  </a:solidFill>
                </a:uFill>
                <a:latin typeface="Calibri"/>
                <a:cs typeface="Calibri"/>
                <a:hlinkClick r:id="rId2"/>
              </a:rPr>
              <a:t> </a:t>
            </a:r>
            <a:r>
              <a:rPr kumimoji="0" sz="1400" b="0" i="0" u="sng" strike="noStrike" kern="0" cap="none" spc="0" normalizeH="0" baseline="0" noProof="0" dirty="0">
                <a:ln>
                  <a:noFill/>
                </a:ln>
                <a:solidFill>
                  <a:srgbClr val="0462C1"/>
                </a:solidFill>
                <a:effectLst/>
                <a:uLnTx/>
                <a:uFill>
                  <a:solidFill>
                    <a:srgbClr val="0462C1"/>
                  </a:solidFill>
                </a:uFill>
                <a:latin typeface="Calibri"/>
                <a:cs typeface="Calibri"/>
                <a:hlinkClick r:id="rId2"/>
              </a:rPr>
              <a:t>WCMP2</a:t>
            </a:r>
            <a:r>
              <a:rPr kumimoji="0" sz="1400" b="0" i="0" u="sng" strike="noStrike" kern="0" cap="none" spc="-30" normalizeH="0" baseline="0" noProof="0" dirty="0">
                <a:ln>
                  <a:noFill/>
                </a:ln>
                <a:solidFill>
                  <a:srgbClr val="0462C1"/>
                </a:solidFill>
                <a:effectLst/>
                <a:uLnTx/>
                <a:uFill>
                  <a:solidFill>
                    <a:srgbClr val="0462C1"/>
                  </a:solidFill>
                </a:uFill>
                <a:latin typeface="Calibri"/>
                <a:cs typeface="Calibri"/>
                <a:hlinkClick r:id="rId2"/>
              </a:rPr>
              <a:t> </a:t>
            </a:r>
            <a:r>
              <a:rPr kumimoji="0" sz="1400" b="0" i="0" u="sng" strike="noStrike" kern="0" cap="none" spc="-10" normalizeH="0" baseline="0" noProof="0" dirty="0">
                <a:ln>
                  <a:noFill/>
                </a:ln>
                <a:solidFill>
                  <a:srgbClr val="0462C1"/>
                </a:solidFill>
                <a:effectLst/>
                <a:uLnTx/>
                <a:uFill>
                  <a:solidFill>
                    <a:srgbClr val="0462C1"/>
                  </a:solidFill>
                </a:uFill>
                <a:latin typeface="Calibri"/>
                <a:cs typeface="Calibri"/>
                <a:hlinkClick r:id="rId2"/>
              </a:rPr>
              <a:t>documentation</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645"/>
              </a:spcBef>
              <a:spcAft>
                <a:spcPts val="0"/>
              </a:spcAft>
              <a:buClrTx/>
              <a:buSzTx/>
              <a:buFontTx/>
              <a:buNone/>
              <a:tabLst/>
              <a:defRPr/>
            </a:pPr>
            <a:r>
              <a:rPr kumimoji="0" sz="1800" b="1" i="0" u="none" strike="noStrike" kern="0" cap="none" spc="-95" normalizeH="0" baseline="0" noProof="0" dirty="0">
                <a:ln>
                  <a:noFill/>
                </a:ln>
                <a:solidFill>
                  <a:srgbClr val="001F5F"/>
                </a:solidFill>
                <a:effectLst/>
                <a:uLnTx/>
                <a:uFillTx/>
                <a:latin typeface="Trebuchet MS"/>
                <a:cs typeface="Trebuchet MS"/>
              </a:rPr>
              <a:t>The</a:t>
            </a:r>
            <a:r>
              <a:rPr kumimoji="0" sz="1800" b="1" i="0" u="none" strike="noStrike" kern="0" cap="none" spc="-160" normalizeH="0" baseline="0" noProof="0" dirty="0">
                <a:ln>
                  <a:noFill/>
                </a:ln>
                <a:solidFill>
                  <a:srgbClr val="001F5F"/>
                </a:solidFill>
                <a:effectLst/>
                <a:uLnTx/>
                <a:uFillTx/>
                <a:latin typeface="Trebuchet MS"/>
                <a:cs typeface="Trebuchet MS"/>
              </a:rPr>
              <a:t> </a:t>
            </a:r>
            <a:r>
              <a:rPr kumimoji="0" sz="1800" b="1" i="0" u="none" strike="noStrike" kern="0" cap="none" spc="95" normalizeH="0" baseline="0" noProof="0" dirty="0">
                <a:ln>
                  <a:noFill/>
                </a:ln>
                <a:solidFill>
                  <a:srgbClr val="001F5F"/>
                </a:solidFill>
                <a:effectLst/>
                <a:uLnTx/>
                <a:uFillTx/>
                <a:latin typeface="Trebuchet MS"/>
                <a:cs typeface="Trebuchet MS"/>
              </a:rPr>
              <a:t>WMO</a:t>
            </a:r>
            <a:r>
              <a:rPr kumimoji="0" sz="1800" b="1" i="0" u="none" strike="noStrike" kern="0" cap="none" spc="-165" normalizeH="0" baseline="0" noProof="0" dirty="0">
                <a:ln>
                  <a:noFill/>
                </a:ln>
                <a:solidFill>
                  <a:srgbClr val="001F5F"/>
                </a:solidFill>
                <a:effectLst/>
                <a:uLnTx/>
                <a:uFillTx/>
                <a:latin typeface="Trebuchet MS"/>
                <a:cs typeface="Trebuchet MS"/>
              </a:rPr>
              <a:t> </a:t>
            </a:r>
            <a:r>
              <a:rPr kumimoji="0" sz="1800" b="1" i="0" u="none" strike="noStrike" kern="0" cap="none" spc="-10" normalizeH="0" baseline="0" noProof="0" dirty="0">
                <a:ln>
                  <a:noFill/>
                </a:ln>
                <a:solidFill>
                  <a:srgbClr val="001F5F"/>
                </a:solidFill>
                <a:effectLst/>
                <a:uLnTx/>
                <a:uFillTx/>
                <a:latin typeface="Trebuchet MS"/>
                <a:cs typeface="Trebuchet MS"/>
              </a:rPr>
              <a:t>Core</a:t>
            </a:r>
            <a:r>
              <a:rPr kumimoji="0" sz="1800" b="1" i="0" u="none" strike="noStrike" kern="0" cap="none" spc="-140" normalizeH="0" baseline="0" noProof="0" dirty="0">
                <a:ln>
                  <a:noFill/>
                </a:ln>
                <a:solidFill>
                  <a:srgbClr val="001F5F"/>
                </a:solidFill>
                <a:effectLst/>
                <a:uLnTx/>
                <a:uFillTx/>
                <a:latin typeface="Trebuchet MS"/>
                <a:cs typeface="Trebuchet MS"/>
              </a:rPr>
              <a:t> </a:t>
            </a:r>
            <a:r>
              <a:rPr kumimoji="0" sz="1800" b="1" i="0" u="none" strike="noStrike" kern="0" cap="none" spc="-10" normalizeH="0" baseline="0" noProof="0" dirty="0">
                <a:ln>
                  <a:noFill/>
                </a:ln>
                <a:solidFill>
                  <a:srgbClr val="001F5F"/>
                </a:solidFill>
                <a:effectLst/>
                <a:uLnTx/>
                <a:uFillTx/>
                <a:latin typeface="Trebuchet MS"/>
                <a:cs typeface="Trebuchet MS"/>
              </a:rPr>
              <a:t>Metadata</a:t>
            </a:r>
            <a:r>
              <a:rPr kumimoji="0" sz="1800" b="1" i="0" u="none" strike="noStrike" kern="0" cap="none" spc="-180" normalizeH="0" baseline="0" noProof="0" dirty="0">
                <a:ln>
                  <a:noFill/>
                </a:ln>
                <a:solidFill>
                  <a:srgbClr val="001F5F"/>
                </a:solidFill>
                <a:effectLst/>
                <a:uLnTx/>
                <a:uFillTx/>
                <a:latin typeface="Trebuchet MS"/>
                <a:cs typeface="Trebuchet MS"/>
              </a:rPr>
              <a:t> </a:t>
            </a:r>
            <a:r>
              <a:rPr kumimoji="0" sz="1800" b="1" i="0" u="none" strike="noStrike" kern="0" cap="none" spc="-55" normalizeH="0" baseline="0" noProof="0" dirty="0">
                <a:ln>
                  <a:noFill/>
                </a:ln>
                <a:solidFill>
                  <a:srgbClr val="001F5F"/>
                </a:solidFill>
                <a:effectLst/>
                <a:uLnTx/>
                <a:uFillTx/>
                <a:latin typeface="Trebuchet MS"/>
                <a:cs typeface="Trebuchet MS"/>
              </a:rPr>
              <a:t>Profile</a:t>
            </a:r>
            <a:r>
              <a:rPr kumimoji="0" sz="1800" b="1" i="0" u="none" strike="noStrike" kern="0" cap="none" spc="-140" normalizeH="0" baseline="0" noProof="0" dirty="0">
                <a:ln>
                  <a:noFill/>
                </a:ln>
                <a:solidFill>
                  <a:srgbClr val="001F5F"/>
                </a:solidFill>
                <a:effectLst/>
                <a:uLnTx/>
                <a:uFillTx/>
                <a:latin typeface="Trebuchet MS"/>
                <a:cs typeface="Trebuchet MS"/>
              </a:rPr>
              <a:t> </a:t>
            </a:r>
            <a:r>
              <a:rPr kumimoji="0" sz="1800" b="1" i="0" u="none" strike="noStrike" kern="0" cap="none" spc="-100" normalizeH="0" baseline="0" noProof="0" dirty="0">
                <a:ln>
                  <a:noFill/>
                </a:ln>
                <a:solidFill>
                  <a:srgbClr val="001F5F"/>
                </a:solidFill>
                <a:effectLst/>
                <a:uLnTx/>
                <a:uFillTx/>
                <a:latin typeface="Trebuchet MS"/>
                <a:cs typeface="Trebuchet MS"/>
              </a:rPr>
              <a:t>2</a:t>
            </a:r>
            <a:r>
              <a:rPr kumimoji="0" sz="1800" b="1" i="0" u="none" strike="noStrike" kern="0" cap="none" spc="-160" normalizeH="0" baseline="0" noProof="0" dirty="0">
                <a:ln>
                  <a:noFill/>
                </a:ln>
                <a:solidFill>
                  <a:srgbClr val="001F5F"/>
                </a:solidFill>
                <a:effectLst/>
                <a:uLnTx/>
                <a:uFillTx/>
                <a:latin typeface="Trebuchet MS"/>
                <a:cs typeface="Trebuchet MS"/>
              </a:rPr>
              <a:t> </a:t>
            </a:r>
            <a:r>
              <a:rPr kumimoji="0" sz="1800" b="1" i="0" u="none" strike="noStrike" kern="0" cap="none" spc="0" normalizeH="0" baseline="0" noProof="0" dirty="0">
                <a:ln>
                  <a:noFill/>
                </a:ln>
                <a:solidFill>
                  <a:srgbClr val="001F5F"/>
                </a:solidFill>
                <a:effectLst/>
                <a:uLnTx/>
                <a:uFillTx/>
                <a:latin typeface="Trebuchet MS"/>
                <a:cs typeface="Trebuchet MS"/>
              </a:rPr>
              <a:t>(WCMP2)</a:t>
            </a:r>
            <a:r>
              <a:rPr kumimoji="0" sz="1800" b="1" i="0" u="none" strike="noStrike" kern="0" cap="none" spc="-150" normalizeH="0" baseline="0" noProof="0" dirty="0">
                <a:ln>
                  <a:noFill/>
                </a:ln>
                <a:solidFill>
                  <a:srgbClr val="001F5F"/>
                </a:solidFill>
                <a:effectLst/>
                <a:uLnTx/>
                <a:uFillTx/>
                <a:latin typeface="Trebuchet MS"/>
                <a:cs typeface="Trebuchet MS"/>
              </a:rPr>
              <a:t> </a:t>
            </a:r>
            <a:r>
              <a:rPr kumimoji="0" sz="1800" b="1" i="0" u="none" strike="noStrike" kern="0" cap="none" spc="-25" normalizeH="0" baseline="0" noProof="0" dirty="0">
                <a:ln>
                  <a:noFill/>
                </a:ln>
                <a:solidFill>
                  <a:srgbClr val="001F5F"/>
                </a:solidFill>
                <a:effectLst/>
                <a:uLnTx/>
                <a:uFillTx/>
                <a:latin typeface="Trebuchet MS"/>
                <a:cs typeface="Trebuchet MS"/>
              </a:rPr>
              <a:t>defines</a:t>
            </a:r>
            <a:r>
              <a:rPr kumimoji="0" sz="1800" b="1" i="0" u="none" strike="noStrike" kern="0" cap="none" spc="-150" normalizeH="0" baseline="0" noProof="0" dirty="0">
                <a:ln>
                  <a:noFill/>
                </a:ln>
                <a:solidFill>
                  <a:srgbClr val="001F5F"/>
                </a:solidFill>
                <a:effectLst/>
                <a:uLnTx/>
                <a:uFillTx/>
                <a:latin typeface="Trebuchet MS"/>
                <a:cs typeface="Trebuchet MS"/>
              </a:rPr>
              <a:t> </a:t>
            </a:r>
            <a:r>
              <a:rPr kumimoji="0" sz="1800" b="1" i="0" u="none" strike="noStrike" kern="0" cap="none" spc="-60" normalizeH="0" baseline="0" noProof="0" dirty="0">
                <a:ln>
                  <a:noFill/>
                </a:ln>
                <a:solidFill>
                  <a:srgbClr val="001F5F"/>
                </a:solidFill>
                <a:effectLst/>
                <a:uLnTx/>
                <a:uFillTx/>
                <a:latin typeface="Trebuchet MS"/>
                <a:cs typeface="Trebuchet MS"/>
              </a:rPr>
              <a:t>the</a:t>
            </a:r>
            <a:r>
              <a:rPr kumimoji="0" sz="1800" b="1" i="0" u="none" strike="noStrike" kern="0" cap="none" spc="-165" normalizeH="0" baseline="0" noProof="0" dirty="0">
                <a:ln>
                  <a:noFill/>
                </a:ln>
                <a:solidFill>
                  <a:srgbClr val="001F5F"/>
                </a:solidFill>
                <a:effectLst/>
                <a:uLnTx/>
                <a:uFillTx/>
                <a:latin typeface="Trebuchet MS"/>
                <a:cs typeface="Trebuchet MS"/>
              </a:rPr>
              <a:t> </a:t>
            </a:r>
            <a:r>
              <a:rPr kumimoji="0" sz="1800" b="1" i="0" u="none" strike="noStrike" kern="0" cap="none" spc="-40" normalizeH="0" baseline="0" noProof="0" dirty="0">
                <a:ln>
                  <a:noFill/>
                </a:ln>
                <a:solidFill>
                  <a:srgbClr val="001F5F"/>
                </a:solidFill>
                <a:effectLst/>
                <a:uLnTx/>
                <a:uFillTx/>
                <a:latin typeface="Trebuchet MS"/>
                <a:cs typeface="Trebuchet MS"/>
              </a:rPr>
              <a:t>content</a:t>
            </a:r>
            <a:r>
              <a:rPr kumimoji="0" sz="1800" b="1" i="0" u="none" strike="noStrike" kern="0" cap="none" spc="-160" normalizeH="0" baseline="0" noProof="0" dirty="0">
                <a:ln>
                  <a:noFill/>
                </a:ln>
                <a:solidFill>
                  <a:srgbClr val="001F5F"/>
                </a:solidFill>
                <a:effectLst/>
                <a:uLnTx/>
                <a:uFillTx/>
                <a:latin typeface="Trebuchet MS"/>
                <a:cs typeface="Trebuchet MS"/>
              </a:rPr>
              <a:t> </a:t>
            </a:r>
            <a:r>
              <a:rPr kumimoji="0" sz="1800" b="1" i="0" u="none" strike="noStrike" kern="0" cap="none" spc="-35" normalizeH="0" baseline="0" noProof="0" dirty="0">
                <a:ln>
                  <a:noFill/>
                </a:ln>
                <a:solidFill>
                  <a:srgbClr val="001F5F"/>
                </a:solidFill>
                <a:effectLst/>
                <a:uLnTx/>
                <a:uFillTx/>
                <a:latin typeface="Trebuchet MS"/>
                <a:cs typeface="Trebuchet MS"/>
              </a:rPr>
              <a:t>of</a:t>
            </a:r>
            <a:r>
              <a:rPr kumimoji="0" sz="1800" b="1" i="0" u="none" strike="noStrike" kern="0" cap="none" spc="-150" normalizeH="0" baseline="0" noProof="0" dirty="0">
                <a:ln>
                  <a:noFill/>
                </a:ln>
                <a:solidFill>
                  <a:srgbClr val="001F5F"/>
                </a:solidFill>
                <a:effectLst/>
                <a:uLnTx/>
                <a:uFillTx/>
                <a:latin typeface="Trebuchet MS"/>
                <a:cs typeface="Trebuchet MS"/>
              </a:rPr>
              <a:t> </a:t>
            </a:r>
            <a:r>
              <a:rPr kumimoji="0" sz="1800" b="1" i="0" u="none" strike="noStrike" kern="0" cap="none" spc="-10" normalizeH="0" baseline="0" noProof="0" dirty="0">
                <a:ln>
                  <a:noFill/>
                </a:ln>
                <a:solidFill>
                  <a:srgbClr val="001F5F"/>
                </a:solidFill>
                <a:effectLst/>
                <a:uLnTx/>
                <a:uFillTx/>
                <a:latin typeface="Trebuchet MS"/>
                <a:cs typeface="Trebuchet MS"/>
              </a:rPr>
              <a:t>Discovery</a:t>
            </a:r>
            <a:r>
              <a:rPr kumimoji="0" sz="1800" b="1" i="0" u="none" strike="noStrike" kern="0" cap="none" spc="-130" normalizeH="0" baseline="0" noProof="0" dirty="0">
                <a:ln>
                  <a:noFill/>
                </a:ln>
                <a:solidFill>
                  <a:srgbClr val="001F5F"/>
                </a:solidFill>
                <a:effectLst/>
                <a:uLnTx/>
                <a:uFillTx/>
                <a:latin typeface="Trebuchet MS"/>
                <a:cs typeface="Trebuchet MS"/>
              </a:rPr>
              <a:t> </a:t>
            </a:r>
            <a:r>
              <a:rPr kumimoji="0" sz="1800" b="1" i="0" u="none" strike="noStrike" kern="0" cap="none" spc="-10" normalizeH="0" baseline="0" noProof="0" dirty="0">
                <a:ln>
                  <a:noFill/>
                </a:ln>
                <a:solidFill>
                  <a:srgbClr val="001F5F"/>
                </a:solidFill>
                <a:effectLst/>
                <a:uLnTx/>
                <a:uFillTx/>
                <a:latin typeface="Trebuchet MS"/>
                <a:cs typeface="Trebuchet MS"/>
              </a:rPr>
              <a:t>Metadata</a:t>
            </a:r>
            <a:r>
              <a:rPr kumimoji="0" sz="1800" b="1" i="0" u="none" strike="noStrike" kern="0" cap="none" spc="-200" normalizeH="0" baseline="0" noProof="0" dirty="0">
                <a:ln>
                  <a:noFill/>
                </a:ln>
                <a:solidFill>
                  <a:srgbClr val="001F5F"/>
                </a:solidFill>
                <a:effectLst/>
                <a:uLnTx/>
                <a:uFillTx/>
                <a:latin typeface="Trebuchet MS"/>
                <a:cs typeface="Trebuchet MS"/>
              </a:rPr>
              <a:t> </a:t>
            </a:r>
            <a:r>
              <a:rPr kumimoji="0" sz="1800" b="1" i="0" u="none" strike="noStrike" kern="0" cap="none" spc="-25" normalizeH="0" baseline="0" noProof="0" dirty="0">
                <a:ln>
                  <a:noFill/>
                </a:ln>
                <a:solidFill>
                  <a:srgbClr val="001F5F"/>
                </a:solidFill>
                <a:effectLst/>
                <a:uLnTx/>
                <a:uFillTx/>
                <a:latin typeface="Trebuchet MS"/>
                <a:cs typeface="Trebuchet MS"/>
              </a:rPr>
              <a:t>records</a:t>
            </a:r>
            <a:r>
              <a:rPr kumimoji="0" sz="1800" b="1" i="0" u="none" strike="noStrike" kern="0" cap="none" spc="-130" normalizeH="0" baseline="0" noProof="0" dirty="0">
                <a:ln>
                  <a:noFill/>
                </a:ln>
                <a:solidFill>
                  <a:srgbClr val="001F5F"/>
                </a:solidFill>
                <a:effectLst/>
                <a:uLnTx/>
                <a:uFillTx/>
                <a:latin typeface="Trebuchet MS"/>
                <a:cs typeface="Trebuchet MS"/>
              </a:rPr>
              <a:t> </a:t>
            </a:r>
            <a:r>
              <a:rPr kumimoji="0" sz="1800" b="1" i="0" u="none" strike="noStrike" kern="0" cap="none" spc="-50" normalizeH="0" baseline="0" noProof="0" dirty="0">
                <a:ln>
                  <a:noFill/>
                </a:ln>
                <a:solidFill>
                  <a:srgbClr val="001F5F"/>
                </a:solidFill>
                <a:effectLst/>
                <a:uLnTx/>
                <a:uFillTx/>
                <a:latin typeface="Trebuchet MS"/>
                <a:cs typeface="Trebuchet MS"/>
              </a:rPr>
              <a:t>in</a:t>
            </a:r>
            <a:r>
              <a:rPr kumimoji="0" sz="1800" b="1" i="0" u="none" strike="noStrike" kern="0" cap="none" spc="-150" normalizeH="0" baseline="0" noProof="0" dirty="0">
                <a:ln>
                  <a:noFill/>
                </a:ln>
                <a:solidFill>
                  <a:srgbClr val="001F5F"/>
                </a:solidFill>
                <a:effectLst/>
                <a:uLnTx/>
                <a:uFillTx/>
                <a:latin typeface="Trebuchet MS"/>
                <a:cs typeface="Trebuchet MS"/>
              </a:rPr>
              <a:t> </a:t>
            </a:r>
            <a:r>
              <a:rPr kumimoji="0" sz="1800" b="1" i="0" u="none" strike="noStrike" kern="0" cap="none" spc="-20" normalizeH="0" baseline="0" noProof="0" dirty="0">
                <a:ln>
                  <a:noFill/>
                </a:ln>
                <a:solidFill>
                  <a:srgbClr val="001F5F"/>
                </a:solidFill>
                <a:effectLst/>
                <a:uLnTx/>
                <a:uFillTx/>
                <a:latin typeface="Trebuchet MS"/>
                <a:cs typeface="Trebuchet MS"/>
              </a:rPr>
              <a:t>WIS2</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545"/>
              </a:spcBef>
              <a:spcAft>
                <a:spcPts val="0"/>
              </a:spcAft>
              <a:buClrTx/>
              <a:buSzTx/>
              <a:buFontTx/>
              <a:buNone/>
              <a:tabLst/>
              <a:defRPr/>
            </a:pPr>
            <a:r>
              <a:rPr kumimoji="0" sz="1800" b="0" i="0" u="none" strike="noStrike" kern="0" cap="none" spc="-90" normalizeH="0" baseline="0" noProof="0" dirty="0">
                <a:ln>
                  <a:noFill/>
                </a:ln>
                <a:solidFill>
                  <a:srgbClr val="001F5F"/>
                </a:solidFill>
                <a:effectLst/>
                <a:uLnTx/>
                <a:uFillTx/>
                <a:latin typeface="Trebuchet MS"/>
                <a:cs typeface="Trebuchet MS"/>
              </a:rPr>
              <a:t>The</a:t>
            </a:r>
            <a:r>
              <a:rPr kumimoji="0" sz="1800" b="0" i="0" u="none" strike="noStrike" kern="0" cap="none" spc="-150" normalizeH="0" baseline="0" noProof="0" dirty="0">
                <a:ln>
                  <a:noFill/>
                </a:ln>
                <a:solidFill>
                  <a:srgbClr val="001F5F"/>
                </a:solidFill>
                <a:effectLst/>
                <a:uLnTx/>
                <a:uFillTx/>
                <a:latin typeface="Trebuchet MS"/>
                <a:cs typeface="Trebuchet MS"/>
              </a:rPr>
              <a:t> </a:t>
            </a:r>
            <a:r>
              <a:rPr kumimoji="0" sz="1800" b="0" i="0" u="none" strike="noStrike" kern="0" cap="none" spc="-20" normalizeH="0" baseline="0" noProof="0" dirty="0">
                <a:ln>
                  <a:noFill/>
                </a:ln>
                <a:solidFill>
                  <a:srgbClr val="001F5F"/>
                </a:solidFill>
                <a:effectLst/>
                <a:uLnTx/>
                <a:uFillTx/>
                <a:latin typeface="Trebuchet MS"/>
                <a:cs typeface="Trebuchet MS"/>
              </a:rPr>
              <a:t>Global</a:t>
            </a:r>
            <a:r>
              <a:rPr kumimoji="0" sz="1800" b="0" i="0" u="none" strike="noStrike" kern="0" cap="none" spc="-155" normalizeH="0" baseline="0" noProof="0" dirty="0">
                <a:ln>
                  <a:noFill/>
                </a:ln>
                <a:solidFill>
                  <a:srgbClr val="001F5F"/>
                </a:solidFill>
                <a:effectLst/>
                <a:uLnTx/>
                <a:uFillTx/>
                <a:latin typeface="Trebuchet MS"/>
                <a:cs typeface="Trebuchet MS"/>
              </a:rPr>
              <a:t> </a:t>
            </a:r>
            <a:r>
              <a:rPr kumimoji="0" sz="1800" b="0" i="0" u="none" strike="noStrike" kern="0" cap="none" spc="-10" normalizeH="0" baseline="0" noProof="0" dirty="0">
                <a:ln>
                  <a:noFill/>
                </a:ln>
                <a:solidFill>
                  <a:srgbClr val="001F5F"/>
                </a:solidFill>
                <a:effectLst/>
                <a:uLnTx/>
                <a:uFillTx/>
                <a:latin typeface="Trebuchet MS"/>
                <a:cs typeface="Trebuchet MS"/>
              </a:rPr>
              <a:t>Discovery</a:t>
            </a:r>
            <a:r>
              <a:rPr kumimoji="0" sz="1800" b="0" i="0" u="none" strike="noStrike" kern="0" cap="none" spc="-170" normalizeH="0" baseline="0" noProof="0" dirty="0">
                <a:ln>
                  <a:noFill/>
                </a:ln>
                <a:solidFill>
                  <a:srgbClr val="001F5F"/>
                </a:solidFill>
                <a:effectLst/>
                <a:uLnTx/>
                <a:uFillTx/>
                <a:latin typeface="Trebuchet MS"/>
                <a:cs typeface="Trebuchet MS"/>
              </a:rPr>
              <a:t> </a:t>
            </a:r>
            <a:r>
              <a:rPr kumimoji="0" sz="1800" b="0" i="0" u="none" strike="noStrike" kern="0" cap="none" spc="-10" normalizeH="0" baseline="0" noProof="0" dirty="0">
                <a:ln>
                  <a:noFill/>
                </a:ln>
                <a:solidFill>
                  <a:srgbClr val="001F5F"/>
                </a:solidFill>
                <a:effectLst/>
                <a:uLnTx/>
                <a:uFillTx/>
                <a:latin typeface="Trebuchet MS"/>
                <a:cs typeface="Trebuchet MS"/>
              </a:rPr>
              <a:t>Catalogue</a:t>
            </a:r>
            <a:r>
              <a:rPr kumimoji="0" sz="1800" b="0" i="0" u="none" strike="noStrike" kern="0" cap="none" spc="-145" normalizeH="0" baseline="0" noProof="0" dirty="0">
                <a:ln>
                  <a:noFill/>
                </a:ln>
                <a:solidFill>
                  <a:srgbClr val="001F5F"/>
                </a:solidFill>
                <a:effectLst/>
                <a:uLnTx/>
                <a:uFillTx/>
                <a:latin typeface="Trebuchet MS"/>
                <a:cs typeface="Trebuchet MS"/>
              </a:rPr>
              <a:t> </a:t>
            </a:r>
            <a:r>
              <a:rPr kumimoji="0" sz="1800" b="0" i="0" u="none" strike="noStrike" kern="0" cap="none" spc="0" normalizeH="0" baseline="0" noProof="0" dirty="0">
                <a:ln>
                  <a:noFill/>
                </a:ln>
                <a:solidFill>
                  <a:srgbClr val="001F5F"/>
                </a:solidFill>
                <a:effectLst/>
                <a:uLnTx/>
                <a:uFillTx/>
                <a:latin typeface="Trebuchet MS"/>
                <a:cs typeface="Trebuchet MS"/>
              </a:rPr>
              <a:t>caches</a:t>
            </a:r>
            <a:r>
              <a:rPr kumimoji="0" sz="1800" b="0" i="0" u="none" strike="noStrike" kern="0" cap="none" spc="-140" normalizeH="0" baseline="0" noProof="0" dirty="0">
                <a:ln>
                  <a:noFill/>
                </a:ln>
                <a:solidFill>
                  <a:srgbClr val="001F5F"/>
                </a:solidFill>
                <a:effectLst/>
                <a:uLnTx/>
                <a:uFillTx/>
                <a:latin typeface="Trebuchet MS"/>
                <a:cs typeface="Trebuchet MS"/>
              </a:rPr>
              <a:t> </a:t>
            </a:r>
            <a:r>
              <a:rPr kumimoji="0" sz="1800" b="0" i="0" u="none" strike="noStrike" kern="0" cap="none" spc="75" normalizeH="0" baseline="0" noProof="0" dirty="0">
                <a:ln>
                  <a:noFill/>
                </a:ln>
                <a:solidFill>
                  <a:srgbClr val="001F5F"/>
                </a:solidFill>
                <a:effectLst/>
                <a:uLnTx/>
                <a:uFillTx/>
                <a:latin typeface="Trebuchet MS"/>
                <a:cs typeface="Trebuchet MS"/>
              </a:rPr>
              <a:t>WCMP2</a:t>
            </a:r>
            <a:r>
              <a:rPr kumimoji="0" sz="1800" b="0" i="0" u="none" strike="noStrike" kern="0" cap="none" spc="-150" normalizeH="0" baseline="0" noProof="0" dirty="0">
                <a:ln>
                  <a:noFill/>
                </a:ln>
                <a:solidFill>
                  <a:srgbClr val="001F5F"/>
                </a:solidFill>
                <a:effectLst/>
                <a:uLnTx/>
                <a:uFillTx/>
                <a:latin typeface="Trebuchet MS"/>
                <a:cs typeface="Trebuchet MS"/>
              </a:rPr>
              <a:t> </a:t>
            </a:r>
            <a:r>
              <a:rPr kumimoji="0" sz="1800" b="0" i="0" u="none" strike="noStrike" kern="0" cap="none" spc="-20" normalizeH="0" baseline="0" noProof="0" dirty="0">
                <a:ln>
                  <a:noFill/>
                </a:ln>
                <a:solidFill>
                  <a:srgbClr val="001F5F"/>
                </a:solidFill>
                <a:effectLst/>
                <a:uLnTx/>
                <a:uFillTx/>
                <a:latin typeface="Trebuchet MS"/>
                <a:cs typeface="Trebuchet MS"/>
              </a:rPr>
              <a:t>records</a:t>
            </a:r>
            <a:r>
              <a:rPr kumimoji="0" sz="1800" b="0" i="0" u="none" strike="noStrike" kern="0" cap="none" spc="-150" normalizeH="0" baseline="0" noProof="0" dirty="0">
                <a:ln>
                  <a:noFill/>
                </a:ln>
                <a:solidFill>
                  <a:srgbClr val="001F5F"/>
                </a:solidFill>
                <a:effectLst/>
                <a:uLnTx/>
                <a:uFillTx/>
                <a:latin typeface="Trebuchet MS"/>
                <a:cs typeface="Trebuchet MS"/>
              </a:rPr>
              <a:t> </a:t>
            </a:r>
            <a:r>
              <a:rPr kumimoji="0" sz="1800" b="0" i="0" u="none" strike="noStrike" kern="0" cap="none" spc="0" normalizeH="0" baseline="0" noProof="0" dirty="0">
                <a:ln>
                  <a:noFill/>
                </a:ln>
                <a:solidFill>
                  <a:srgbClr val="001F5F"/>
                </a:solidFill>
                <a:effectLst/>
                <a:uLnTx/>
                <a:uFillTx/>
                <a:latin typeface="Trebuchet MS"/>
                <a:cs typeface="Trebuchet MS"/>
              </a:rPr>
              <a:t>and</a:t>
            </a:r>
            <a:r>
              <a:rPr kumimoji="0" sz="1800" b="0" i="0" u="none" strike="noStrike" kern="0" cap="none" spc="-145" normalizeH="0" baseline="0" noProof="0" dirty="0">
                <a:ln>
                  <a:noFill/>
                </a:ln>
                <a:solidFill>
                  <a:srgbClr val="001F5F"/>
                </a:solidFill>
                <a:effectLst/>
                <a:uLnTx/>
                <a:uFillTx/>
                <a:latin typeface="Trebuchet MS"/>
                <a:cs typeface="Trebuchet MS"/>
              </a:rPr>
              <a:t> </a:t>
            </a:r>
            <a:r>
              <a:rPr kumimoji="0" sz="1800" b="0" i="0" u="none" strike="noStrike" kern="0" cap="none" spc="-10" normalizeH="0" baseline="0" noProof="0" dirty="0">
                <a:ln>
                  <a:noFill/>
                </a:ln>
                <a:solidFill>
                  <a:srgbClr val="001F5F"/>
                </a:solidFill>
                <a:effectLst/>
                <a:uLnTx/>
                <a:uFillTx/>
                <a:latin typeface="Trebuchet MS"/>
                <a:cs typeface="Trebuchet MS"/>
              </a:rPr>
              <a:t>enables</a:t>
            </a:r>
            <a:r>
              <a:rPr kumimoji="0" sz="1800" b="0" i="0" u="none" strike="noStrike" kern="0" cap="none" spc="-145" normalizeH="0" baseline="0" noProof="0" dirty="0">
                <a:ln>
                  <a:noFill/>
                </a:ln>
                <a:solidFill>
                  <a:srgbClr val="001F5F"/>
                </a:solidFill>
                <a:effectLst/>
                <a:uLnTx/>
                <a:uFillTx/>
                <a:latin typeface="Trebuchet MS"/>
                <a:cs typeface="Trebuchet MS"/>
              </a:rPr>
              <a:t> </a:t>
            </a:r>
            <a:r>
              <a:rPr kumimoji="0" sz="1800" b="0" i="0" u="none" strike="noStrike" kern="0" cap="none" spc="0" normalizeH="0" baseline="0" noProof="0" dirty="0">
                <a:ln>
                  <a:noFill/>
                </a:ln>
                <a:solidFill>
                  <a:srgbClr val="001F5F"/>
                </a:solidFill>
                <a:effectLst/>
                <a:uLnTx/>
                <a:uFillTx/>
                <a:latin typeface="Trebuchet MS"/>
                <a:cs typeface="Trebuchet MS"/>
              </a:rPr>
              <a:t>search</a:t>
            </a:r>
            <a:r>
              <a:rPr kumimoji="0" sz="1800" b="0" i="0" u="none" strike="noStrike" kern="0" cap="none" spc="-135" normalizeH="0" baseline="0" noProof="0" dirty="0">
                <a:ln>
                  <a:noFill/>
                </a:ln>
                <a:solidFill>
                  <a:srgbClr val="001F5F"/>
                </a:solidFill>
                <a:effectLst/>
                <a:uLnTx/>
                <a:uFillTx/>
                <a:latin typeface="Trebuchet MS"/>
                <a:cs typeface="Trebuchet MS"/>
              </a:rPr>
              <a:t> </a:t>
            </a:r>
            <a:r>
              <a:rPr kumimoji="0" sz="1800" b="0" i="0" u="none" strike="noStrike" kern="0" cap="none" spc="-90" normalizeH="0" baseline="0" noProof="0" dirty="0">
                <a:ln>
                  <a:noFill/>
                </a:ln>
                <a:solidFill>
                  <a:srgbClr val="001F5F"/>
                </a:solidFill>
                <a:effectLst/>
                <a:uLnTx/>
                <a:uFillTx/>
                <a:latin typeface="Trebuchet MS"/>
                <a:cs typeface="Trebuchet MS"/>
              </a:rPr>
              <a:t>for</a:t>
            </a:r>
            <a:r>
              <a:rPr kumimoji="0" sz="1800" b="0" i="0" u="none" strike="noStrike" kern="0" cap="none" spc="-155" normalizeH="0" baseline="0" noProof="0" dirty="0">
                <a:ln>
                  <a:noFill/>
                </a:ln>
                <a:solidFill>
                  <a:srgbClr val="001F5F"/>
                </a:solidFill>
                <a:effectLst/>
                <a:uLnTx/>
                <a:uFillTx/>
                <a:latin typeface="Trebuchet MS"/>
                <a:cs typeface="Trebuchet MS"/>
              </a:rPr>
              <a:t> </a:t>
            </a:r>
            <a:r>
              <a:rPr kumimoji="0" sz="1800" b="0" i="0" u="none" strike="noStrike" kern="0" cap="none" spc="-10" normalizeH="0" baseline="0" noProof="0" dirty="0">
                <a:ln>
                  <a:noFill/>
                </a:ln>
                <a:solidFill>
                  <a:srgbClr val="001F5F"/>
                </a:solidFill>
                <a:effectLst/>
                <a:uLnTx/>
                <a:uFillTx/>
                <a:latin typeface="Trebuchet MS"/>
                <a:cs typeface="Trebuchet MS"/>
              </a:rPr>
              <a:t>datasets</a:t>
            </a:r>
            <a:r>
              <a:rPr kumimoji="0" sz="1800" b="0" i="0" u="none" strike="noStrike" kern="0" cap="none" spc="-100" normalizeH="0" baseline="0" noProof="0" dirty="0">
                <a:ln>
                  <a:noFill/>
                </a:ln>
                <a:solidFill>
                  <a:srgbClr val="001F5F"/>
                </a:solidFill>
                <a:effectLst/>
                <a:uLnTx/>
                <a:uFillTx/>
                <a:latin typeface="Trebuchet MS"/>
                <a:cs typeface="Trebuchet MS"/>
              </a:rPr>
              <a:t> </a:t>
            </a:r>
            <a:r>
              <a:rPr kumimoji="0" sz="1800" b="0" i="0" u="none" strike="noStrike" kern="0" cap="none" spc="0" normalizeH="0" baseline="0" noProof="0" dirty="0">
                <a:ln>
                  <a:noFill/>
                </a:ln>
                <a:solidFill>
                  <a:srgbClr val="001F5F"/>
                </a:solidFill>
                <a:effectLst/>
                <a:uLnTx/>
                <a:uFillTx/>
                <a:latin typeface="Trebuchet MS"/>
                <a:cs typeface="Trebuchet MS"/>
              </a:rPr>
              <a:t>using</a:t>
            </a:r>
            <a:r>
              <a:rPr kumimoji="0" sz="1800" b="0" i="0" u="none" strike="noStrike" kern="0" cap="none" spc="-165" normalizeH="0" baseline="0" noProof="0" dirty="0">
                <a:ln>
                  <a:noFill/>
                </a:ln>
                <a:solidFill>
                  <a:srgbClr val="001F5F"/>
                </a:solidFill>
                <a:effectLst/>
                <a:uLnTx/>
                <a:uFillTx/>
                <a:latin typeface="Trebuchet MS"/>
                <a:cs typeface="Trebuchet MS"/>
              </a:rPr>
              <a:t> </a:t>
            </a:r>
            <a:r>
              <a:rPr kumimoji="0" sz="1800" b="0" i="0" u="none" strike="noStrike" kern="0" cap="none" spc="-10" normalizeH="0" baseline="0" noProof="0" dirty="0">
                <a:ln>
                  <a:noFill/>
                </a:ln>
                <a:solidFill>
                  <a:srgbClr val="001F5F"/>
                </a:solidFill>
                <a:effectLst/>
                <a:uLnTx/>
                <a:uFillTx/>
                <a:latin typeface="Trebuchet MS"/>
                <a:cs typeface="Trebuchet MS"/>
              </a:rPr>
              <a:t>an</a:t>
            </a:r>
            <a:r>
              <a:rPr kumimoji="0" sz="1800" b="0" i="0" u="none" strike="noStrike" kern="0" cap="none" spc="-155" normalizeH="0" baseline="0" noProof="0" dirty="0">
                <a:ln>
                  <a:noFill/>
                </a:ln>
                <a:solidFill>
                  <a:srgbClr val="001F5F"/>
                </a:solidFill>
                <a:effectLst/>
                <a:uLnTx/>
                <a:uFillTx/>
                <a:latin typeface="Trebuchet MS"/>
                <a:cs typeface="Trebuchet MS"/>
              </a:rPr>
              <a:t> </a:t>
            </a:r>
            <a:r>
              <a:rPr kumimoji="0" sz="1800" b="0" i="0" u="none" strike="noStrike" kern="0" cap="none" spc="-25" normalizeH="0" baseline="0" noProof="0" dirty="0">
                <a:ln>
                  <a:noFill/>
                </a:ln>
                <a:solidFill>
                  <a:srgbClr val="001F5F"/>
                </a:solidFill>
                <a:effectLst/>
                <a:uLnTx/>
                <a:uFillTx/>
                <a:latin typeface="Trebuchet MS"/>
                <a:cs typeface="Trebuchet MS"/>
              </a:rPr>
              <a:t>API</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7" name="object 7"/>
          <p:cNvSpPr/>
          <p:nvPr/>
        </p:nvSpPr>
        <p:spPr>
          <a:xfrm>
            <a:off x="271500" y="1810511"/>
            <a:ext cx="9698355" cy="5047615"/>
          </a:xfrm>
          <a:custGeom>
            <a:avLst/>
            <a:gdLst/>
            <a:ahLst/>
            <a:cxnLst/>
            <a:rect l="l" t="t" r="r" b="b"/>
            <a:pathLst>
              <a:path w="9698355" h="5047615">
                <a:moveTo>
                  <a:pt x="9698101" y="0"/>
                </a:moveTo>
                <a:lnTo>
                  <a:pt x="0" y="0"/>
                </a:lnTo>
                <a:lnTo>
                  <a:pt x="0" y="5047488"/>
                </a:lnTo>
                <a:lnTo>
                  <a:pt x="9698101" y="5047488"/>
                </a:lnTo>
                <a:lnTo>
                  <a:pt x="969810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350316" y="1831594"/>
            <a:ext cx="81915"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0" i="0" u="none" strike="noStrike" kern="0" cap="none" spc="-50"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9" name="object 9"/>
          <p:cNvSpPr txBox="1"/>
          <p:nvPr/>
        </p:nvSpPr>
        <p:spPr>
          <a:xfrm>
            <a:off x="1264666" y="1831594"/>
            <a:ext cx="7760970" cy="3440429"/>
          </a:xfrm>
          <a:prstGeom prst="rect">
            <a:avLst/>
          </a:prstGeom>
        </p:spPr>
        <p:txBody>
          <a:bodyPr vert="horz" wrap="square" lIns="0" tIns="13335" rIns="0" bIns="0" rtlCol="0">
            <a:spAutoFit/>
          </a:bodyPr>
          <a:lstStyle/>
          <a:p>
            <a:pPr marL="12700" marR="2465070" lvl="0" indent="0" defTabSz="914400" eaLnBrk="1" fontAlgn="auto" latinLnBrk="0" hangingPunct="1">
              <a:lnSpc>
                <a:spcPct val="100000"/>
              </a:lnSpc>
              <a:spcBef>
                <a:spcPts val="105"/>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"id":</a:t>
            </a:r>
            <a:r>
              <a:rPr kumimoji="0" sz="1400" b="0" i="0" u="none" strike="noStrike" kern="0" cap="none" spc="28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"urn:wmo:md:mw-</a:t>
            </a:r>
            <a:r>
              <a:rPr kumimoji="0" sz="1400" b="0" i="0" u="none" strike="noStrike" kern="0" cap="none" spc="-20" normalizeH="0" baseline="0" noProof="0" dirty="0">
                <a:ln>
                  <a:noFill/>
                </a:ln>
                <a:solidFill>
                  <a:srgbClr val="FFFF00"/>
                </a:solidFill>
                <a:effectLst/>
                <a:uLnTx/>
                <a:uFillTx/>
                <a:latin typeface="Calibri"/>
                <a:cs typeface="Calibri"/>
              </a:rPr>
              <a:t>mw_met_centre:surface-</a:t>
            </a:r>
            <a:r>
              <a:rPr kumimoji="0" sz="1400" b="0" i="0" u="none" strike="noStrike" kern="0" cap="none" spc="-10" normalizeH="0" baseline="0" noProof="0" dirty="0">
                <a:ln>
                  <a:noFill/>
                </a:ln>
                <a:solidFill>
                  <a:srgbClr val="FFFF00"/>
                </a:solidFill>
                <a:effectLst/>
                <a:uLnTx/>
                <a:uFillTx/>
                <a:latin typeface="Calibri"/>
                <a:cs typeface="Calibri"/>
              </a:rPr>
              <a:t>weather-observations", </a:t>
            </a:r>
            <a:r>
              <a:rPr kumimoji="0" sz="1400" b="0" i="0" u="none" strike="noStrike" kern="0" cap="none" spc="-20" normalizeH="0" baseline="0" noProof="0" dirty="0">
                <a:ln>
                  <a:noFill/>
                </a:ln>
                <a:solidFill>
                  <a:srgbClr val="99FF66"/>
                </a:solidFill>
                <a:effectLst/>
                <a:uLnTx/>
                <a:uFillTx/>
                <a:latin typeface="Calibri"/>
                <a:cs typeface="Calibri"/>
              </a:rPr>
              <a:t>"conformsTo":</a:t>
            </a:r>
            <a:r>
              <a:rPr kumimoji="0" sz="1400" b="0" i="0" u="none" strike="noStrike" kern="0" cap="none" spc="-40"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1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hlinkClick r:id="rId3"/>
              </a:rPr>
              <a:t>http://wis.wmo.int/spec/wcmp/2/conf/core</a:t>
            </a:r>
            <a:r>
              <a:rPr kumimoji="0" sz="1400" b="0" i="0" u="none" strike="noStrike" kern="0" cap="none" spc="-20" normalizeH="0" baseline="0" noProof="0" dirty="0">
                <a:ln>
                  <a:noFill/>
                </a:ln>
                <a:solidFill>
                  <a:srgbClr val="FFFF00"/>
                </a:solidFill>
                <a:effectLst/>
                <a:uLnTx/>
                <a:uFillTx/>
                <a:latin typeface="Calibri"/>
                <a:cs typeface="Calibri"/>
              </a:rPr>
              <a:t> </a:t>
            </a:r>
            <a:r>
              <a:rPr kumimoji="0" sz="1400" b="0" i="0" u="none" strike="noStrike" kern="0" cap="none" spc="-25"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"type":</a:t>
            </a:r>
            <a:r>
              <a:rPr kumimoji="0" sz="1400" b="0" i="0" u="none" strike="noStrike" kern="0" cap="none" spc="-5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"Feature",</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10" normalizeH="0" baseline="0" noProof="0" dirty="0">
                <a:ln>
                  <a:noFill/>
                </a:ln>
                <a:solidFill>
                  <a:srgbClr val="99FF66"/>
                </a:solidFill>
                <a:effectLst/>
                <a:uLnTx/>
                <a:uFillTx/>
                <a:latin typeface="Calibri"/>
                <a:cs typeface="Calibri"/>
              </a:rPr>
              <a:t>"properties":</a:t>
            </a:r>
            <a:r>
              <a:rPr kumimoji="0" sz="1400" b="0" i="0" u="none" strike="noStrike" kern="0" cap="none" spc="40" normalizeH="0" baseline="0" noProof="0" dirty="0">
                <a:ln>
                  <a:noFill/>
                </a:ln>
                <a:solidFill>
                  <a:srgbClr val="99FF66"/>
                </a:solidFill>
                <a:effectLst/>
                <a:uLnTx/>
                <a:uFillTx/>
                <a:latin typeface="Calibri"/>
                <a:cs typeface="Calibri"/>
              </a:rPr>
              <a:t> </a:t>
            </a:r>
            <a:r>
              <a:rPr kumimoji="0" sz="1400" b="0" i="0" u="none" strike="noStrike" kern="0" cap="none" spc="-50"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9271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"type":</a:t>
            </a:r>
            <a:r>
              <a:rPr kumimoji="0" sz="1400" b="0" i="0" u="none" strike="noStrike" kern="0" cap="none" spc="-55"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"dataset",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927100" marR="2106295"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"title":</a:t>
            </a:r>
            <a:r>
              <a:rPr kumimoji="0" sz="1400" b="0" i="0" u="none" strike="noStrike" kern="0" cap="none" spc="-15"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"Surface</a:t>
            </a:r>
            <a:r>
              <a:rPr kumimoji="0" sz="1400" b="0" i="0" u="none" strike="noStrike" kern="0" cap="none" spc="-5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weather</a:t>
            </a:r>
            <a:r>
              <a:rPr kumimoji="0" sz="1400" b="0" i="0" u="none" strike="noStrike" kern="0" cap="none" spc="-2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observations</a:t>
            </a:r>
            <a:r>
              <a:rPr kumimoji="0" sz="1400" b="0" i="0" u="none" strike="noStrike" kern="0" cap="none" spc="-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from</a:t>
            </a:r>
            <a:r>
              <a:rPr kumimoji="0" sz="1400" b="0" i="0" u="none" strike="noStrike" kern="0" cap="none" spc="-5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Malawi", </a:t>
            </a:r>
            <a:r>
              <a:rPr kumimoji="0" sz="1400" b="0" i="0" u="none" strike="noStrike" kern="0" cap="none" spc="-10" normalizeH="0" baseline="0" noProof="0" dirty="0">
                <a:ln>
                  <a:noFill/>
                </a:ln>
                <a:solidFill>
                  <a:srgbClr val="99FF66"/>
                </a:solidFill>
                <a:effectLst/>
                <a:uLnTx/>
                <a:uFillTx/>
                <a:latin typeface="Calibri"/>
                <a:cs typeface="Calibri"/>
              </a:rPr>
              <a:t>"description":</a:t>
            </a:r>
            <a:r>
              <a:rPr kumimoji="0" sz="1400" b="0" i="0" u="none" strike="noStrike" kern="0" cap="none" spc="-25"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"Surface</a:t>
            </a:r>
            <a:r>
              <a:rPr kumimoji="0" sz="1400" b="0" i="0" u="none" strike="noStrike" kern="0" cap="none" spc="-4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weather</a:t>
            </a:r>
            <a:r>
              <a:rPr kumimoji="0" sz="1400" b="0" i="0" u="none" strike="noStrike" kern="0" cap="none" spc="-1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observations</a:t>
            </a:r>
            <a:r>
              <a:rPr kumimoji="0" sz="1400" b="0" i="0" u="none" strike="noStrike" kern="0" cap="none" spc="-1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from</a:t>
            </a:r>
            <a:r>
              <a:rPr kumimoji="0" sz="1400" b="0" i="0" u="none" strike="noStrike" kern="0" cap="none" spc="-5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Malawi", </a:t>
            </a:r>
            <a:r>
              <a:rPr kumimoji="0" sz="1400" b="0" i="0" u="none" strike="noStrike" kern="0" cap="none" spc="-10" normalizeH="0" baseline="0" noProof="0" dirty="0">
                <a:ln>
                  <a:noFill/>
                </a:ln>
                <a:solidFill>
                  <a:srgbClr val="99FF66"/>
                </a:solidFill>
                <a:effectLst/>
                <a:uLnTx/>
                <a:uFillTx/>
                <a:latin typeface="Calibri"/>
                <a:cs typeface="Calibri"/>
              </a:rPr>
              <a:t>"keywords":</a:t>
            </a:r>
            <a:r>
              <a:rPr kumimoji="0" sz="1400" b="0" i="0" u="none" strike="noStrike" kern="0" cap="none" spc="-25"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4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"surface</a:t>
            </a:r>
            <a:r>
              <a:rPr kumimoji="0" sz="1400" b="0" i="0" u="none" strike="noStrike" kern="0" cap="none" spc="-4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weather",</a:t>
            </a:r>
            <a:r>
              <a:rPr kumimoji="0" sz="1400" b="0" i="0" u="none" strike="noStrike" kern="0" cap="none" spc="-3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"temperature",</a:t>
            </a:r>
            <a:r>
              <a:rPr kumimoji="0" sz="1400" b="0" i="0" u="none" strike="noStrike" kern="0" cap="none" spc="-1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"observations"], </a:t>
            </a:r>
            <a:r>
              <a:rPr kumimoji="0" sz="1400" b="0" i="0" u="none" strike="noStrike" kern="0" cap="none" spc="0" normalizeH="0" baseline="0" noProof="0" dirty="0">
                <a:ln>
                  <a:noFill/>
                </a:ln>
                <a:solidFill>
                  <a:srgbClr val="99FF66"/>
                </a:solidFill>
                <a:effectLst/>
                <a:uLnTx/>
                <a:uFillTx/>
                <a:latin typeface="Calibri"/>
                <a:cs typeface="Calibri"/>
              </a:rPr>
              <a:t>"themes":</a:t>
            </a:r>
            <a:r>
              <a:rPr kumimoji="0" sz="1400" b="0" i="0" u="none" strike="noStrike" kern="0" cap="none" spc="-5"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1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2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99FF66"/>
                </a:solidFill>
                <a:effectLst/>
                <a:uLnTx/>
                <a:uFillTx/>
                <a:latin typeface="Calibri"/>
                <a:cs typeface="Calibri"/>
              </a:rPr>
              <a:t>"concepts":</a:t>
            </a:r>
            <a:r>
              <a:rPr kumimoji="0" sz="1400" b="0" i="0" u="none" strike="noStrike" kern="0" cap="none" spc="-5"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2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1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99FF66"/>
                </a:solidFill>
                <a:effectLst/>
                <a:uLnTx/>
                <a:uFillTx/>
                <a:latin typeface="Calibri"/>
                <a:cs typeface="Calibri"/>
              </a:rPr>
              <a:t>"id":</a:t>
            </a:r>
            <a:r>
              <a:rPr kumimoji="0" sz="1400" b="0" i="0" u="none" strike="noStrike" kern="0" cap="none" spc="-2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"weather"}</a:t>
            </a:r>
            <a:r>
              <a:rPr kumimoji="0" sz="1400" b="0" i="0" u="none" strike="noStrike" kern="0" cap="none" spc="-5" normalizeH="0" baseline="0" noProof="0" dirty="0">
                <a:ln>
                  <a:noFill/>
                </a:ln>
                <a:solidFill>
                  <a:srgbClr val="FFFF00"/>
                </a:solidFill>
                <a:effectLst/>
                <a:uLnTx/>
                <a:uFillTx/>
                <a:latin typeface="Calibri"/>
                <a:cs typeface="Calibri"/>
              </a:rPr>
              <a:t> </a:t>
            </a:r>
            <a:r>
              <a:rPr kumimoji="0" sz="1400" b="0" i="0" u="none" strike="noStrike" kern="0" cap="none" spc="-25"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18415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"scheme":</a:t>
            </a:r>
            <a:r>
              <a:rPr kumimoji="0" sz="1400" b="0" i="0" u="none" strike="noStrike" kern="0" cap="none" spc="425" normalizeH="0" baseline="0" noProof="0" dirty="0">
                <a:ln>
                  <a:noFill/>
                </a:ln>
                <a:solidFill>
                  <a:srgbClr val="99FF66"/>
                </a:solidFill>
                <a:effectLst/>
                <a:uLnTx/>
                <a:uFillTx/>
                <a:latin typeface="Calibri"/>
                <a:cs typeface="Calibri"/>
              </a:rPr>
              <a:t> </a:t>
            </a:r>
            <a:r>
              <a:rPr kumimoji="0" sz="1400" b="0" i="0" u="none" strike="noStrike" kern="0" cap="none" spc="-20" normalizeH="0" baseline="0" noProof="0" dirty="0">
                <a:ln>
                  <a:noFill/>
                </a:ln>
                <a:solidFill>
                  <a:srgbClr val="FFFF00"/>
                </a:solidFill>
                <a:effectLst/>
                <a:uLnTx/>
                <a:uFillTx/>
                <a:latin typeface="Calibri"/>
                <a:cs typeface="Calibri"/>
              </a:rPr>
              <a:t>"</a:t>
            </a:r>
            <a:r>
              <a:rPr kumimoji="0" sz="1400" b="0" i="0" u="none" strike="noStrike" kern="0" cap="none" spc="-20" normalizeH="0" baseline="0" noProof="0" dirty="0">
                <a:ln>
                  <a:noFill/>
                </a:ln>
                <a:solidFill>
                  <a:srgbClr val="FFFF00"/>
                </a:solidFill>
                <a:effectLst/>
                <a:uLnTx/>
                <a:uFillTx/>
                <a:latin typeface="Calibri"/>
                <a:cs typeface="Calibri"/>
                <a:hlinkClick r:id="rId4"/>
              </a:rPr>
              <a:t>https://codes.wmo.int/wis/topic-hierarchy/earth-system-</a:t>
            </a:r>
            <a:r>
              <a:rPr kumimoji="0" sz="1400" b="0" i="0" u="none" strike="noStrike" kern="0" cap="none" spc="-10" normalizeH="0" baseline="0" noProof="0" dirty="0">
                <a:ln>
                  <a:noFill/>
                </a:ln>
                <a:solidFill>
                  <a:srgbClr val="FFFF00"/>
                </a:solidFill>
                <a:effectLst/>
                <a:uLnTx/>
                <a:uFillTx/>
                <a:latin typeface="Calibri"/>
                <a:cs typeface="Calibri"/>
                <a:hlinkClick r:id="rId4"/>
              </a:rPr>
              <a:t>discipline</a:t>
            </a:r>
            <a:r>
              <a:rPr kumimoji="0" sz="1400" b="0" i="0" u="none" strike="noStrike" kern="0" cap="none" spc="-10"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9271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10" normalizeH="0" baseline="0" noProof="0" dirty="0">
                <a:ln>
                  <a:noFill/>
                </a:ln>
                <a:solidFill>
                  <a:srgbClr val="99FF66"/>
                </a:solidFill>
                <a:effectLst/>
                <a:uLnTx/>
                <a:uFillTx/>
                <a:latin typeface="Calibri"/>
                <a:cs typeface="Calibri"/>
              </a:rPr>
              <a:t>"created":</a:t>
            </a:r>
            <a:r>
              <a:rPr kumimoji="0" sz="1400" b="0" i="0" u="none" strike="noStrike" kern="0" cap="none" spc="2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"2024-03-29T00:00:00Z",</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9271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"updated":</a:t>
            </a:r>
            <a:r>
              <a:rPr kumimoji="0" sz="1400" b="0" i="0" u="none" strike="noStrike" kern="0" cap="none" spc="-6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"2024-05-19T15:08:07Z",</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927100" marR="4954905"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10" normalizeH="0" baseline="0" noProof="0" dirty="0">
                <a:ln>
                  <a:noFill/>
                </a:ln>
                <a:solidFill>
                  <a:srgbClr val="99FF66"/>
                </a:solidFill>
                <a:effectLst/>
                <a:uLnTx/>
                <a:uFillTx/>
                <a:latin typeface="Calibri"/>
                <a:cs typeface="Calibri"/>
              </a:rPr>
              <a:t>"wmo:dataPolicy</a:t>
            </a:r>
            <a:r>
              <a:rPr kumimoji="0" sz="1400" b="0" i="0" u="none" strike="noStrike" kern="0" cap="none" spc="-10" normalizeH="0" baseline="0" noProof="0" dirty="0">
                <a:ln>
                  <a:noFill/>
                </a:ln>
                <a:solidFill>
                  <a:srgbClr val="FFFF00"/>
                </a:solidFill>
                <a:effectLst/>
                <a:uLnTx/>
                <a:uFillTx/>
                <a:latin typeface="Calibri"/>
                <a:cs typeface="Calibri"/>
              </a:rPr>
              <a:t>":</a:t>
            </a:r>
            <a:r>
              <a:rPr kumimoji="0" sz="1400" b="0" i="0" u="none" strike="noStrike" kern="0" cap="none" spc="25" normalizeH="0" baseline="0" noProof="0" dirty="0">
                <a:ln>
                  <a:noFill/>
                </a:ln>
                <a:solidFill>
                  <a:srgbClr val="FFFF00"/>
                </a:solidFill>
                <a:effectLst/>
                <a:uLnTx/>
                <a:uFillTx/>
                <a:latin typeface="Calibri"/>
                <a:cs typeface="Calibri"/>
              </a:rPr>
              <a:t> </a:t>
            </a:r>
            <a:r>
              <a:rPr kumimoji="0" sz="1400" b="0" i="0" u="none" strike="noStrike" kern="0" cap="none" spc="-25" normalizeH="0" baseline="0" noProof="0" dirty="0">
                <a:ln>
                  <a:noFill/>
                </a:ln>
                <a:solidFill>
                  <a:srgbClr val="FFFF00"/>
                </a:solidFill>
                <a:effectLst/>
                <a:uLnTx/>
                <a:uFillTx/>
                <a:latin typeface="Calibri"/>
                <a:cs typeface="Calibri"/>
              </a:rPr>
              <a:t>"core“, </a:t>
            </a:r>
            <a:r>
              <a:rPr kumimoji="0" sz="1400" b="0" i="0" u="none" strike="noStrike" kern="0" cap="none" spc="-10" normalizeH="0" baseline="0" noProof="0" dirty="0">
                <a:ln>
                  <a:noFill/>
                </a:ln>
                <a:solidFill>
                  <a:srgbClr val="99FF66"/>
                </a:solidFill>
                <a:effectLst/>
                <a:uLnTx/>
                <a:uFillTx/>
                <a:latin typeface="Calibri"/>
                <a:cs typeface="Calibri"/>
              </a:rPr>
              <a:t>“contacts”:</a:t>
            </a:r>
            <a:r>
              <a:rPr kumimoji="0" sz="1400" b="0" i="0" u="none" strike="noStrike" kern="0" cap="none" spc="-45" normalizeH="0" baseline="0" noProof="0" dirty="0">
                <a:ln>
                  <a:noFill/>
                </a:ln>
                <a:solidFill>
                  <a:srgbClr val="99FF66"/>
                </a:solidFill>
                <a:effectLst/>
                <a:uLnTx/>
                <a:uFillTx/>
                <a:latin typeface="Calibri"/>
                <a:cs typeface="Calibri"/>
              </a:rPr>
              <a:t> </a:t>
            </a:r>
            <a:r>
              <a:rPr kumimoji="0" sz="1400" b="0" i="0" u="none" strike="noStrike" kern="0" cap="none" spc="-20"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25"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"time":</a:t>
            </a:r>
            <a:r>
              <a:rPr kumimoji="0" sz="1400" b="0" i="0" u="none" strike="noStrike" kern="0" cap="none" spc="10"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99FF66"/>
                </a:solidFill>
                <a:effectLst/>
                <a:uLnTx/>
                <a:uFillTx/>
                <a:latin typeface="Calibri"/>
                <a:cs typeface="Calibri"/>
              </a:rPr>
              <a:t>"interval":</a:t>
            </a:r>
            <a:r>
              <a:rPr kumimoji="0" sz="1400" b="0" i="0" u="none" strike="noStrike" kern="0" cap="none" spc="30"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"2021-11-</a:t>
            </a:r>
            <a:r>
              <a:rPr kumimoji="0" sz="1400" b="0" i="0" u="none" strike="noStrike" kern="0" cap="none" spc="0" normalizeH="0" baseline="0" noProof="0" dirty="0">
                <a:ln>
                  <a:noFill/>
                </a:ln>
                <a:solidFill>
                  <a:srgbClr val="FFFF00"/>
                </a:solidFill>
                <a:effectLst/>
                <a:uLnTx/>
                <a:uFillTx/>
                <a:latin typeface="Calibri"/>
                <a:cs typeface="Calibri"/>
              </a:rPr>
              <a:t>29",</a:t>
            </a:r>
            <a:r>
              <a:rPr kumimoji="0" sz="1400" b="0" i="0" u="none" strike="noStrike" kern="0" cap="none" spc="3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a:t>
            </a:r>
            <a:r>
              <a:rPr kumimoji="0" sz="1400" b="0" i="0" u="none" strike="noStrike" kern="0" cap="none" spc="-10" normalizeH="0" baseline="0" noProof="0" dirty="0">
                <a:ln>
                  <a:noFill/>
                </a:ln>
                <a:solidFill>
                  <a:srgbClr val="99FF66"/>
                </a:solidFill>
                <a:effectLst/>
                <a:uLnTx/>
                <a:uFillTx/>
                <a:latin typeface="Calibri"/>
                <a:cs typeface="Calibri"/>
              </a:rPr>
              <a:t>"resolution</a:t>
            </a:r>
            <a:r>
              <a:rPr kumimoji="0" sz="1400" b="0" i="0" u="none" strike="noStrike" kern="0" cap="none" spc="-10" normalizeH="0" baseline="0" noProof="0" dirty="0">
                <a:ln>
                  <a:noFill/>
                </a:ln>
                <a:solidFill>
                  <a:srgbClr val="FFFF00"/>
                </a:solidFill>
                <a:effectLst/>
                <a:uLnTx/>
                <a:uFillTx/>
                <a:latin typeface="Calibri"/>
                <a:cs typeface="Calibri"/>
              </a:rPr>
              <a:t>": "P1H"},</a:t>
            </a:r>
            <a:endParaRPr kumimoji="0" sz="1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10" name="object 10"/>
          <p:cNvSpPr txBox="1"/>
          <p:nvPr/>
        </p:nvSpPr>
        <p:spPr>
          <a:xfrm>
            <a:off x="1264666" y="5245989"/>
            <a:ext cx="69342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"links":</a:t>
            </a:r>
            <a:r>
              <a:rPr kumimoji="0" sz="1400" b="0" i="0" u="none" strike="noStrike" kern="0" cap="none" spc="-45" normalizeH="0" baseline="0" noProof="0" dirty="0">
                <a:ln>
                  <a:noFill/>
                </a:ln>
                <a:solidFill>
                  <a:srgbClr val="99FF66"/>
                </a:solidFill>
                <a:effectLst/>
                <a:uLnTx/>
                <a:uFillTx/>
                <a:latin typeface="Calibri"/>
                <a:cs typeface="Calibri"/>
              </a:rPr>
              <a:t> </a:t>
            </a:r>
            <a:r>
              <a:rPr kumimoji="0" sz="1400" b="0" i="0" u="none" strike="noStrike" kern="0" cap="none" spc="-25"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11" name="object 11"/>
          <p:cNvSpPr txBox="1"/>
          <p:nvPr/>
        </p:nvSpPr>
        <p:spPr>
          <a:xfrm>
            <a:off x="2179447" y="5459679"/>
            <a:ext cx="4584700" cy="45275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"href":</a:t>
            </a:r>
            <a:r>
              <a:rPr kumimoji="0" sz="1400" b="0" i="0" u="none" strike="noStrike" kern="0" cap="none" spc="-70"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"mqtt://everyone:</a:t>
            </a:r>
            <a:r>
              <a:rPr kumimoji="0" sz="1400" b="0" i="0" u="none" strike="noStrike" kern="0" cap="none" spc="-10" normalizeH="0" baseline="0" noProof="0" dirty="0">
                <a:ln>
                  <a:noFill/>
                </a:ln>
                <a:solidFill>
                  <a:srgbClr val="FFFF00"/>
                </a:solidFill>
                <a:effectLst/>
                <a:uLnTx/>
                <a:uFillTx/>
                <a:latin typeface="Calibri"/>
                <a:cs typeface="Calibri"/>
                <a:hlinkClick r:id="rId5"/>
              </a:rPr>
              <a:t>everyone@wis2node.example:1883</a:t>
            </a:r>
            <a:r>
              <a:rPr kumimoji="0" sz="1400" b="0" i="0" u="none" strike="noStrike" kern="0" cap="none" spc="-10"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99FF66"/>
                </a:solidFill>
                <a:effectLst/>
                <a:uLnTx/>
                <a:uFillTx/>
                <a:latin typeface="Calibri"/>
                <a:cs typeface="Calibri"/>
              </a:rPr>
              <a:t>"type":</a:t>
            </a:r>
            <a:r>
              <a:rPr kumimoji="0" sz="1400" b="0" i="0" u="none" strike="noStrike" kern="0" cap="none" spc="-55"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"application/json",</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13" name="object 13"/>
          <p:cNvSpPr/>
          <p:nvPr/>
        </p:nvSpPr>
        <p:spPr>
          <a:xfrm>
            <a:off x="7429500" y="5270258"/>
            <a:ext cx="4295775" cy="530860"/>
          </a:xfrm>
          <a:custGeom>
            <a:avLst/>
            <a:gdLst/>
            <a:ahLst/>
            <a:cxnLst/>
            <a:rect l="l" t="t" r="r" b="b"/>
            <a:pathLst>
              <a:path w="4295775" h="530860">
                <a:moveTo>
                  <a:pt x="4295521" y="0"/>
                </a:moveTo>
                <a:lnTo>
                  <a:pt x="0" y="0"/>
                </a:lnTo>
                <a:lnTo>
                  <a:pt x="0" y="530618"/>
                </a:lnTo>
                <a:lnTo>
                  <a:pt x="4295521" y="530618"/>
                </a:lnTo>
                <a:lnTo>
                  <a:pt x="4295521"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7509129" y="5302453"/>
            <a:ext cx="3952875" cy="240029"/>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404040"/>
                </a:solidFill>
                <a:effectLst/>
                <a:uLnTx/>
                <a:uFillTx/>
                <a:latin typeface="Verdana"/>
                <a:cs typeface="Verdana"/>
              </a:rPr>
              <a:t>The</a:t>
            </a:r>
            <a:r>
              <a:rPr kumimoji="0" sz="1400" b="1" i="0" u="none" strike="noStrike" kern="0" cap="none" spc="-50" normalizeH="0" baseline="0" noProof="0" dirty="0">
                <a:ln>
                  <a:noFill/>
                </a:ln>
                <a:solidFill>
                  <a:srgbClr val="404040"/>
                </a:solidFill>
                <a:effectLst/>
                <a:uLnTx/>
                <a:uFillTx/>
                <a:latin typeface="Verdana"/>
                <a:cs typeface="Verdana"/>
              </a:rPr>
              <a:t> </a:t>
            </a:r>
            <a:r>
              <a:rPr kumimoji="0" sz="1400" b="1" i="0" u="none" strike="noStrike" kern="0" cap="none" spc="0" normalizeH="0" baseline="0" noProof="0" dirty="0">
                <a:ln>
                  <a:noFill/>
                </a:ln>
                <a:solidFill>
                  <a:srgbClr val="404040"/>
                </a:solidFill>
                <a:effectLst/>
                <a:uLnTx/>
                <a:uFillTx/>
                <a:latin typeface="Verdana"/>
                <a:cs typeface="Verdana"/>
              </a:rPr>
              <a:t>"channel"</a:t>
            </a:r>
            <a:r>
              <a:rPr kumimoji="0" sz="1400" b="1" i="0" u="none" strike="noStrike" kern="0" cap="none" spc="-30" normalizeH="0" baseline="0" noProof="0" dirty="0">
                <a:ln>
                  <a:noFill/>
                </a:ln>
                <a:solidFill>
                  <a:srgbClr val="404040"/>
                </a:solidFill>
                <a:effectLst/>
                <a:uLnTx/>
                <a:uFillTx/>
                <a:latin typeface="Verdana"/>
                <a:cs typeface="Verdana"/>
              </a:rPr>
              <a:t> </a:t>
            </a:r>
            <a:r>
              <a:rPr kumimoji="0" sz="1400" b="1" i="0" u="none" strike="noStrike" kern="0" cap="none" spc="0" normalizeH="0" baseline="0" noProof="0" dirty="0">
                <a:ln>
                  <a:noFill/>
                </a:ln>
                <a:solidFill>
                  <a:srgbClr val="404040"/>
                </a:solidFill>
                <a:effectLst/>
                <a:uLnTx/>
                <a:uFillTx/>
                <a:latin typeface="Verdana"/>
                <a:cs typeface="Verdana"/>
              </a:rPr>
              <a:t>indicates</a:t>
            </a:r>
            <a:r>
              <a:rPr kumimoji="0" sz="1400" b="1" i="0" u="none" strike="noStrike" kern="0" cap="none" spc="-60" normalizeH="0" baseline="0" noProof="0" dirty="0">
                <a:ln>
                  <a:noFill/>
                </a:ln>
                <a:solidFill>
                  <a:srgbClr val="404040"/>
                </a:solidFill>
                <a:effectLst/>
                <a:uLnTx/>
                <a:uFillTx/>
                <a:latin typeface="Verdana"/>
                <a:cs typeface="Verdana"/>
              </a:rPr>
              <a:t> </a:t>
            </a:r>
            <a:r>
              <a:rPr kumimoji="0" sz="1400" b="1" i="0" u="none" strike="noStrike" kern="0" cap="none" spc="0" normalizeH="0" baseline="0" noProof="0" dirty="0">
                <a:ln>
                  <a:noFill/>
                </a:ln>
                <a:solidFill>
                  <a:srgbClr val="404040"/>
                </a:solidFill>
                <a:effectLst/>
                <a:uLnTx/>
                <a:uFillTx/>
                <a:latin typeface="Verdana"/>
                <a:cs typeface="Verdana"/>
              </a:rPr>
              <a:t>the</a:t>
            </a:r>
            <a:r>
              <a:rPr kumimoji="0" sz="1400" b="1" i="0" u="none" strike="noStrike" kern="0" cap="none" spc="-30" normalizeH="0" baseline="0" noProof="0" dirty="0">
                <a:ln>
                  <a:noFill/>
                </a:ln>
                <a:solidFill>
                  <a:srgbClr val="404040"/>
                </a:solidFill>
                <a:effectLst/>
                <a:uLnTx/>
                <a:uFillTx/>
                <a:latin typeface="Verdana"/>
                <a:cs typeface="Verdana"/>
              </a:rPr>
              <a:t> </a:t>
            </a:r>
            <a:r>
              <a:rPr kumimoji="0" sz="1400" b="1" i="0" u="none" strike="noStrike" kern="0" cap="none" spc="0" normalizeH="0" baseline="0" noProof="0" dirty="0">
                <a:ln>
                  <a:noFill/>
                </a:ln>
                <a:solidFill>
                  <a:srgbClr val="404040"/>
                </a:solidFill>
                <a:effectLst/>
                <a:uLnTx/>
                <a:uFillTx/>
                <a:latin typeface="Verdana"/>
                <a:cs typeface="Verdana"/>
              </a:rPr>
              <a:t>WIS2</a:t>
            </a:r>
            <a:r>
              <a:rPr kumimoji="0" sz="1400" b="1" i="0" u="none" strike="noStrike" kern="0" cap="none" spc="-35" normalizeH="0" baseline="0" noProof="0" dirty="0">
                <a:ln>
                  <a:noFill/>
                </a:ln>
                <a:solidFill>
                  <a:srgbClr val="404040"/>
                </a:solidFill>
                <a:effectLst/>
                <a:uLnTx/>
                <a:uFillTx/>
                <a:latin typeface="Verdana"/>
                <a:cs typeface="Verdana"/>
              </a:rPr>
              <a:t> </a:t>
            </a:r>
            <a:r>
              <a:rPr kumimoji="0" sz="1400" b="1" i="0" u="none" strike="noStrike" kern="0" cap="none" spc="-10" normalizeH="0" baseline="0" noProof="0" dirty="0">
                <a:ln>
                  <a:noFill/>
                </a:ln>
                <a:solidFill>
                  <a:srgbClr val="404040"/>
                </a:solidFill>
                <a:effectLst/>
                <a:uLnTx/>
                <a:uFillTx/>
                <a:latin typeface="Verdana"/>
                <a:cs typeface="Verdana"/>
              </a:rPr>
              <a:t>topic</a:t>
            </a:r>
            <a:endParaRPr kumimoji="0" sz="1400" b="0" i="0" u="none" strike="noStrike" kern="0" cap="none" spc="0" normalizeH="0" baseline="0" noProof="0">
              <a:ln>
                <a:noFill/>
              </a:ln>
              <a:solidFill>
                <a:sysClr val="windowText" lastClr="000000"/>
              </a:solidFill>
              <a:effectLst/>
              <a:uLnTx/>
              <a:uFillTx/>
              <a:latin typeface="Verdana"/>
              <a:cs typeface="Verdana"/>
            </a:endParaRPr>
          </a:p>
        </p:txBody>
      </p:sp>
      <p:sp>
        <p:nvSpPr>
          <p:cNvPr id="15" name="object 15"/>
          <p:cNvSpPr txBox="1"/>
          <p:nvPr/>
        </p:nvSpPr>
        <p:spPr>
          <a:xfrm>
            <a:off x="7509129" y="5516372"/>
            <a:ext cx="209423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1" i="0" u="none" strike="noStrike" kern="0" cap="none" spc="0" normalizeH="0" baseline="0" noProof="0" dirty="0">
                <a:ln>
                  <a:noFill/>
                </a:ln>
                <a:solidFill>
                  <a:srgbClr val="404040"/>
                </a:solidFill>
                <a:effectLst/>
                <a:uLnTx/>
                <a:uFillTx/>
                <a:latin typeface="Verdana"/>
                <a:cs typeface="Verdana"/>
              </a:rPr>
              <a:t>for</a:t>
            </a:r>
            <a:r>
              <a:rPr kumimoji="0" sz="1400" b="1" i="0" u="none" strike="noStrike" kern="0" cap="none" spc="-15" normalizeH="0" baseline="0" noProof="0" dirty="0">
                <a:ln>
                  <a:noFill/>
                </a:ln>
                <a:solidFill>
                  <a:srgbClr val="404040"/>
                </a:solidFill>
                <a:effectLst/>
                <a:uLnTx/>
                <a:uFillTx/>
                <a:latin typeface="Verdana"/>
                <a:cs typeface="Verdana"/>
              </a:rPr>
              <a:t> </a:t>
            </a:r>
            <a:r>
              <a:rPr kumimoji="0" sz="1400" b="1" i="0" u="none" strike="noStrike" kern="0" cap="none" spc="0" normalizeH="0" baseline="0" noProof="0" dirty="0">
                <a:ln>
                  <a:noFill/>
                </a:ln>
                <a:solidFill>
                  <a:srgbClr val="404040"/>
                </a:solidFill>
                <a:effectLst/>
                <a:uLnTx/>
                <a:uFillTx/>
                <a:latin typeface="Verdana"/>
                <a:cs typeface="Verdana"/>
              </a:rPr>
              <a:t>data</a:t>
            </a:r>
            <a:r>
              <a:rPr kumimoji="0" sz="1400" b="1" i="0" u="none" strike="noStrike" kern="0" cap="none" spc="-25" normalizeH="0" baseline="0" noProof="0" dirty="0">
                <a:ln>
                  <a:noFill/>
                </a:ln>
                <a:solidFill>
                  <a:srgbClr val="404040"/>
                </a:solidFill>
                <a:effectLst/>
                <a:uLnTx/>
                <a:uFillTx/>
                <a:latin typeface="Verdana"/>
                <a:cs typeface="Verdana"/>
              </a:rPr>
              <a:t> </a:t>
            </a:r>
            <a:r>
              <a:rPr kumimoji="0" sz="1400" b="1" i="0" u="none" strike="noStrike" kern="0" cap="none" spc="-10" normalizeH="0" baseline="0" noProof="0" dirty="0">
                <a:ln>
                  <a:noFill/>
                </a:ln>
                <a:solidFill>
                  <a:srgbClr val="404040"/>
                </a:solidFill>
                <a:effectLst/>
                <a:uLnTx/>
                <a:uFillTx/>
                <a:latin typeface="Verdana"/>
                <a:cs typeface="Verdana"/>
              </a:rPr>
              <a:t>publications</a:t>
            </a:r>
            <a:endParaRPr kumimoji="0" sz="1400" b="0" i="0" u="none" strike="noStrike" kern="0" cap="none" spc="0" normalizeH="0" baseline="0" noProof="0">
              <a:ln>
                <a:noFill/>
              </a:ln>
              <a:solidFill>
                <a:sysClr val="windowText" lastClr="000000"/>
              </a:solidFill>
              <a:effectLst/>
              <a:uLnTx/>
              <a:uFillTx/>
              <a:latin typeface="Verdana"/>
              <a:cs typeface="Verdana"/>
            </a:endParaRPr>
          </a:p>
        </p:txBody>
      </p:sp>
      <p:sp>
        <p:nvSpPr>
          <p:cNvPr id="12" name="object 12"/>
          <p:cNvSpPr txBox="1"/>
          <p:nvPr/>
        </p:nvSpPr>
        <p:spPr>
          <a:xfrm>
            <a:off x="1264666" y="5886399"/>
            <a:ext cx="8430260" cy="879475"/>
          </a:xfrm>
          <a:prstGeom prst="rect">
            <a:avLst/>
          </a:prstGeom>
        </p:spPr>
        <p:txBody>
          <a:bodyPr vert="horz" wrap="square" lIns="0" tIns="12700" rIns="0" bIns="0" rtlCol="0">
            <a:spAutoFit/>
          </a:bodyPr>
          <a:lstStyle/>
          <a:p>
            <a:pPr marL="9271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"rel":</a:t>
            </a:r>
            <a:r>
              <a:rPr kumimoji="0" sz="1400" b="0" i="0" u="none" strike="noStrike" kern="0" cap="none" spc="-45"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"items",</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9271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"title":</a:t>
            </a:r>
            <a:r>
              <a:rPr kumimoji="0" sz="1400" b="0" i="0" u="none" strike="noStrike" kern="0" cap="none" spc="-20" normalizeH="0" baseline="0" noProof="0" dirty="0">
                <a:ln>
                  <a:noFill/>
                </a:ln>
                <a:solidFill>
                  <a:srgbClr val="99FF66"/>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"WIS2</a:t>
            </a:r>
            <a:r>
              <a:rPr kumimoji="0" sz="1400" b="0" i="0" u="none" strike="noStrike" kern="0" cap="none" spc="-50"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notifications</a:t>
            </a:r>
            <a:r>
              <a:rPr kumimoji="0" sz="1400" b="0" i="0" u="none" strike="noStrike" kern="0" cap="none" spc="-2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for</a:t>
            </a:r>
            <a:r>
              <a:rPr kumimoji="0" sz="1400" b="0" i="0" u="none" strike="noStrike" kern="0" cap="none" spc="-5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surface</a:t>
            </a:r>
            <a:r>
              <a:rPr kumimoji="0" sz="1400" b="0" i="0" u="none" strike="noStrike" kern="0" cap="none" spc="-3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weather</a:t>
            </a:r>
            <a:r>
              <a:rPr kumimoji="0" sz="1400" b="0" i="0" u="none" strike="noStrike" kern="0" cap="none" spc="-25" normalizeH="0" baseline="0" noProof="0" dirty="0">
                <a:ln>
                  <a:noFill/>
                </a:ln>
                <a:solidFill>
                  <a:srgbClr val="FFFF00"/>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observations</a:t>
            </a:r>
            <a:r>
              <a:rPr kumimoji="0" sz="1400" b="0" i="0" u="none" strike="noStrike" kern="0" cap="none" spc="-2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from</a:t>
            </a:r>
            <a:r>
              <a:rPr kumimoji="0" sz="1400" b="0" i="0" u="none" strike="noStrike" kern="0" cap="none" spc="-55" normalizeH="0" baseline="0" noProof="0" dirty="0">
                <a:ln>
                  <a:noFill/>
                </a:ln>
                <a:solidFill>
                  <a:srgbClr val="FFFF00"/>
                </a:solidFill>
                <a:effectLst/>
                <a:uLnTx/>
                <a:uFillTx/>
                <a:latin typeface="Calibri"/>
                <a:cs typeface="Calibri"/>
              </a:rPr>
              <a:t> </a:t>
            </a:r>
            <a:r>
              <a:rPr kumimoji="0" sz="1400" b="0" i="0" u="none" strike="noStrike" kern="0" cap="none" spc="0" normalizeH="0" baseline="0" noProof="0" dirty="0">
                <a:ln>
                  <a:noFill/>
                </a:ln>
                <a:solidFill>
                  <a:srgbClr val="FFFF00"/>
                </a:solidFill>
                <a:effectLst/>
                <a:uLnTx/>
                <a:uFillTx/>
                <a:latin typeface="Calibri"/>
                <a:cs typeface="Calibri"/>
              </a:rPr>
              <a:t>Malawi</a:t>
            </a:r>
            <a:r>
              <a:rPr kumimoji="0" sz="1400" b="0" i="0" u="none" strike="noStrike" kern="0" cap="none" spc="-20" normalizeH="0" baseline="0" noProof="0" dirty="0">
                <a:ln>
                  <a:noFill/>
                </a:ln>
                <a:solidFill>
                  <a:srgbClr val="FFFF00"/>
                </a:solidFill>
                <a:effectLst/>
                <a:uLnTx/>
                <a:uFillTx/>
                <a:latin typeface="Calibri"/>
                <a:cs typeface="Calibri"/>
              </a:rPr>
              <a:t> </a:t>
            </a:r>
            <a:r>
              <a:rPr kumimoji="0" sz="1400" b="0" i="0" u="none" strike="noStrike" kern="0" cap="none" spc="-25"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927100" marR="0" lvl="0" indent="0" defTabSz="914400" eaLnBrk="1" fontAlgn="auto" latinLnBrk="0" hangingPunct="1">
              <a:lnSpc>
                <a:spcPct val="100000"/>
              </a:lnSpc>
              <a:spcBef>
                <a:spcPts val="5"/>
              </a:spcBef>
              <a:spcAft>
                <a:spcPts val="0"/>
              </a:spcAft>
              <a:buClrTx/>
              <a:buSzTx/>
              <a:buFontTx/>
              <a:buNone/>
              <a:tabLst/>
              <a:defRPr/>
            </a:pPr>
            <a:r>
              <a:rPr kumimoji="0" sz="1400" b="0" i="0" u="none" strike="noStrike" kern="0" cap="none" spc="0" normalizeH="0" baseline="0" noProof="0" dirty="0">
                <a:ln>
                  <a:noFill/>
                </a:ln>
                <a:solidFill>
                  <a:srgbClr val="99FF66"/>
                </a:solidFill>
                <a:effectLst/>
                <a:uLnTx/>
                <a:uFillTx/>
                <a:latin typeface="Calibri"/>
                <a:cs typeface="Calibri"/>
              </a:rPr>
              <a:t>"channel":</a:t>
            </a:r>
            <a:r>
              <a:rPr kumimoji="0" sz="1400" b="0" i="0" u="none" strike="noStrike" kern="0" cap="none" spc="325" normalizeH="0" baseline="0" noProof="0" dirty="0">
                <a:ln>
                  <a:noFill/>
                </a:ln>
                <a:solidFill>
                  <a:srgbClr val="99FF66"/>
                </a:solidFill>
                <a:effectLst/>
                <a:uLnTx/>
                <a:uFillTx/>
                <a:latin typeface="Calibri"/>
                <a:cs typeface="Calibri"/>
              </a:rPr>
              <a:t> </a:t>
            </a:r>
            <a:r>
              <a:rPr kumimoji="0" sz="1400" b="0" i="0" u="none" strike="noStrike" kern="0" cap="none" spc="-10" normalizeH="0" baseline="0" noProof="0" dirty="0">
                <a:ln>
                  <a:noFill/>
                </a:ln>
                <a:solidFill>
                  <a:srgbClr val="FFFF00"/>
                </a:solidFill>
                <a:effectLst/>
                <a:uLnTx/>
                <a:uFillTx/>
                <a:latin typeface="Calibri"/>
                <a:cs typeface="Calibri"/>
              </a:rPr>
              <a:t>"origin/a/wis2/mw-</a:t>
            </a:r>
            <a:r>
              <a:rPr kumimoji="0" sz="1400" b="0" i="0" u="none" strike="noStrike" kern="0" cap="none" spc="-20" normalizeH="0" baseline="0" noProof="0" dirty="0">
                <a:ln>
                  <a:noFill/>
                </a:ln>
                <a:solidFill>
                  <a:srgbClr val="FFFF00"/>
                </a:solidFill>
                <a:effectLst/>
                <a:uLnTx/>
                <a:uFillTx/>
                <a:latin typeface="Calibri"/>
                <a:cs typeface="Calibri"/>
              </a:rPr>
              <a:t>mw_met_centre/data/core/weather/surface-</a:t>
            </a:r>
            <a:r>
              <a:rPr kumimoji="0" sz="1400" b="0" i="0" u="none" strike="noStrike" kern="0" cap="none" spc="-10" normalizeH="0" baseline="0" noProof="0" dirty="0">
                <a:ln>
                  <a:noFill/>
                </a:ln>
                <a:solidFill>
                  <a:srgbClr val="FFFF00"/>
                </a:solidFill>
                <a:effectLst/>
                <a:uLnTx/>
                <a:uFillTx/>
                <a:latin typeface="Calibri"/>
                <a:cs typeface="Calibri"/>
              </a:rPr>
              <a:t>based-observations/synop"</a:t>
            </a:r>
            <a:endParaRPr kumimoji="0" sz="14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FFFF00"/>
                </a:solidFill>
                <a:effectLst/>
                <a:uLnTx/>
                <a:uFillTx/>
                <a:latin typeface="Calibri"/>
                <a:cs typeface="Calibri"/>
              </a:rPr>
              <a:t>}]</a:t>
            </a:r>
            <a:r>
              <a:rPr kumimoji="0" sz="1400" b="0" i="0" u="none" strike="noStrike" kern="0" cap="none" spc="-15" normalizeH="0" baseline="0" noProof="0" dirty="0">
                <a:ln>
                  <a:noFill/>
                </a:ln>
                <a:solidFill>
                  <a:srgbClr val="FFFF00"/>
                </a:solidFill>
                <a:effectLst/>
                <a:uLnTx/>
                <a:uFillTx/>
                <a:latin typeface="Calibri"/>
                <a:cs typeface="Calibri"/>
              </a:rPr>
              <a:t> </a:t>
            </a:r>
            <a:r>
              <a:rPr kumimoji="0" sz="1400" b="0" i="0" u="none" strike="noStrike" kern="0" cap="none" spc="-50" normalizeH="0" baseline="0" noProof="0" dirty="0">
                <a:ln>
                  <a:noFill/>
                </a:ln>
                <a:solidFill>
                  <a:srgbClr val="FFFF00"/>
                </a:solidFill>
                <a:effectLst/>
                <a:uLnTx/>
                <a:uFillTx/>
                <a:latin typeface="Calibri"/>
                <a:cs typeface="Calibri"/>
              </a:rPr>
              <a:t>}</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16" name="object 16"/>
          <p:cNvSpPr/>
          <p:nvPr/>
        </p:nvSpPr>
        <p:spPr>
          <a:xfrm>
            <a:off x="6840601" y="5826112"/>
            <a:ext cx="491490" cy="563245"/>
          </a:xfrm>
          <a:custGeom>
            <a:avLst/>
            <a:gdLst/>
            <a:ahLst/>
            <a:cxnLst/>
            <a:rect l="l" t="t" r="r" b="b"/>
            <a:pathLst>
              <a:path w="491490" h="563245">
                <a:moveTo>
                  <a:pt x="21335" y="480606"/>
                </a:moveTo>
                <a:lnTo>
                  <a:pt x="0" y="563105"/>
                </a:lnTo>
                <a:lnTo>
                  <a:pt x="78740" y="530618"/>
                </a:lnTo>
                <a:lnTo>
                  <a:pt x="65824" y="519366"/>
                </a:lnTo>
                <a:lnTo>
                  <a:pt x="46481" y="519366"/>
                </a:lnTo>
                <a:lnTo>
                  <a:pt x="36956" y="511035"/>
                </a:lnTo>
                <a:lnTo>
                  <a:pt x="45278" y="501465"/>
                </a:lnTo>
                <a:lnTo>
                  <a:pt x="21335" y="480606"/>
                </a:lnTo>
                <a:close/>
              </a:path>
              <a:path w="491490" h="563245">
                <a:moveTo>
                  <a:pt x="45278" y="501465"/>
                </a:moveTo>
                <a:lnTo>
                  <a:pt x="36956" y="511035"/>
                </a:lnTo>
                <a:lnTo>
                  <a:pt x="46481" y="519366"/>
                </a:lnTo>
                <a:lnTo>
                  <a:pt x="54820" y="509779"/>
                </a:lnTo>
                <a:lnTo>
                  <a:pt x="45278" y="501465"/>
                </a:lnTo>
                <a:close/>
              </a:path>
              <a:path w="491490" h="563245">
                <a:moveTo>
                  <a:pt x="54820" y="509779"/>
                </a:moveTo>
                <a:lnTo>
                  <a:pt x="46481" y="519366"/>
                </a:lnTo>
                <a:lnTo>
                  <a:pt x="65824" y="519366"/>
                </a:lnTo>
                <a:lnTo>
                  <a:pt x="54820" y="509779"/>
                </a:lnTo>
                <a:close/>
              </a:path>
              <a:path w="491490" h="563245">
                <a:moveTo>
                  <a:pt x="481329" y="0"/>
                </a:moveTo>
                <a:lnTo>
                  <a:pt x="45278" y="501465"/>
                </a:lnTo>
                <a:lnTo>
                  <a:pt x="54820" y="509779"/>
                </a:lnTo>
                <a:lnTo>
                  <a:pt x="490981" y="8343"/>
                </a:lnTo>
                <a:lnTo>
                  <a:pt x="481329"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17" name="object 17"/>
          <p:cNvGrpSpPr/>
          <p:nvPr/>
        </p:nvGrpSpPr>
        <p:grpSpPr>
          <a:xfrm>
            <a:off x="10860785" y="5732373"/>
            <a:ext cx="926465" cy="914400"/>
            <a:chOff x="10860785" y="5732373"/>
            <a:chExt cx="926465" cy="914400"/>
          </a:xfrm>
        </p:grpSpPr>
        <p:sp>
          <p:nvSpPr>
            <p:cNvPr id="18" name="object 18"/>
            <p:cNvSpPr/>
            <p:nvPr/>
          </p:nvSpPr>
          <p:spPr>
            <a:xfrm>
              <a:off x="10860785" y="5732373"/>
              <a:ext cx="926465" cy="914400"/>
            </a:xfrm>
            <a:custGeom>
              <a:avLst/>
              <a:gdLst/>
              <a:ahLst/>
              <a:cxnLst/>
              <a:rect l="l" t="t" r="r" b="b"/>
              <a:pathLst>
                <a:path w="926465" h="914400">
                  <a:moveTo>
                    <a:pt x="463169" y="0"/>
                  </a:moveTo>
                  <a:lnTo>
                    <a:pt x="415816" y="2360"/>
                  </a:lnTo>
                  <a:lnTo>
                    <a:pt x="369830" y="9288"/>
                  </a:lnTo>
                  <a:lnTo>
                    <a:pt x="325445" y="20555"/>
                  </a:lnTo>
                  <a:lnTo>
                    <a:pt x="282892" y="35929"/>
                  </a:lnTo>
                  <a:lnTo>
                    <a:pt x="242405" y="55182"/>
                  </a:lnTo>
                  <a:lnTo>
                    <a:pt x="204216" y="78083"/>
                  </a:lnTo>
                  <a:lnTo>
                    <a:pt x="168560" y="104403"/>
                  </a:lnTo>
                  <a:lnTo>
                    <a:pt x="135667" y="133911"/>
                  </a:lnTo>
                  <a:lnTo>
                    <a:pt x="105772" y="166379"/>
                  </a:lnTo>
                  <a:lnTo>
                    <a:pt x="79108" y="201576"/>
                  </a:lnTo>
                  <a:lnTo>
                    <a:pt x="55906" y="239272"/>
                  </a:lnTo>
                  <a:lnTo>
                    <a:pt x="36401" y="279238"/>
                  </a:lnTo>
                  <a:lnTo>
                    <a:pt x="20825" y="321243"/>
                  </a:lnTo>
                  <a:lnTo>
                    <a:pt x="9410" y="365059"/>
                  </a:lnTo>
                  <a:lnTo>
                    <a:pt x="2391" y="410454"/>
                  </a:lnTo>
                  <a:lnTo>
                    <a:pt x="0" y="457200"/>
                  </a:lnTo>
                  <a:lnTo>
                    <a:pt x="2391" y="503945"/>
                  </a:lnTo>
                  <a:lnTo>
                    <a:pt x="9410" y="549340"/>
                  </a:lnTo>
                  <a:lnTo>
                    <a:pt x="20825" y="593156"/>
                  </a:lnTo>
                  <a:lnTo>
                    <a:pt x="36401" y="635161"/>
                  </a:lnTo>
                  <a:lnTo>
                    <a:pt x="55906" y="675127"/>
                  </a:lnTo>
                  <a:lnTo>
                    <a:pt x="79108" y="712823"/>
                  </a:lnTo>
                  <a:lnTo>
                    <a:pt x="105772" y="748020"/>
                  </a:lnTo>
                  <a:lnTo>
                    <a:pt x="135667" y="780488"/>
                  </a:lnTo>
                  <a:lnTo>
                    <a:pt x="168560" y="809996"/>
                  </a:lnTo>
                  <a:lnTo>
                    <a:pt x="204216" y="836316"/>
                  </a:lnTo>
                  <a:lnTo>
                    <a:pt x="242405" y="859217"/>
                  </a:lnTo>
                  <a:lnTo>
                    <a:pt x="282892" y="878470"/>
                  </a:lnTo>
                  <a:lnTo>
                    <a:pt x="325445" y="893844"/>
                  </a:lnTo>
                  <a:lnTo>
                    <a:pt x="369830" y="905111"/>
                  </a:lnTo>
                  <a:lnTo>
                    <a:pt x="415816" y="912039"/>
                  </a:lnTo>
                  <a:lnTo>
                    <a:pt x="463169" y="914400"/>
                  </a:lnTo>
                  <a:lnTo>
                    <a:pt x="510499" y="912039"/>
                  </a:lnTo>
                  <a:lnTo>
                    <a:pt x="556465" y="905111"/>
                  </a:lnTo>
                  <a:lnTo>
                    <a:pt x="600833" y="893844"/>
                  </a:lnTo>
                  <a:lnTo>
                    <a:pt x="643372" y="878470"/>
                  </a:lnTo>
                  <a:lnTo>
                    <a:pt x="683846" y="859217"/>
                  </a:lnTo>
                  <a:lnTo>
                    <a:pt x="722025" y="836316"/>
                  </a:lnTo>
                  <a:lnTo>
                    <a:pt x="757673" y="809996"/>
                  </a:lnTo>
                  <a:lnTo>
                    <a:pt x="790559" y="780488"/>
                  </a:lnTo>
                  <a:lnTo>
                    <a:pt x="820448" y="748020"/>
                  </a:lnTo>
                  <a:lnTo>
                    <a:pt x="847109" y="712823"/>
                  </a:lnTo>
                  <a:lnTo>
                    <a:pt x="870308" y="675127"/>
                  </a:lnTo>
                  <a:lnTo>
                    <a:pt x="889811" y="635161"/>
                  </a:lnTo>
                  <a:lnTo>
                    <a:pt x="905386" y="593156"/>
                  </a:lnTo>
                  <a:lnTo>
                    <a:pt x="916800" y="549340"/>
                  </a:lnTo>
                  <a:lnTo>
                    <a:pt x="923819" y="503945"/>
                  </a:lnTo>
                  <a:lnTo>
                    <a:pt x="926211" y="457200"/>
                  </a:lnTo>
                  <a:lnTo>
                    <a:pt x="923819" y="410454"/>
                  </a:lnTo>
                  <a:lnTo>
                    <a:pt x="916800" y="365059"/>
                  </a:lnTo>
                  <a:lnTo>
                    <a:pt x="905386" y="321243"/>
                  </a:lnTo>
                  <a:lnTo>
                    <a:pt x="889811" y="279238"/>
                  </a:lnTo>
                  <a:lnTo>
                    <a:pt x="870308" y="239272"/>
                  </a:lnTo>
                  <a:lnTo>
                    <a:pt x="847109" y="201576"/>
                  </a:lnTo>
                  <a:lnTo>
                    <a:pt x="820448" y="166379"/>
                  </a:lnTo>
                  <a:lnTo>
                    <a:pt x="790559" y="133911"/>
                  </a:lnTo>
                  <a:lnTo>
                    <a:pt x="757673" y="104403"/>
                  </a:lnTo>
                  <a:lnTo>
                    <a:pt x="722025" y="78083"/>
                  </a:lnTo>
                  <a:lnTo>
                    <a:pt x="683846" y="55182"/>
                  </a:lnTo>
                  <a:lnTo>
                    <a:pt x="643372" y="35929"/>
                  </a:lnTo>
                  <a:lnTo>
                    <a:pt x="600833" y="20555"/>
                  </a:lnTo>
                  <a:lnTo>
                    <a:pt x="556465" y="9288"/>
                  </a:lnTo>
                  <a:lnTo>
                    <a:pt x="510499" y="2360"/>
                  </a:lnTo>
                  <a:lnTo>
                    <a:pt x="463169" y="0"/>
                  </a:lnTo>
                  <a:close/>
                </a:path>
              </a:pathLst>
            </a:custGeom>
            <a:solidFill>
              <a:srgbClr val="ECECE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p:cNvSpPr/>
            <p:nvPr/>
          </p:nvSpPr>
          <p:spPr>
            <a:xfrm>
              <a:off x="10978948" y="5910353"/>
              <a:ext cx="680085" cy="607060"/>
            </a:xfrm>
            <a:custGeom>
              <a:avLst/>
              <a:gdLst/>
              <a:ahLst/>
              <a:cxnLst/>
              <a:rect l="l" t="t" r="r" b="b"/>
              <a:pathLst>
                <a:path w="680084" h="607059">
                  <a:moveTo>
                    <a:pt x="403841" y="0"/>
                  </a:moveTo>
                  <a:lnTo>
                    <a:pt x="402003" y="0"/>
                  </a:lnTo>
                  <a:lnTo>
                    <a:pt x="49030" y="123157"/>
                  </a:lnTo>
                  <a:lnTo>
                    <a:pt x="26903" y="163012"/>
                  </a:lnTo>
                  <a:lnTo>
                    <a:pt x="23215" y="197586"/>
                  </a:lnTo>
                  <a:lnTo>
                    <a:pt x="23431" y="206963"/>
                  </a:lnTo>
                  <a:lnTo>
                    <a:pt x="24216" y="216299"/>
                  </a:lnTo>
                  <a:lnTo>
                    <a:pt x="25570" y="225571"/>
                  </a:lnTo>
                  <a:lnTo>
                    <a:pt x="27487" y="234752"/>
                  </a:lnTo>
                  <a:lnTo>
                    <a:pt x="19343" y="243160"/>
                  </a:lnTo>
                  <a:lnTo>
                    <a:pt x="10404" y="257174"/>
                  </a:lnTo>
                  <a:lnTo>
                    <a:pt x="10322" y="257303"/>
                  </a:lnTo>
                  <a:lnTo>
                    <a:pt x="3011" y="277979"/>
                  </a:lnTo>
                  <a:lnTo>
                    <a:pt x="0" y="305987"/>
                  </a:lnTo>
                  <a:lnTo>
                    <a:pt x="1727" y="328757"/>
                  </a:lnTo>
                  <a:lnTo>
                    <a:pt x="7052" y="350811"/>
                  </a:lnTo>
                  <a:lnTo>
                    <a:pt x="15837" y="371727"/>
                  </a:lnTo>
                  <a:lnTo>
                    <a:pt x="27944" y="391081"/>
                  </a:lnTo>
                  <a:lnTo>
                    <a:pt x="25792" y="400643"/>
                  </a:lnTo>
                  <a:lnTo>
                    <a:pt x="24284" y="410318"/>
                  </a:lnTo>
                  <a:lnTo>
                    <a:pt x="23422" y="420191"/>
                  </a:lnTo>
                  <a:lnTo>
                    <a:pt x="23328" y="424582"/>
                  </a:lnTo>
                  <a:lnTo>
                    <a:pt x="23216" y="429873"/>
                  </a:lnTo>
                  <a:lnTo>
                    <a:pt x="26948" y="464626"/>
                  </a:lnTo>
                  <a:lnTo>
                    <a:pt x="43849" y="502596"/>
                  </a:lnTo>
                  <a:lnTo>
                    <a:pt x="299041" y="606734"/>
                  </a:lnTo>
                  <a:lnTo>
                    <a:pt x="300002" y="606915"/>
                  </a:lnTo>
                  <a:lnTo>
                    <a:pt x="301969" y="606915"/>
                  </a:lnTo>
                  <a:lnTo>
                    <a:pt x="302915" y="606734"/>
                  </a:lnTo>
                  <a:lnTo>
                    <a:pt x="342260" y="590836"/>
                  </a:lnTo>
                  <a:lnTo>
                    <a:pt x="300982" y="590836"/>
                  </a:lnTo>
                  <a:lnTo>
                    <a:pt x="57756" y="495082"/>
                  </a:lnTo>
                  <a:lnTo>
                    <a:pt x="53185" y="488940"/>
                  </a:lnTo>
                  <a:lnTo>
                    <a:pt x="46814" y="476424"/>
                  </a:lnTo>
                  <a:lnTo>
                    <a:pt x="41151" y="456936"/>
                  </a:lnTo>
                  <a:lnTo>
                    <a:pt x="38706" y="429873"/>
                  </a:lnTo>
                  <a:lnTo>
                    <a:pt x="38818" y="424582"/>
                  </a:lnTo>
                  <a:lnTo>
                    <a:pt x="44755" y="389029"/>
                  </a:lnTo>
                  <a:lnTo>
                    <a:pt x="44123" y="386152"/>
                  </a:lnTo>
                  <a:lnTo>
                    <a:pt x="22193" y="347324"/>
                  </a:lnTo>
                  <a:lnTo>
                    <a:pt x="15495" y="305987"/>
                  </a:lnTo>
                  <a:lnTo>
                    <a:pt x="19001" y="278732"/>
                  </a:lnTo>
                  <a:lnTo>
                    <a:pt x="19098" y="277979"/>
                  </a:lnTo>
                  <a:lnTo>
                    <a:pt x="19223" y="277004"/>
                  </a:lnTo>
                  <a:lnTo>
                    <a:pt x="27505" y="258152"/>
                  </a:lnTo>
                  <a:lnTo>
                    <a:pt x="35971" y="247821"/>
                  </a:lnTo>
                  <a:lnTo>
                    <a:pt x="40253" y="244437"/>
                  </a:lnTo>
                  <a:lnTo>
                    <a:pt x="43355" y="242643"/>
                  </a:lnTo>
                  <a:lnTo>
                    <a:pt x="44813" y="238959"/>
                  </a:lnTo>
                  <a:lnTo>
                    <a:pt x="38731" y="197586"/>
                  </a:lnTo>
                  <a:lnTo>
                    <a:pt x="40989" y="171557"/>
                  </a:lnTo>
                  <a:lnTo>
                    <a:pt x="41020" y="171200"/>
                  </a:lnTo>
                  <a:lnTo>
                    <a:pt x="46198" y="153393"/>
                  </a:lnTo>
                  <a:lnTo>
                    <a:pt x="46298" y="153052"/>
                  </a:lnTo>
                  <a:lnTo>
                    <a:pt x="52182" y="142034"/>
                  </a:lnTo>
                  <a:lnTo>
                    <a:pt x="56292" y="137036"/>
                  </a:lnTo>
                  <a:lnTo>
                    <a:pt x="402751" y="16131"/>
                  </a:lnTo>
                  <a:lnTo>
                    <a:pt x="447433" y="16131"/>
                  </a:lnTo>
                  <a:lnTo>
                    <a:pt x="405511" y="645"/>
                  </a:lnTo>
                  <a:lnTo>
                    <a:pt x="403841" y="0"/>
                  </a:lnTo>
                  <a:close/>
                </a:path>
                <a:path w="680084" h="607059">
                  <a:moveTo>
                    <a:pt x="666353" y="439597"/>
                  </a:moveTo>
                  <a:lnTo>
                    <a:pt x="620614" y="439597"/>
                  </a:lnTo>
                  <a:lnTo>
                    <a:pt x="649183" y="449921"/>
                  </a:lnTo>
                  <a:lnTo>
                    <a:pt x="649183" y="450069"/>
                  </a:lnTo>
                  <a:lnTo>
                    <a:pt x="300982" y="590836"/>
                  </a:lnTo>
                  <a:lnTo>
                    <a:pt x="342260" y="590836"/>
                  </a:lnTo>
                  <a:lnTo>
                    <a:pt x="678009" y="455102"/>
                  </a:lnTo>
                  <a:lnTo>
                    <a:pt x="679944" y="450592"/>
                  </a:lnTo>
                  <a:lnTo>
                    <a:pt x="677493" y="444566"/>
                  </a:lnTo>
                  <a:lnTo>
                    <a:pt x="675881" y="442965"/>
                  </a:lnTo>
                  <a:lnTo>
                    <a:pt x="666353" y="439597"/>
                  </a:lnTo>
                  <a:close/>
                </a:path>
                <a:path w="680084" h="607059">
                  <a:moveTo>
                    <a:pt x="70009" y="383726"/>
                  </a:moveTo>
                  <a:lnTo>
                    <a:pt x="65520" y="385681"/>
                  </a:lnTo>
                  <a:lnTo>
                    <a:pt x="63598" y="390565"/>
                  </a:lnTo>
                  <a:lnTo>
                    <a:pt x="63502" y="391081"/>
                  </a:lnTo>
                  <a:lnTo>
                    <a:pt x="63418" y="473105"/>
                  </a:lnTo>
                  <a:lnTo>
                    <a:pt x="65359" y="475963"/>
                  </a:lnTo>
                  <a:lnTo>
                    <a:pt x="300008" y="568401"/>
                  </a:lnTo>
                  <a:lnTo>
                    <a:pt x="302065" y="568401"/>
                  </a:lnTo>
                  <a:lnTo>
                    <a:pt x="342327" y="552121"/>
                  </a:lnTo>
                  <a:lnTo>
                    <a:pt x="300982" y="552121"/>
                  </a:lnTo>
                  <a:lnTo>
                    <a:pt x="78882" y="464626"/>
                  </a:lnTo>
                  <a:lnTo>
                    <a:pt x="78882" y="403844"/>
                  </a:lnTo>
                  <a:lnTo>
                    <a:pt x="121092" y="403844"/>
                  </a:lnTo>
                  <a:lnTo>
                    <a:pt x="70009" y="383726"/>
                  </a:lnTo>
                  <a:close/>
                </a:path>
                <a:path w="680084" h="607059">
                  <a:moveTo>
                    <a:pt x="631900" y="363859"/>
                  </a:moveTo>
                  <a:lnTo>
                    <a:pt x="616422" y="363859"/>
                  </a:lnTo>
                  <a:lnTo>
                    <a:pt x="616423" y="424582"/>
                  </a:lnTo>
                  <a:lnTo>
                    <a:pt x="300982" y="552121"/>
                  </a:lnTo>
                  <a:lnTo>
                    <a:pt x="342327" y="552121"/>
                  </a:lnTo>
                  <a:lnTo>
                    <a:pt x="620614" y="439597"/>
                  </a:lnTo>
                  <a:lnTo>
                    <a:pt x="666353" y="439597"/>
                  </a:lnTo>
                  <a:lnTo>
                    <a:pt x="631900" y="427370"/>
                  </a:lnTo>
                  <a:lnTo>
                    <a:pt x="631900" y="363859"/>
                  </a:lnTo>
                  <a:close/>
                </a:path>
                <a:path w="680084" h="607059">
                  <a:moveTo>
                    <a:pt x="121092" y="403844"/>
                  </a:moveTo>
                  <a:lnTo>
                    <a:pt x="78882" y="403844"/>
                  </a:lnTo>
                  <a:lnTo>
                    <a:pt x="300008" y="490971"/>
                  </a:lnTo>
                  <a:lnTo>
                    <a:pt x="302065" y="490971"/>
                  </a:lnTo>
                  <a:lnTo>
                    <a:pt x="342325" y="474692"/>
                  </a:lnTo>
                  <a:lnTo>
                    <a:pt x="300982" y="474692"/>
                  </a:lnTo>
                  <a:lnTo>
                    <a:pt x="121092" y="403844"/>
                  </a:lnTo>
                  <a:close/>
                </a:path>
                <a:path w="680084" h="607059">
                  <a:moveTo>
                    <a:pt x="670040" y="333932"/>
                  </a:moveTo>
                  <a:lnTo>
                    <a:pt x="601693" y="333932"/>
                  </a:lnTo>
                  <a:lnTo>
                    <a:pt x="634673" y="339352"/>
                  </a:lnTo>
                  <a:lnTo>
                    <a:pt x="634802" y="339352"/>
                  </a:lnTo>
                  <a:lnTo>
                    <a:pt x="634673" y="339501"/>
                  </a:lnTo>
                  <a:lnTo>
                    <a:pt x="300982" y="474692"/>
                  </a:lnTo>
                  <a:lnTo>
                    <a:pt x="342325" y="474692"/>
                  </a:lnTo>
                  <a:lnTo>
                    <a:pt x="616422" y="363859"/>
                  </a:lnTo>
                  <a:lnTo>
                    <a:pt x="631900" y="363859"/>
                  </a:lnTo>
                  <a:lnTo>
                    <a:pt x="631900" y="357509"/>
                  </a:lnTo>
                  <a:lnTo>
                    <a:pt x="669497" y="341604"/>
                  </a:lnTo>
                  <a:lnTo>
                    <a:pt x="671367" y="337062"/>
                  </a:lnTo>
                  <a:lnTo>
                    <a:pt x="670040" y="333932"/>
                  </a:lnTo>
                  <a:close/>
                </a:path>
                <a:path w="680084" h="607059">
                  <a:moveTo>
                    <a:pt x="47006" y="258684"/>
                  </a:moveTo>
                  <a:lnTo>
                    <a:pt x="46600" y="258684"/>
                  </a:lnTo>
                  <a:lnTo>
                    <a:pt x="42304" y="260555"/>
                  </a:lnTo>
                  <a:lnTo>
                    <a:pt x="40382" y="265440"/>
                  </a:lnTo>
                  <a:lnTo>
                    <a:pt x="40202" y="266401"/>
                  </a:lnTo>
                  <a:lnTo>
                    <a:pt x="40202" y="349218"/>
                  </a:lnTo>
                  <a:lnTo>
                    <a:pt x="42143" y="352076"/>
                  </a:lnTo>
                  <a:lnTo>
                    <a:pt x="299666" y="453509"/>
                  </a:lnTo>
                  <a:lnTo>
                    <a:pt x="301704" y="453509"/>
                  </a:lnTo>
                  <a:lnTo>
                    <a:pt x="342481" y="437255"/>
                  </a:lnTo>
                  <a:lnTo>
                    <a:pt x="300653" y="437255"/>
                  </a:lnTo>
                  <a:lnTo>
                    <a:pt x="55679" y="340759"/>
                  </a:lnTo>
                  <a:lnTo>
                    <a:pt x="55679" y="278732"/>
                  </a:lnTo>
                  <a:lnTo>
                    <a:pt x="97991" y="278732"/>
                  </a:lnTo>
                  <a:lnTo>
                    <a:pt x="47006" y="258684"/>
                  </a:lnTo>
                  <a:close/>
                </a:path>
                <a:path w="680084" h="607059">
                  <a:moveTo>
                    <a:pt x="608574" y="257174"/>
                  </a:moveTo>
                  <a:lnTo>
                    <a:pt x="593084" y="257174"/>
                  </a:lnTo>
                  <a:lnTo>
                    <a:pt x="593097" y="320659"/>
                  </a:lnTo>
                  <a:lnTo>
                    <a:pt x="300653" y="437255"/>
                  </a:lnTo>
                  <a:lnTo>
                    <a:pt x="342481" y="437255"/>
                  </a:lnTo>
                  <a:lnTo>
                    <a:pt x="601693" y="333932"/>
                  </a:lnTo>
                  <a:lnTo>
                    <a:pt x="670040" y="333932"/>
                  </a:lnTo>
                  <a:lnTo>
                    <a:pt x="668658" y="330674"/>
                  </a:lnTo>
                  <a:lnTo>
                    <a:pt x="666401" y="328932"/>
                  </a:lnTo>
                  <a:lnTo>
                    <a:pt x="608574" y="319369"/>
                  </a:lnTo>
                  <a:lnTo>
                    <a:pt x="608574" y="257174"/>
                  </a:lnTo>
                  <a:close/>
                </a:path>
                <a:path w="680084" h="607059">
                  <a:moveTo>
                    <a:pt x="97991" y="278732"/>
                  </a:moveTo>
                  <a:lnTo>
                    <a:pt x="55679" y="278732"/>
                  </a:lnTo>
                  <a:lnTo>
                    <a:pt x="300008" y="374828"/>
                  </a:lnTo>
                  <a:lnTo>
                    <a:pt x="302065" y="374828"/>
                  </a:lnTo>
                  <a:lnTo>
                    <a:pt x="342333" y="358548"/>
                  </a:lnTo>
                  <a:lnTo>
                    <a:pt x="300982" y="358548"/>
                  </a:lnTo>
                  <a:lnTo>
                    <a:pt x="97991" y="278732"/>
                  </a:lnTo>
                  <a:close/>
                </a:path>
                <a:path w="680084" h="607059">
                  <a:moveTo>
                    <a:pt x="666382" y="207310"/>
                  </a:moveTo>
                  <a:lnTo>
                    <a:pt x="620614" y="207310"/>
                  </a:lnTo>
                  <a:lnTo>
                    <a:pt x="649183" y="217634"/>
                  </a:lnTo>
                  <a:lnTo>
                    <a:pt x="649183" y="217782"/>
                  </a:lnTo>
                  <a:lnTo>
                    <a:pt x="300982" y="358548"/>
                  </a:lnTo>
                  <a:lnTo>
                    <a:pt x="342333" y="358548"/>
                  </a:lnTo>
                  <a:lnTo>
                    <a:pt x="593084" y="257174"/>
                  </a:lnTo>
                  <a:lnTo>
                    <a:pt x="608574" y="257174"/>
                  </a:lnTo>
                  <a:lnTo>
                    <a:pt x="608574" y="250896"/>
                  </a:lnTo>
                  <a:lnTo>
                    <a:pt x="678009" y="222815"/>
                  </a:lnTo>
                  <a:lnTo>
                    <a:pt x="679944" y="218305"/>
                  </a:lnTo>
                  <a:lnTo>
                    <a:pt x="677493" y="212278"/>
                  </a:lnTo>
                  <a:lnTo>
                    <a:pt x="675881" y="210678"/>
                  </a:lnTo>
                  <a:lnTo>
                    <a:pt x="666382" y="207310"/>
                  </a:lnTo>
                  <a:close/>
                </a:path>
                <a:path w="680084" h="607059">
                  <a:moveTo>
                    <a:pt x="70008" y="151438"/>
                  </a:moveTo>
                  <a:lnTo>
                    <a:pt x="65520" y="153393"/>
                  </a:lnTo>
                  <a:lnTo>
                    <a:pt x="63598" y="158278"/>
                  </a:lnTo>
                  <a:lnTo>
                    <a:pt x="63418" y="159239"/>
                  </a:lnTo>
                  <a:lnTo>
                    <a:pt x="63418" y="240817"/>
                  </a:lnTo>
                  <a:lnTo>
                    <a:pt x="65359" y="243676"/>
                  </a:lnTo>
                  <a:lnTo>
                    <a:pt x="300008" y="336113"/>
                  </a:lnTo>
                  <a:lnTo>
                    <a:pt x="302065" y="336113"/>
                  </a:lnTo>
                  <a:lnTo>
                    <a:pt x="342327" y="319834"/>
                  </a:lnTo>
                  <a:lnTo>
                    <a:pt x="300982" y="319834"/>
                  </a:lnTo>
                  <a:lnTo>
                    <a:pt x="78882" y="232339"/>
                  </a:lnTo>
                  <a:lnTo>
                    <a:pt x="78882" y="171557"/>
                  </a:lnTo>
                  <a:lnTo>
                    <a:pt x="121092" y="171557"/>
                  </a:lnTo>
                  <a:lnTo>
                    <a:pt x="70008" y="151438"/>
                  </a:lnTo>
                  <a:close/>
                </a:path>
                <a:path w="680084" h="607059">
                  <a:moveTo>
                    <a:pt x="631900" y="131571"/>
                  </a:moveTo>
                  <a:lnTo>
                    <a:pt x="616422" y="131571"/>
                  </a:lnTo>
                  <a:lnTo>
                    <a:pt x="616422" y="192295"/>
                  </a:lnTo>
                  <a:lnTo>
                    <a:pt x="300982" y="319834"/>
                  </a:lnTo>
                  <a:lnTo>
                    <a:pt x="342327" y="319834"/>
                  </a:lnTo>
                  <a:lnTo>
                    <a:pt x="620614" y="207310"/>
                  </a:lnTo>
                  <a:lnTo>
                    <a:pt x="666382" y="207310"/>
                  </a:lnTo>
                  <a:lnTo>
                    <a:pt x="631900" y="195082"/>
                  </a:lnTo>
                  <a:lnTo>
                    <a:pt x="631900" y="131571"/>
                  </a:lnTo>
                  <a:close/>
                </a:path>
                <a:path w="680084" h="607059">
                  <a:moveTo>
                    <a:pt x="121092" y="171557"/>
                  </a:moveTo>
                  <a:lnTo>
                    <a:pt x="78882" y="171557"/>
                  </a:lnTo>
                  <a:lnTo>
                    <a:pt x="300008" y="258684"/>
                  </a:lnTo>
                  <a:lnTo>
                    <a:pt x="302065" y="258684"/>
                  </a:lnTo>
                  <a:lnTo>
                    <a:pt x="342325" y="242404"/>
                  </a:lnTo>
                  <a:lnTo>
                    <a:pt x="300982" y="242404"/>
                  </a:lnTo>
                  <a:lnTo>
                    <a:pt x="121092" y="171557"/>
                  </a:lnTo>
                  <a:close/>
                </a:path>
                <a:path w="680084" h="607059">
                  <a:moveTo>
                    <a:pt x="447433" y="16131"/>
                  </a:moveTo>
                  <a:lnTo>
                    <a:pt x="402751" y="16131"/>
                  </a:lnTo>
                  <a:lnTo>
                    <a:pt x="641315" y="104277"/>
                  </a:lnTo>
                  <a:lnTo>
                    <a:pt x="641444" y="104277"/>
                  </a:lnTo>
                  <a:lnTo>
                    <a:pt x="641315" y="104426"/>
                  </a:lnTo>
                  <a:lnTo>
                    <a:pt x="300982" y="242404"/>
                  </a:lnTo>
                  <a:lnTo>
                    <a:pt x="342325" y="242404"/>
                  </a:lnTo>
                  <a:lnTo>
                    <a:pt x="616422" y="131571"/>
                  </a:lnTo>
                  <a:lnTo>
                    <a:pt x="631900" y="131571"/>
                  </a:lnTo>
                  <a:lnTo>
                    <a:pt x="631900" y="125222"/>
                  </a:lnTo>
                  <a:lnTo>
                    <a:pt x="669497" y="109317"/>
                  </a:lnTo>
                  <a:lnTo>
                    <a:pt x="671302" y="104774"/>
                  </a:lnTo>
                  <a:lnTo>
                    <a:pt x="669690" y="100832"/>
                  </a:lnTo>
                  <a:lnTo>
                    <a:pt x="668852" y="98864"/>
                  </a:lnTo>
                  <a:lnTo>
                    <a:pt x="667239" y="97328"/>
                  </a:lnTo>
                  <a:lnTo>
                    <a:pt x="447433" y="16131"/>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4747" y="2473198"/>
            <a:ext cx="8707755" cy="941069"/>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000" b="1" i="0" u="none" strike="noStrike" kern="0" cap="none" spc="50" normalizeH="0" baseline="0" noProof="0" dirty="0">
                <a:ln>
                  <a:noFill/>
                </a:ln>
                <a:solidFill>
                  <a:sysClr val="windowText" lastClr="000000"/>
                </a:solidFill>
                <a:effectLst/>
                <a:uLnTx/>
                <a:uFillTx/>
                <a:latin typeface="Trebuchet MS"/>
                <a:cs typeface="Trebuchet MS"/>
              </a:rPr>
              <a:t>DEMO</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0" i="0" u="none" strike="noStrike" kern="0" cap="none" spc="-20" normalizeH="0" baseline="0" noProof="0" dirty="0">
                <a:ln>
                  <a:noFill/>
                </a:ln>
                <a:solidFill>
                  <a:sysClr val="windowText" lastClr="000000"/>
                </a:solidFill>
                <a:effectLst/>
                <a:uLnTx/>
                <a:uFillTx/>
                <a:latin typeface="Trebuchet MS"/>
                <a:cs typeface="Trebuchet MS"/>
              </a:rPr>
              <a:t>Query</a:t>
            </a:r>
            <a:r>
              <a:rPr kumimoji="0" sz="2000" b="0" i="0" u="none" strike="noStrike" kern="0" cap="none" spc="-19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Discovery</a:t>
            </a:r>
            <a:r>
              <a:rPr kumimoji="0" sz="2000" b="0" i="0" u="none" strike="noStrike" kern="0" cap="none" spc="-204" normalizeH="0" baseline="0" noProof="0" dirty="0">
                <a:ln>
                  <a:noFill/>
                </a:ln>
                <a:solidFill>
                  <a:sysClr val="windowText" lastClr="000000"/>
                </a:solidFill>
                <a:effectLst/>
                <a:uLnTx/>
                <a:uFillTx/>
                <a:latin typeface="Trebuchet MS"/>
                <a:cs typeface="Trebuchet MS"/>
              </a:rPr>
              <a:t> </a:t>
            </a:r>
            <a:r>
              <a:rPr kumimoji="0" sz="2000" b="0" i="0" u="none" strike="noStrike" kern="0" cap="none" spc="-30" normalizeH="0" baseline="0" noProof="0" dirty="0">
                <a:ln>
                  <a:noFill/>
                </a:ln>
                <a:solidFill>
                  <a:sysClr val="windowText" lastClr="000000"/>
                </a:solidFill>
                <a:effectLst/>
                <a:uLnTx/>
                <a:uFillTx/>
                <a:latin typeface="Trebuchet MS"/>
                <a:cs typeface="Trebuchet MS"/>
              </a:rPr>
              <a:t>Metadata</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50" normalizeH="0" baseline="0" noProof="0" dirty="0">
                <a:ln>
                  <a:noFill/>
                </a:ln>
                <a:solidFill>
                  <a:sysClr val="windowText" lastClr="000000"/>
                </a:solidFill>
                <a:effectLst/>
                <a:uLnTx/>
                <a:uFillTx/>
                <a:latin typeface="Trebuchet MS"/>
                <a:cs typeface="Trebuchet MS"/>
              </a:rPr>
              <a:t>in</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65" normalizeH="0" baseline="0" noProof="0" dirty="0">
                <a:ln>
                  <a:noFill/>
                </a:ln>
                <a:solidFill>
                  <a:sysClr val="windowText" lastClr="000000"/>
                </a:solidFill>
                <a:effectLst/>
                <a:uLnTx/>
                <a:uFillTx/>
                <a:latin typeface="Trebuchet MS"/>
                <a:cs typeface="Trebuchet MS"/>
              </a:rPr>
              <a:t>the</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Global</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Discovery</a:t>
            </a:r>
            <a:r>
              <a:rPr kumimoji="0" sz="2000" b="0" i="0" u="none" strike="noStrike" kern="0" cap="none" spc="-20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Catalogue</a:t>
            </a:r>
            <a:r>
              <a:rPr kumimoji="0" sz="2000" b="0" i="0" u="none" strike="noStrike" kern="0" cap="none" spc="-185" normalizeH="0" baseline="0" noProof="0" dirty="0">
                <a:ln>
                  <a:noFill/>
                </a:ln>
                <a:solidFill>
                  <a:sysClr val="windowText" lastClr="000000"/>
                </a:solidFill>
                <a:effectLst/>
                <a:uLnTx/>
                <a:uFillTx/>
                <a:latin typeface="Trebuchet MS"/>
                <a:cs typeface="Trebuchet MS"/>
              </a:rPr>
              <a:t> </a:t>
            </a:r>
            <a:r>
              <a:rPr kumimoji="0" sz="2000" b="0" i="0" u="none" strike="noStrike" kern="0" cap="none" spc="0" normalizeH="0" baseline="0" noProof="0" dirty="0">
                <a:ln>
                  <a:noFill/>
                </a:ln>
                <a:solidFill>
                  <a:sysClr val="windowText" lastClr="000000"/>
                </a:solidFill>
                <a:effectLst/>
                <a:uLnTx/>
                <a:uFillTx/>
                <a:latin typeface="Trebuchet MS"/>
                <a:cs typeface="Trebuchet MS"/>
              </a:rPr>
              <a:t>hosted</a:t>
            </a:r>
            <a:r>
              <a:rPr kumimoji="0" sz="2000" b="0" i="0" u="none" strike="noStrike" kern="0" cap="none" spc="-165" normalizeH="0" baseline="0" noProof="0" dirty="0">
                <a:ln>
                  <a:noFill/>
                </a:ln>
                <a:solidFill>
                  <a:sysClr val="windowText" lastClr="000000"/>
                </a:solidFill>
                <a:effectLst/>
                <a:uLnTx/>
                <a:uFillTx/>
                <a:latin typeface="Trebuchet MS"/>
                <a:cs typeface="Trebuchet MS"/>
              </a:rPr>
              <a:t> </a:t>
            </a:r>
            <a:r>
              <a:rPr kumimoji="0" sz="2000" b="0" i="0" u="none" strike="noStrike" kern="0" cap="none" spc="-55" normalizeH="0" baseline="0" noProof="0" dirty="0">
                <a:ln>
                  <a:noFill/>
                </a:ln>
                <a:solidFill>
                  <a:sysClr val="windowText" lastClr="000000"/>
                </a:solidFill>
                <a:effectLst/>
                <a:uLnTx/>
                <a:uFillTx/>
                <a:latin typeface="Trebuchet MS"/>
                <a:cs typeface="Trebuchet MS"/>
              </a:rPr>
              <a:t>by</a:t>
            </a:r>
            <a:r>
              <a:rPr kumimoji="0" sz="2000" b="0" i="0" u="none" strike="noStrike" kern="0" cap="none" spc="-170" normalizeH="0" baseline="0" noProof="0" dirty="0">
                <a:ln>
                  <a:noFill/>
                </a:ln>
                <a:solidFill>
                  <a:sysClr val="windowText" lastClr="000000"/>
                </a:solidFill>
                <a:effectLst/>
                <a:uLnTx/>
                <a:uFillTx/>
                <a:latin typeface="Trebuchet MS"/>
                <a:cs typeface="Trebuchet MS"/>
              </a:rPr>
              <a:t> </a:t>
            </a:r>
            <a:r>
              <a:rPr kumimoji="0" sz="2000" b="0" i="0" u="none" strike="noStrike" kern="0" cap="none" spc="-10" normalizeH="0" baseline="0" noProof="0" dirty="0">
                <a:ln>
                  <a:noFill/>
                </a:ln>
                <a:solidFill>
                  <a:sysClr val="windowText" lastClr="000000"/>
                </a:solidFill>
                <a:effectLst/>
                <a:uLnTx/>
                <a:uFillTx/>
                <a:latin typeface="Trebuchet MS"/>
                <a:cs typeface="Trebuchet MS"/>
              </a:rPr>
              <a:t>Canada</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a:p>
            <a:pPr marL="64135" marR="0" lvl="0" indent="0" defTabSz="914400" eaLnBrk="1" fontAlgn="auto" latinLnBrk="0" hangingPunct="1">
              <a:lnSpc>
                <a:spcPct val="100000"/>
              </a:lnSpc>
              <a:spcBef>
                <a:spcPts val="0"/>
              </a:spcBef>
              <a:spcAft>
                <a:spcPts val="0"/>
              </a:spcAft>
              <a:buClrTx/>
              <a:buSzTx/>
              <a:buFontTx/>
              <a:buNone/>
              <a:tabLst/>
              <a:defRPr/>
            </a:pPr>
            <a:r>
              <a:rPr kumimoji="0" sz="2000" b="0" i="0" u="sng" strike="noStrike" kern="0" cap="none" spc="-90" normalizeH="0" baseline="0" noProof="0" dirty="0">
                <a:ln>
                  <a:noFill/>
                </a:ln>
                <a:solidFill>
                  <a:srgbClr val="944F71"/>
                </a:solidFill>
                <a:effectLst/>
                <a:uLnTx/>
                <a:uFill>
                  <a:solidFill>
                    <a:srgbClr val="944F71"/>
                  </a:solidFill>
                </a:uFill>
                <a:latin typeface="Trebuchet MS"/>
                <a:cs typeface="Trebuchet MS"/>
                <a:hlinkClick r:id="rId2"/>
              </a:rPr>
              <a:t>https://wis2-</a:t>
            </a:r>
            <a:r>
              <a:rPr kumimoji="0" sz="2000" b="0" i="0" u="sng" strike="noStrike" kern="0" cap="none" spc="-80" normalizeH="0" baseline="0" noProof="0" dirty="0">
                <a:ln>
                  <a:noFill/>
                </a:ln>
                <a:solidFill>
                  <a:srgbClr val="944F71"/>
                </a:solidFill>
                <a:effectLst/>
                <a:uLnTx/>
                <a:uFill>
                  <a:solidFill>
                    <a:srgbClr val="944F71"/>
                  </a:solidFill>
                </a:uFill>
                <a:latin typeface="Trebuchet MS"/>
                <a:cs typeface="Trebuchet MS"/>
                <a:hlinkClick r:id="rId2"/>
              </a:rPr>
              <a:t>gdc.weather.gc.ca/collections/wis2-</a:t>
            </a:r>
            <a:r>
              <a:rPr kumimoji="0" sz="2000" b="0" i="0" u="sng" strike="noStrike" kern="0" cap="none" spc="-35" normalizeH="0" baseline="0" noProof="0" dirty="0">
                <a:ln>
                  <a:noFill/>
                </a:ln>
                <a:solidFill>
                  <a:srgbClr val="944F71"/>
                </a:solidFill>
                <a:effectLst/>
                <a:uLnTx/>
                <a:uFill>
                  <a:solidFill>
                    <a:srgbClr val="944F71"/>
                  </a:solidFill>
                </a:uFill>
                <a:latin typeface="Trebuchet MS"/>
                <a:cs typeface="Trebuchet MS"/>
                <a:hlinkClick r:id="rId2"/>
              </a:rPr>
              <a:t>discovery-</a:t>
            </a:r>
            <a:r>
              <a:rPr kumimoji="0" sz="2000" b="0" i="0" u="sng" strike="noStrike" kern="0" cap="none" spc="-10" normalizeH="0" baseline="0" noProof="0" dirty="0">
                <a:ln>
                  <a:noFill/>
                </a:ln>
                <a:solidFill>
                  <a:srgbClr val="944F71"/>
                </a:solidFill>
                <a:effectLst/>
                <a:uLnTx/>
                <a:uFill>
                  <a:solidFill>
                    <a:srgbClr val="944F71"/>
                  </a:solidFill>
                </a:uFill>
                <a:latin typeface="Trebuchet MS"/>
                <a:cs typeface="Trebuchet MS"/>
                <a:hlinkClick r:id="rId2"/>
              </a:rPr>
              <a:t>metadata/items</a:t>
            </a:r>
            <a:endParaRPr kumimoji="0" sz="2000" b="0" i="0" u="none" strike="noStrike" kern="0" cap="none" spc="0" normalizeH="0" baseline="0" noProof="0" dirty="0">
              <a:ln>
                <a:noFill/>
              </a:ln>
              <a:solidFill>
                <a:sysClr val="windowText" lastClr="000000"/>
              </a:solidFill>
              <a:effectLst/>
              <a:uLnTx/>
              <a:uFillTx/>
              <a:latin typeface="Trebuchet MS"/>
              <a:cs typeface="Trebuchet M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39700" cy="6858000"/>
            <a:chOff x="0" y="0"/>
            <a:chExt cx="139700" cy="6858000"/>
          </a:xfrm>
        </p:grpSpPr>
        <p:sp>
          <p:nvSpPr>
            <p:cNvPr id="3" name="object 3"/>
            <p:cNvSpPr/>
            <p:nvPr/>
          </p:nvSpPr>
          <p:spPr>
            <a:xfrm>
              <a:off x="0" y="0"/>
              <a:ext cx="139700" cy="1714500"/>
            </a:xfrm>
            <a:custGeom>
              <a:avLst/>
              <a:gdLst/>
              <a:ahLst/>
              <a:cxnLst/>
              <a:rect l="l" t="t" r="r" b="b"/>
              <a:pathLst>
                <a:path w="139700" h="1714500">
                  <a:moveTo>
                    <a:pt x="139700" y="0"/>
                  </a:moveTo>
                  <a:lnTo>
                    <a:pt x="0" y="0"/>
                  </a:lnTo>
                  <a:lnTo>
                    <a:pt x="0" y="1714500"/>
                  </a:lnTo>
                  <a:lnTo>
                    <a:pt x="139700" y="1714500"/>
                  </a:lnTo>
                  <a:lnTo>
                    <a:pt x="139700" y="0"/>
                  </a:lnTo>
                  <a:close/>
                </a:path>
              </a:pathLst>
            </a:custGeom>
            <a:solidFill>
              <a:srgbClr val="1FB6D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1714500"/>
              <a:ext cx="139700" cy="1714500"/>
            </a:xfrm>
            <a:custGeom>
              <a:avLst/>
              <a:gdLst/>
              <a:ahLst/>
              <a:cxnLst/>
              <a:rect l="l" t="t" r="r" b="b"/>
              <a:pathLst>
                <a:path w="139700" h="1714500">
                  <a:moveTo>
                    <a:pt x="139700" y="0"/>
                  </a:moveTo>
                  <a:lnTo>
                    <a:pt x="0" y="0"/>
                  </a:lnTo>
                  <a:lnTo>
                    <a:pt x="0" y="1714500"/>
                  </a:lnTo>
                  <a:lnTo>
                    <a:pt x="139700" y="1714500"/>
                  </a:lnTo>
                  <a:lnTo>
                    <a:pt x="139700" y="0"/>
                  </a:lnTo>
                  <a:close/>
                </a:path>
              </a:pathLst>
            </a:custGeom>
            <a:solidFill>
              <a:srgbClr val="5CB85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0" y="3429000"/>
              <a:ext cx="139700" cy="1714500"/>
            </a:xfrm>
            <a:custGeom>
              <a:avLst/>
              <a:gdLst/>
              <a:ahLst/>
              <a:cxnLst/>
              <a:rect l="l" t="t" r="r" b="b"/>
              <a:pathLst>
                <a:path w="139700" h="1714500">
                  <a:moveTo>
                    <a:pt x="139700" y="0"/>
                  </a:moveTo>
                  <a:lnTo>
                    <a:pt x="0" y="0"/>
                  </a:lnTo>
                  <a:lnTo>
                    <a:pt x="0" y="1714500"/>
                  </a:lnTo>
                  <a:lnTo>
                    <a:pt x="139700" y="1714500"/>
                  </a:lnTo>
                  <a:lnTo>
                    <a:pt x="139700" y="0"/>
                  </a:lnTo>
                  <a:close/>
                </a:path>
              </a:pathLst>
            </a:custGeom>
            <a:solidFill>
              <a:srgbClr val="F39C2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0" y="5143499"/>
              <a:ext cx="139700" cy="1714500"/>
            </a:xfrm>
            <a:custGeom>
              <a:avLst/>
              <a:gdLst/>
              <a:ahLst/>
              <a:cxnLst/>
              <a:rect l="l" t="t" r="r" b="b"/>
              <a:pathLst>
                <a:path w="139700" h="1714500">
                  <a:moveTo>
                    <a:pt x="139700" y="0"/>
                  </a:moveTo>
                  <a:lnTo>
                    <a:pt x="0" y="0"/>
                  </a:lnTo>
                  <a:lnTo>
                    <a:pt x="0" y="1714500"/>
                  </a:lnTo>
                  <a:lnTo>
                    <a:pt x="139700" y="1714500"/>
                  </a:lnTo>
                  <a:lnTo>
                    <a:pt x="139700" y="0"/>
                  </a:lnTo>
                  <a:close/>
                </a:path>
              </a:pathLst>
            </a:custGeom>
            <a:solidFill>
              <a:srgbClr val="1F4E7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descr="$PPTXTitle"/>
          <p:cNvSpPr txBox="1">
            <a:spLocks noGrp="1"/>
          </p:cNvSpPr>
          <p:nvPr>
            <p:ph type="title"/>
          </p:nvPr>
        </p:nvSpPr>
        <p:spPr>
          <a:xfrm>
            <a:off x="893470" y="2145538"/>
            <a:ext cx="7071995" cy="802640"/>
          </a:xfrm>
          <a:prstGeom prst="rect">
            <a:avLst/>
          </a:prstGeom>
        </p:spPr>
        <p:txBody>
          <a:bodyPr vert="horz" wrap="square" lIns="0" tIns="12700" rIns="0" bIns="0" rtlCol="0">
            <a:spAutoFit/>
          </a:bodyPr>
          <a:lstStyle/>
          <a:p>
            <a:pPr marL="12700">
              <a:lnSpc>
                <a:spcPct val="100000"/>
              </a:lnSpc>
              <a:spcBef>
                <a:spcPts val="100"/>
              </a:spcBef>
            </a:pPr>
            <a:r>
              <a:rPr sz="5100" spc="-140" dirty="0">
                <a:solidFill>
                  <a:srgbClr val="0D2841"/>
                </a:solidFill>
                <a:latin typeface="Arial"/>
                <a:cs typeface="Arial"/>
              </a:rPr>
              <a:t>WIS2-</a:t>
            </a:r>
            <a:r>
              <a:rPr sz="5100" spc="-135" dirty="0">
                <a:solidFill>
                  <a:srgbClr val="0D2841"/>
                </a:solidFill>
                <a:latin typeface="Arial"/>
                <a:cs typeface="Arial"/>
              </a:rPr>
              <a:t>in-</a:t>
            </a:r>
            <a:r>
              <a:rPr sz="5100" spc="-160" dirty="0">
                <a:solidFill>
                  <a:srgbClr val="0D2841"/>
                </a:solidFill>
                <a:latin typeface="Arial"/>
                <a:cs typeface="Arial"/>
              </a:rPr>
              <a:t>a-</a:t>
            </a:r>
            <a:r>
              <a:rPr sz="5100" spc="-105" dirty="0">
                <a:solidFill>
                  <a:srgbClr val="0D2841"/>
                </a:solidFill>
                <a:latin typeface="Arial"/>
                <a:cs typeface="Arial"/>
              </a:rPr>
              <a:t>box</a:t>
            </a:r>
            <a:r>
              <a:rPr sz="5100" spc="-195" dirty="0">
                <a:solidFill>
                  <a:srgbClr val="0D2841"/>
                </a:solidFill>
                <a:latin typeface="Arial"/>
                <a:cs typeface="Arial"/>
              </a:rPr>
              <a:t> </a:t>
            </a:r>
            <a:r>
              <a:rPr sz="5100" spc="-85" dirty="0">
                <a:solidFill>
                  <a:srgbClr val="0D2841"/>
                </a:solidFill>
                <a:latin typeface="Arial"/>
                <a:cs typeface="Arial"/>
              </a:rPr>
              <a:t>Overview</a:t>
            </a:r>
            <a:endParaRPr sz="5100" dirty="0">
              <a:latin typeface="Arial"/>
              <a:cs typeface="Arial"/>
            </a:endParaRPr>
          </a:p>
        </p:txBody>
      </p:sp>
      <p:pic>
        <p:nvPicPr>
          <p:cNvPr id="11" name="object 11" descr="preencoded.png"/>
          <p:cNvPicPr/>
          <p:nvPr/>
        </p:nvPicPr>
        <p:blipFill>
          <a:blip r:embed="rId2" cstate="print"/>
          <a:stretch>
            <a:fillRect/>
          </a:stretch>
        </p:blipFill>
        <p:spPr>
          <a:xfrm>
            <a:off x="355600" y="5981700"/>
            <a:ext cx="1655699" cy="5588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174"/>
            <a:ext cx="12198985" cy="727710"/>
            <a:chOff x="-3175" y="-3174"/>
            <a:chExt cx="12198985" cy="727710"/>
          </a:xfrm>
        </p:grpSpPr>
        <p:sp>
          <p:nvSpPr>
            <p:cNvPr id="3" name="object 3"/>
            <p:cNvSpPr/>
            <p:nvPr/>
          </p:nvSpPr>
          <p:spPr>
            <a:xfrm>
              <a:off x="0" y="0"/>
              <a:ext cx="12192635" cy="721360"/>
            </a:xfrm>
            <a:custGeom>
              <a:avLst/>
              <a:gdLst/>
              <a:ahLst/>
              <a:cxnLst/>
              <a:rect l="l" t="t" r="r" b="b"/>
              <a:pathLst>
                <a:path w="12192635" h="721360">
                  <a:moveTo>
                    <a:pt x="0" y="720851"/>
                  </a:moveTo>
                  <a:lnTo>
                    <a:pt x="12192000" y="720851"/>
                  </a:lnTo>
                  <a:lnTo>
                    <a:pt x="12192058" y="0"/>
                  </a:lnTo>
                  <a:lnTo>
                    <a:pt x="0" y="0"/>
                  </a:lnTo>
                  <a:lnTo>
                    <a:pt x="0" y="720851"/>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0"/>
              <a:ext cx="12192635" cy="721360"/>
            </a:xfrm>
            <a:custGeom>
              <a:avLst/>
              <a:gdLst/>
              <a:ahLst/>
              <a:cxnLst/>
              <a:rect l="l" t="t" r="r" b="b"/>
              <a:pathLst>
                <a:path w="12192635" h="721360">
                  <a:moveTo>
                    <a:pt x="0" y="720851"/>
                  </a:moveTo>
                  <a:lnTo>
                    <a:pt x="12192000" y="720851"/>
                  </a:lnTo>
                  <a:lnTo>
                    <a:pt x="12192058" y="0"/>
                  </a:lnTo>
                </a:path>
              </a:pathLst>
            </a:custGeom>
            <a:ln w="6350">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489075">
              <a:lnSpc>
                <a:spcPct val="100000"/>
              </a:lnSpc>
              <a:spcBef>
                <a:spcPts val="100"/>
              </a:spcBef>
            </a:pPr>
            <a:r>
              <a:rPr dirty="0"/>
              <a:t>What</a:t>
            </a:r>
            <a:r>
              <a:rPr spc="-50" dirty="0"/>
              <a:t> </a:t>
            </a:r>
            <a:r>
              <a:rPr dirty="0"/>
              <a:t>is</a:t>
            </a:r>
            <a:r>
              <a:rPr spc="-25" dirty="0"/>
              <a:t> </a:t>
            </a:r>
            <a:r>
              <a:rPr spc="-10" dirty="0"/>
              <a:t>WIS2-</a:t>
            </a:r>
            <a:r>
              <a:rPr dirty="0"/>
              <a:t>in-</a:t>
            </a:r>
            <a:r>
              <a:rPr spc="-10" dirty="0"/>
              <a:t>a-</a:t>
            </a:r>
            <a:r>
              <a:rPr dirty="0"/>
              <a:t>box</a:t>
            </a:r>
            <a:r>
              <a:rPr spc="-55" dirty="0"/>
              <a:t> </a:t>
            </a:r>
            <a:r>
              <a:rPr spc="-50" dirty="0"/>
              <a:t>?</a:t>
            </a:r>
          </a:p>
        </p:txBody>
      </p:sp>
      <p:sp>
        <p:nvSpPr>
          <p:cNvPr id="6" name="object 6"/>
          <p:cNvSpPr txBox="1"/>
          <p:nvPr/>
        </p:nvSpPr>
        <p:spPr>
          <a:xfrm>
            <a:off x="176276" y="950609"/>
            <a:ext cx="11580495" cy="711200"/>
          </a:xfrm>
          <a:prstGeom prst="rect">
            <a:avLst/>
          </a:prstGeom>
        </p:spPr>
        <p:txBody>
          <a:bodyPr vert="horz" wrap="square" lIns="0" tIns="80645" rIns="0" bIns="0" rtlCol="0">
            <a:spAutoFit/>
          </a:bodyPr>
          <a:lstStyle/>
          <a:p>
            <a:pPr marL="12700" marR="0" lvl="0" indent="0" defTabSz="914400" eaLnBrk="1" fontAlgn="auto" latinLnBrk="0" hangingPunct="1">
              <a:lnSpc>
                <a:spcPct val="100000"/>
              </a:lnSpc>
              <a:spcBef>
                <a:spcPts val="635"/>
              </a:spcBef>
              <a:spcAft>
                <a:spcPts val="0"/>
              </a:spcAft>
              <a:buClrTx/>
              <a:buSzTx/>
              <a:buFontTx/>
              <a:buNone/>
              <a:tabLst/>
              <a:defRPr/>
            </a:pPr>
            <a:r>
              <a:rPr kumimoji="0" sz="1800" b="1" i="0" u="none" strike="noStrike" kern="0" cap="none" spc="0" normalizeH="0" baseline="0" noProof="0" dirty="0">
                <a:ln>
                  <a:noFill/>
                </a:ln>
                <a:solidFill>
                  <a:sysClr val="windowText" lastClr="000000"/>
                </a:solidFill>
                <a:effectLst/>
                <a:uLnTx/>
                <a:uFillTx/>
                <a:latin typeface="Trebuchet MS"/>
                <a:cs typeface="Trebuchet MS"/>
              </a:rPr>
              <a:t>WIS2-</a:t>
            </a:r>
            <a:r>
              <a:rPr kumimoji="0" sz="1800" b="1" i="0" u="none" strike="noStrike" kern="0" cap="none" spc="-55" normalizeH="0" baseline="0" noProof="0" dirty="0">
                <a:ln>
                  <a:noFill/>
                </a:ln>
                <a:solidFill>
                  <a:sysClr val="windowText" lastClr="000000"/>
                </a:solidFill>
                <a:effectLst/>
                <a:uLnTx/>
                <a:uFillTx/>
                <a:latin typeface="Trebuchet MS"/>
                <a:cs typeface="Trebuchet MS"/>
              </a:rPr>
              <a:t>in-</a:t>
            </a:r>
            <a:r>
              <a:rPr kumimoji="0" sz="1800" b="1" i="0" u="none" strike="noStrike" kern="0" cap="none" spc="-20" normalizeH="0" baseline="0" noProof="0" dirty="0">
                <a:ln>
                  <a:noFill/>
                </a:ln>
                <a:solidFill>
                  <a:sysClr val="windowText" lastClr="000000"/>
                </a:solidFill>
                <a:effectLst/>
                <a:uLnTx/>
                <a:uFillTx/>
                <a:latin typeface="Trebuchet MS"/>
                <a:cs typeface="Trebuchet MS"/>
              </a:rPr>
              <a:t>a-</a:t>
            </a:r>
            <a:r>
              <a:rPr kumimoji="0" sz="1800" b="1" i="0" u="none" strike="noStrike" kern="0" cap="none" spc="-50" normalizeH="0" baseline="0" noProof="0" dirty="0">
                <a:ln>
                  <a:noFill/>
                </a:ln>
                <a:solidFill>
                  <a:sysClr val="windowText" lastClr="000000"/>
                </a:solidFill>
                <a:effectLst/>
                <a:uLnTx/>
                <a:uFillTx/>
                <a:latin typeface="Trebuchet MS"/>
                <a:cs typeface="Trebuchet MS"/>
              </a:rPr>
              <a:t>box</a:t>
            </a:r>
            <a:r>
              <a:rPr kumimoji="0" sz="1800" b="1" i="0" u="none" strike="noStrike" kern="0" cap="none" spc="-155" normalizeH="0" baseline="0" noProof="0" dirty="0">
                <a:ln>
                  <a:noFill/>
                </a:ln>
                <a:solidFill>
                  <a:sysClr val="windowText" lastClr="000000"/>
                </a:solidFill>
                <a:effectLst/>
                <a:uLnTx/>
                <a:uFillTx/>
                <a:latin typeface="Trebuchet MS"/>
                <a:cs typeface="Trebuchet MS"/>
              </a:rPr>
              <a:t> </a:t>
            </a:r>
            <a:r>
              <a:rPr kumimoji="0" sz="1800" b="1" i="0" u="none" strike="noStrike" kern="0" cap="none" spc="-65" normalizeH="0" baseline="0" noProof="0" dirty="0">
                <a:ln>
                  <a:noFill/>
                </a:ln>
                <a:solidFill>
                  <a:sysClr val="windowText" lastClr="000000"/>
                </a:solidFill>
                <a:effectLst/>
                <a:uLnTx/>
                <a:uFillTx/>
                <a:latin typeface="Trebuchet MS"/>
                <a:cs typeface="Trebuchet MS"/>
              </a:rPr>
              <a:t>(wis2box)</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is</a:t>
            </a:r>
            <a:r>
              <a:rPr kumimoji="0" sz="1800" b="1" i="0" u="none" strike="noStrike" kern="0" cap="none" spc="-130"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an</a:t>
            </a:r>
            <a:r>
              <a:rPr kumimoji="0" sz="1800" b="1" i="0" u="none" strike="noStrike" kern="0" cap="none" spc="-145" normalizeH="0" baseline="0" noProof="0" dirty="0">
                <a:ln>
                  <a:noFill/>
                </a:ln>
                <a:solidFill>
                  <a:sysClr val="windowText" lastClr="000000"/>
                </a:solidFill>
                <a:effectLst/>
                <a:uLnTx/>
                <a:uFillTx/>
                <a:latin typeface="Trebuchet MS"/>
                <a:cs typeface="Trebuchet MS"/>
              </a:rPr>
              <a:t> </a:t>
            </a:r>
            <a:r>
              <a:rPr kumimoji="0" sz="1800" b="1" i="0" u="none" strike="noStrike" kern="0" cap="none" spc="-30" normalizeH="0" baseline="0" noProof="0" dirty="0">
                <a:ln>
                  <a:noFill/>
                </a:ln>
                <a:solidFill>
                  <a:sysClr val="windowText" lastClr="000000"/>
                </a:solidFill>
                <a:effectLst/>
                <a:uLnTx/>
                <a:uFillTx/>
                <a:latin typeface="Trebuchet MS"/>
                <a:cs typeface="Trebuchet MS"/>
              </a:rPr>
              <a:t>open-</a:t>
            </a:r>
            <a:r>
              <a:rPr kumimoji="0" sz="1800" b="1" i="0" u="none" strike="noStrike" kern="0" cap="none" spc="0" normalizeH="0" baseline="0" noProof="0" dirty="0">
                <a:ln>
                  <a:noFill/>
                </a:ln>
                <a:solidFill>
                  <a:sysClr val="windowText" lastClr="000000"/>
                </a:solidFill>
                <a:effectLst/>
                <a:uLnTx/>
                <a:uFillTx/>
                <a:latin typeface="Trebuchet MS"/>
                <a:cs typeface="Trebuchet MS"/>
              </a:rPr>
              <a:t>source</a:t>
            </a:r>
            <a:r>
              <a:rPr kumimoji="0" sz="1800" b="1" i="0" u="none" strike="noStrike" kern="0" cap="none" spc="-114" normalizeH="0" baseline="0" noProof="0" dirty="0">
                <a:ln>
                  <a:noFill/>
                </a:ln>
                <a:solidFill>
                  <a:sysClr val="windowText" lastClr="000000"/>
                </a:solidFill>
                <a:effectLst/>
                <a:uLnTx/>
                <a:uFillTx/>
                <a:latin typeface="Trebuchet MS"/>
                <a:cs typeface="Trebuchet MS"/>
              </a:rPr>
              <a:t> </a:t>
            </a:r>
            <a:r>
              <a:rPr kumimoji="0" sz="1800" b="1" i="0" u="none" strike="noStrike" kern="0" cap="none" spc="-40" normalizeH="0" baseline="0" noProof="0" dirty="0">
                <a:ln>
                  <a:noFill/>
                </a:ln>
                <a:solidFill>
                  <a:sysClr val="windowText" lastClr="000000"/>
                </a:solidFill>
                <a:effectLst/>
                <a:uLnTx/>
                <a:uFillTx/>
                <a:latin typeface="Trebuchet MS"/>
                <a:cs typeface="Trebuchet MS"/>
              </a:rPr>
              <a:t>software</a:t>
            </a:r>
            <a:r>
              <a:rPr kumimoji="0" sz="1800" b="1" i="0" u="none" strike="noStrike" kern="0" cap="none" spc="-100"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stack</a:t>
            </a:r>
            <a:r>
              <a:rPr kumimoji="0" sz="1800" b="1" i="0" u="none" strike="noStrike" kern="0" cap="none" spc="-155" normalizeH="0" baseline="0" noProof="0" dirty="0">
                <a:ln>
                  <a:noFill/>
                </a:ln>
                <a:solidFill>
                  <a:sysClr val="windowText" lastClr="000000"/>
                </a:solidFill>
                <a:effectLst/>
                <a:uLnTx/>
                <a:uFillTx/>
                <a:latin typeface="Trebuchet MS"/>
                <a:cs typeface="Trebuchet MS"/>
              </a:rPr>
              <a:t> </a:t>
            </a:r>
            <a:r>
              <a:rPr kumimoji="0" sz="1800" b="1" i="0" u="none" strike="noStrike" kern="0" cap="none" spc="-50" normalizeH="0" baseline="0" noProof="0" dirty="0">
                <a:ln>
                  <a:noFill/>
                </a:ln>
                <a:solidFill>
                  <a:sysClr val="windowText" lastClr="000000"/>
                </a:solidFill>
                <a:effectLst/>
                <a:uLnTx/>
                <a:uFillTx/>
                <a:latin typeface="Trebuchet MS"/>
                <a:cs typeface="Trebuchet MS"/>
              </a:rPr>
              <a:t>that</a:t>
            </a:r>
            <a:r>
              <a:rPr kumimoji="0" sz="1800" b="1" i="0" u="none" strike="noStrike" kern="0" cap="none" spc="-140"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can</a:t>
            </a:r>
            <a:r>
              <a:rPr kumimoji="0" sz="1800" b="1" i="0" u="none" strike="noStrike" kern="0" cap="none" spc="-140" normalizeH="0" baseline="0" noProof="0" dirty="0">
                <a:ln>
                  <a:noFill/>
                </a:ln>
                <a:solidFill>
                  <a:sysClr val="windowText" lastClr="000000"/>
                </a:solidFill>
                <a:effectLst/>
                <a:uLnTx/>
                <a:uFillTx/>
                <a:latin typeface="Trebuchet MS"/>
                <a:cs typeface="Trebuchet MS"/>
              </a:rPr>
              <a:t> </a:t>
            </a:r>
            <a:r>
              <a:rPr kumimoji="0" sz="1800" b="1" i="0" u="none" strike="noStrike" kern="0" cap="none" spc="-30" normalizeH="0" baseline="0" noProof="0" dirty="0">
                <a:ln>
                  <a:noFill/>
                </a:ln>
                <a:solidFill>
                  <a:sysClr val="windowText" lastClr="000000"/>
                </a:solidFill>
                <a:effectLst/>
                <a:uLnTx/>
                <a:uFillTx/>
                <a:latin typeface="Trebuchet MS"/>
                <a:cs typeface="Trebuchet MS"/>
              </a:rPr>
              <a:t>be</a:t>
            </a:r>
            <a:r>
              <a:rPr kumimoji="0" sz="1800" b="1" i="0" u="none" strike="noStrike" kern="0" cap="none" spc="-140" normalizeH="0" baseline="0" noProof="0" dirty="0">
                <a:ln>
                  <a:noFill/>
                </a:ln>
                <a:solidFill>
                  <a:sysClr val="windowText" lastClr="000000"/>
                </a:solidFill>
                <a:effectLst/>
                <a:uLnTx/>
                <a:uFillTx/>
                <a:latin typeface="Trebuchet MS"/>
                <a:cs typeface="Trebuchet MS"/>
              </a:rPr>
              <a:t> </a:t>
            </a:r>
            <a:r>
              <a:rPr kumimoji="0" sz="1800" b="1" i="0" u="none" strike="noStrike" kern="0" cap="none" spc="-10" normalizeH="0" baseline="0" noProof="0" dirty="0">
                <a:ln>
                  <a:noFill/>
                </a:ln>
                <a:solidFill>
                  <a:sysClr val="windowText" lastClr="000000"/>
                </a:solidFill>
                <a:effectLst/>
                <a:uLnTx/>
                <a:uFillTx/>
                <a:latin typeface="Trebuchet MS"/>
                <a:cs typeface="Trebuchet MS"/>
              </a:rPr>
              <a:t>installed</a:t>
            </a:r>
            <a:r>
              <a:rPr kumimoji="0" sz="1800" b="1" i="0" u="none" strike="noStrike" kern="0" cap="none" spc="-130" normalizeH="0" baseline="0" noProof="0" dirty="0">
                <a:ln>
                  <a:noFill/>
                </a:ln>
                <a:solidFill>
                  <a:sysClr val="windowText" lastClr="000000"/>
                </a:solidFill>
                <a:effectLst/>
                <a:uLnTx/>
                <a:uFillTx/>
                <a:latin typeface="Trebuchet MS"/>
                <a:cs typeface="Trebuchet MS"/>
              </a:rPr>
              <a:t> </a:t>
            </a:r>
            <a:r>
              <a:rPr kumimoji="0" sz="1800" b="1" i="0" u="none" strike="noStrike" kern="0" cap="none" spc="-20" normalizeH="0" baseline="0" noProof="0" dirty="0">
                <a:ln>
                  <a:noFill/>
                </a:ln>
                <a:solidFill>
                  <a:sysClr val="windowText" lastClr="000000"/>
                </a:solidFill>
                <a:effectLst/>
                <a:uLnTx/>
                <a:uFillTx/>
                <a:latin typeface="Trebuchet MS"/>
                <a:cs typeface="Trebuchet MS"/>
              </a:rPr>
              <a:t>on</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a</a:t>
            </a:r>
            <a:r>
              <a:rPr kumimoji="0" sz="1800" b="1" i="0" u="none" strike="noStrike" kern="0" cap="none" spc="-140" normalizeH="0" baseline="0" noProof="0" dirty="0">
                <a:ln>
                  <a:noFill/>
                </a:ln>
                <a:solidFill>
                  <a:sysClr val="windowText" lastClr="000000"/>
                </a:solidFill>
                <a:effectLst/>
                <a:uLnTx/>
                <a:uFillTx/>
                <a:latin typeface="Trebuchet MS"/>
                <a:cs typeface="Trebuchet MS"/>
              </a:rPr>
              <a:t> </a:t>
            </a:r>
            <a:r>
              <a:rPr kumimoji="0" sz="1800" b="1" i="0" u="none" strike="noStrike" kern="0" cap="none" spc="-50" normalizeH="0" baseline="0" noProof="0" dirty="0">
                <a:ln>
                  <a:noFill/>
                </a:ln>
                <a:solidFill>
                  <a:sysClr val="windowText" lastClr="000000"/>
                </a:solidFill>
                <a:effectLst/>
                <a:uLnTx/>
                <a:uFillTx/>
                <a:latin typeface="Trebuchet MS"/>
                <a:cs typeface="Trebuchet MS"/>
              </a:rPr>
              <a:t>server</a:t>
            </a:r>
            <a:r>
              <a:rPr kumimoji="0" sz="1800" b="1" i="0" u="none" strike="noStrike" kern="0" cap="none" spc="-135" normalizeH="0" baseline="0" noProof="0" dirty="0">
                <a:ln>
                  <a:noFill/>
                </a:ln>
                <a:solidFill>
                  <a:sysClr val="windowText" lastClr="000000"/>
                </a:solidFill>
                <a:effectLst/>
                <a:uLnTx/>
                <a:uFillTx/>
                <a:latin typeface="Trebuchet MS"/>
                <a:cs typeface="Trebuchet MS"/>
              </a:rPr>
              <a:t> </a:t>
            </a:r>
            <a:r>
              <a:rPr kumimoji="0" sz="1800" b="1" i="0" u="none" strike="noStrike" kern="0" cap="none" spc="-50" normalizeH="0" baseline="0" noProof="0" dirty="0">
                <a:ln>
                  <a:noFill/>
                </a:ln>
                <a:solidFill>
                  <a:sysClr val="windowText" lastClr="000000"/>
                </a:solidFill>
                <a:effectLst/>
                <a:uLnTx/>
                <a:uFillTx/>
                <a:latin typeface="Trebuchet MS"/>
                <a:cs typeface="Trebuchet MS"/>
              </a:rPr>
              <a:t>to</a:t>
            </a:r>
            <a:r>
              <a:rPr kumimoji="0" sz="1800" b="1" i="0" u="none" strike="noStrike" kern="0" cap="none" spc="-120" normalizeH="0" baseline="0" noProof="0" dirty="0">
                <a:ln>
                  <a:noFill/>
                </a:ln>
                <a:solidFill>
                  <a:sysClr val="windowText" lastClr="000000"/>
                </a:solidFill>
                <a:effectLst/>
                <a:uLnTx/>
                <a:uFillTx/>
                <a:latin typeface="Trebuchet MS"/>
                <a:cs typeface="Trebuchet MS"/>
              </a:rPr>
              <a:t> </a:t>
            </a:r>
            <a:r>
              <a:rPr kumimoji="0" sz="1800" b="1" i="0" u="none" strike="noStrike" kern="0" cap="none" spc="-10" normalizeH="0" baseline="0" noProof="0" dirty="0">
                <a:ln>
                  <a:noFill/>
                </a:ln>
                <a:solidFill>
                  <a:sysClr val="windowText" lastClr="000000"/>
                </a:solidFill>
                <a:effectLst/>
                <a:uLnTx/>
                <a:uFillTx/>
                <a:latin typeface="Trebuchet MS"/>
                <a:cs typeface="Trebuchet MS"/>
              </a:rPr>
              <a:t>setup</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a</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WIS2</a:t>
            </a:r>
            <a:r>
              <a:rPr kumimoji="0" sz="1800" b="1" i="0" u="none" strike="noStrike" kern="0" cap="none" spc="-150" normalizeH="0" baseline="0" noProof="0" dirty="0">
                <a:ln>
                  <a:noFill/>
                </a:ln>
                <a:solidFill>
                  <a:sysClr val="windowText" lastClr="000000"/>
                </a:solidFill>
                <a:effectLst/>
                <a:uLnTx/>
                <a:uFillTx/>
                <a:latin typeface="Trebuchet MS"/>
                <a:cs typeface="Trebuchet MS"/>
              </a:rPr>
              <a:t> </a:t>
            </a:r>
            <a:r>
              <a:rPr kumimoji="0" sz="1800" b="1" i="0" u="none" strike="noStrike" kern="0" cap="none" spc="-20" normalizeH="0" baseline="0" noProof="0" dirty="0">
                <a:ln>
                  <a:noFill/>
                </a:ln>
                <a:solidFill>
                  <a:sysClr val="windowText" lastClr="000000"/>
                </a:solidFill>
                <a:effectLst/>
                <a:uLnTx/>
                <a:uFillTx/>
                <a:latin typeface="Trebuchet MS"/>
                <a:cs typeface="Trebuchet MS"/>
              </a:rPr>
              <a:t>Node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540"/>
              </a:spcBef>
              <a:spcAft>
                <a:spcPts val="0"/>
              </a:spcAft>
              <a:buClrTx/>
              <a:buSzTx/>
              <a:buFontTx/>
              <a:buNone/>
              <a:tabLst/>
              <a:defRPr/>
            </a:pPr>
            <a:r>
              <a:rPr kumimoji="0" sz="1800" b="0" i="0" u="none" strike="noStrike" kern="0" cap="none" spc="-90" normalizeH="0" baseline="0" noProof="0" dirty="0">
                <a:ln>
                  <a:noFill/>
                </a:ln>
                <a:solidFill>
                  <a:sysClr val="windowText" lastClr="000000"/>
                </a:solidFill>
                <a:effectLst/>
                <a:uLnTx/>
                <a:uFillTx/>
                <a:latin typeface="Trebuchet MS"/>
                <a:cs typeface="Trebuchet MS"/>
              </a:rPr>
              <a:t>The</a:t>
            </a:r>
            <a:r>
              <a:rPr kumimoji="0" sz="1800" b="0" i="0" u="none" strike="noStrike" kern="0" cap="none" spc="-135" normalizeH="0" baseline="0" noProof="0" dirty="0">
                <a:ln>
                  <a:noFill/>
                </a:ln>
                <a:solidFill>
                  <a:sysClr val="windowText" lastClr="000000"/>
                </a:solidFill>
                <a:effectLst/>
                <a:uLnTx/>
                <a:uFillTx/>
                <a:latin typeface="Trebuchet MS"/>
                <a:cs typeface="Trebuchet MS"/>
              </a:rPr>
              <a:t> </a:t>
            </a:r>
            <a:r>
              <a:rPr kumimoji="0" sz="1800" b="0" i="0" u="none" strike="noStrike" kern="0" cap="none" spc="-30" normalizeH="0" baseline="0" noProof="0" dirty="0">
                <a:ln>
                  <a:noFill/>
                </a:ln>
                <a:solidFill>
                  <a:sysClr val="windowText" lastClr="000000"/>
                </a:solidFill>
                <a:effectLst/>
                <a:uLnTx/>
                <a:uFillTx/>
                <a:latin typeface="Trebuchet MS"/>
                <a:cs typeface="Trebuchet MS"/>
              </a:rPr>
              <a:t>wis2box-</a:t>
            </a:r>
            <a:r>
              <a:rPr kumimoji="0" sz="1800" b="0" i="0" u="none" strike="noStrike" kern="0" cap="none" spc="-50" normalizeH="0" baseline="0" noProof="0" dirty="0">
                <a:ln>
                  <a:noFill/>
                </a:ln>
                <a:solidFill>
                  <a:sysClr val="windowText" lastClr="000000"/>
                </a:solidFill>
                <a:effectLst/>
                <a:uLnTx/>
                <a:uFillTx/>
                <a:latin typeface="Trebuchet MS"/>
                <a:cs typeface="Trebuchet MS"/>
              </a:rPr>
              <a:t>software</a:t>
            </a:r>
            <a:r>
              <a:rPr kumimoji="0" sz="1800" b="0" i="0" u="none" strike="noStrike" kern="0" cap="none" spc="-13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includes</a:t>
            </a:r>
            <a:r>
              <a:rPr kumimoji="0" sz="1800" b="0" i="0" u="none" strike="noStrike" kern="0" cap="none" spc="-170" normalizeH="0" baseline="0" noProof="0" dirty="0">
                <a:ln>
                  <a:noFill/>
                </a:ln>
                <a:solidFill>
                  <a:sysClr val="windowText" lastClr="000000"/>
                </a:solidFill>
                <a:effectLst/>
                <a:uLnTx/>
                <a:uFillTx/>
                <a:latin typeface="Trebuchet MS"/>
                <a:cs typeface="Trebuchet MS"/>
              </a:rPr>
              <a:t> </a:t>
            </a:r>
            <a:r>
              <a:rPr kumimoji="0" sz="1800" b="0" i="0" u="none" strike="noStrike" kern="0" cap="none" spc="-50" normalizeH="0" baseline="0" noProof="0" dirty="0">
                <a:ln>
                  <a:noFill/>
                </a:ln>
                <a:solidFill>
                  <a:sysClr val="windowText" lastClr="000000"/>
                </a:solidFill>
                <a:effectLst/>
                <a:uLnTx/>
                <a:uFillTx/>
                <a:latin typeface="Trebuchet MS"/>
                <a:cs typeface="Trebuchet MS"/>
              </a:rPr>
              <a:t>all</a:t>
            </a:r>
            <a:r>
              <a:rPr kumimoji="0" sz="1800" b="0" i="0" u="none" strike="noStrike" kern="0" cap="none" spc="-130"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services</a:t>
            </a:r>
            <a:r>
              <a:rPr kumimoji="0" sz="1800" b="0" i="0" u="none" strike="noStrike" kern="0" cap="none" spc="-130" normalizeH="0" baseline="0" noProof="0" dirty="0">
                <a:ln>
                  <a:noFill/>
                </a:ln>
                <a:solidFill>
                  <a:sysClr val="windowText" lastClr="000000"/>
                </a:solidFill>
                <a:effectLst/>
                <a:uLnTx/>
                <a:uFillTx/>
                <a:latin typeface="Trebuchet MS"/>
                <a:cs typeface="Trebuchet MS"/>
              </a:rPr>
              <a:t> </a:t>
            </a:r>
            <a:r>
              <a:rPr kumimoji="0" sz="1800" b="0" i="0" u="none" strike="noStrike" kern="0" cap="none" spc="-60" normalizeH="0" baseline="0" noProof="0" dirty="0">
                <a:ln>
                  <a:noFill/>
                </a:ln>
                <a:solidFill>
                  <a:sysClr val="windowText" lastClr="000000"/>
                </a:solidFill>
                <a:effectLst/>
                <a:uLnTx/>
                <a:uFillTx/>
                <a:latin typeface="Trebuchet MS"/>
                <a:cs typeface="Trebuchet MS"/>
              </a:rPr>
              <a:t>required</a:t>
            </a:r>
            <a:r>
              <a:rPr kumimoji="0" sz="1800" b="0" i="0" u="none" strike="noStrike" kern="0" cap="none" spc="-145"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to</a:t>
            </a:r>
            <a:r>
              <a:rPr kumimoji="0" sz="1800" b="0" i="0" u="none" strike="noStrike" kern="0" cap="none" spc="-130" normalizeH="0" baseline="0" noProof="0" dirty="0">
                <a:ln>
                  <a:noFill/>
                </a:ln>
                <a:solidFill>
                  <a:sysClr val="windowText" lastClr="000000"/>
                </a:solidFill>
                <a:effectLst/>
                <a:uLnTx/>
                <a:uFillTx/>
                <a:latin typeface="Trebuchet MS"/>
                <a:cs typeface="Trebuchet MS"/>
              </a:rPr>
              <a:t> </a:t>
            </a:r>
            <a:r>
              <a:rPr kumimoji="0" sz="1800" b="0" i="0" u="none" strike="noStrike" kern="0" cap="none" spc="-40" normalizeH="0" baseline="0" noProof="0" dirty="0">
                <a:ln>
                  <a:noFill/>
                </a:ln>
                <a:solidFill>
                  <a:sysClr val="windowText" lastClr="000000"/>
                </a:solidFill>
                <a:effectLst/>
                <a:uLnTx/>
                <a:uFillTx/>
                <a:latin typeface="Trebuchet MS"/>
                <a:cs typeface="Trebuchet MS"/>
              </a:rPr>
              <a:t>run</a:t>
            </a:r>
            <a:r>
              <a:rPr kumimoji="0" sz="1800" b="0" i="0" u="none" strike="noStrike" kern="0" cap="none" spc="-14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a</a:t>
            </a:r>
            <a:r>
              <a:rPr kumimoji="0" sz="1800" b="0" i="0" u="none" strike="noStrike" kern="0" cap="none" spc="-120"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WIS2</a:t>
            </a:r>
            <a:r>
              <a:rPr kumimoji="0" sz="1800" b="0" i="0" u="none" strike="noStrike" kern="0" cap="none" spc="-16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Node</a:t>
            </a:r>
            <a:r>
              <a:rPr kumimoji="0" sz="1800" b="0" i="0" u="none" strike="noStrike" kern="0" cap="none" spc="-130" normalizeH="0" baseline="0" noProof="0" dirty="0">
                <a:ln>
                  <a:noFill/>
                </a:ln>
                <a:solidFill>
                  <a:sysClr val="windowText" lastClr="000000"/>
                </a:solidFill>
                <a:effectLst/>
                <a:uLnTx/>
                <a:uFillTx/>
                <a:latin typeface="Trebuchet MS"/>
                <a:cs typeface="Trebuchet MS"/>
              </a:rPr>
              <a:t> </a:t>
            </a:r>
            <a:r>
              <a:rPr kumimoji="0" sz="1800" b="0" i="0" u="none" strike="noStrike" kern="0" cap="none" spc="145" normalizeH="0" baseline="0" noProof="0" dirty="0">
                <a:ln>
                  <a:noFill/>
                </a:ln>
                <a:solidFill>
                  <a:sysClr val="windowText" lastClr="000000"/>
                </a:solidFill>
                <a:effectLst/>
                <a:uLnTx/>
                <a:uFillTx/>
                <a:latin typeface="Trebuchet MS"/>
                <a:cs typeface="Trebuchet MS"/>
              </a:rPr>
              <a:t>…</a:t>
            </a:r>
            <a:r>
              <a:rPr kumimoji="0" sz="1800" b="0" i="0" u="none" strike="noStrike" kern="0" cap="none" spc="-110" normalizeH="0" baseline="0" noProof="0" dirty="0">
                <a:ln>
                  <a:noFill/>
                </a:ln>
                <a:solidFill>
                  <a:sysClr val="windowText" lastClr="000000"/>
                </a:solidFill>
                <a:effectLst/>
                <a:uLnTx/>
                <a:uFillTx/>
                <a:latin typeface="Trebuchet MS"/>
                <a:cs typeface="Trebuchet MS"/>
              </a:rPr>
              <a:t> </a:t>
            </a:r>
            <a:r>
              <a:rPr kumimoji="0" sz="1800" b="0" i="1" u="none" strike="noStrike" kern="0" cap="none" spc="0" normalizeH="0" baseline="0" noProof="0" dirty="0">
                <a:ln>
                  <a:noFill/>
                </a:ln>
                <a:solidFill>
                  <a:sysClr val="windowText" lastClr="000000"/>
                </a:solidFill>
                <a:effectLst/>
                <a:uLnTx/>
                <a:uFillTx/>
                <a:latin typeface="Trebuchet MS"/>
                <a:cs typeface="Trebuchet MS"/>
              </a:rPr>
              <a:t>and</a:t>
            </a:r>
            <a:r>
              <a:rPr kumimoji="0" sz="1800" b="0" i="1" u="none" strike="noStrike" kern="0" cap="none" spc="-130" normalizeH="0" baseline="0" noProof="0" dirty="0">
                <a:ln>
                  <a:noFill/>
                </a:ln>
                <a:solidFill>
                  <a:sysClr val="windowText" lastClr="000000"/>
                </a:solidFill>
                <a:effectLst/>
                <a:uLnTx/>
                <a:uFillTx/>
                <a:latin typeface="Trebuchet MS"/>
                <a:cs typeface="Trebuchet MS"/>
              </a:rPr>
              <a:t> </a:t>
            </a:r>
            <a:r>
              <a:rPr kumimoji="0" sz="1800" b="0" i="1" u="none" strike="noStrike" kern="0" cap="none" spc="-40" normalizeH="0" baseline="0" noProof="0" dirty="0">
                <a:ln>
                  <a:noFill/>
                </a:ln>
                <a:solidFill>
                  <a:sysClr val="windowText" lastClr="000000"/>
                </a:solidFill>
                <a:effectLst/>
                <a:uLnTx/>
                <a:uFillTx/>
                <a:latin typeface="Trebuchet MS"/>
                <a:cs typeface="Trebuchet MS"/>
              </a:rPr>
              <a:t>more</a:t>
            </a:r>
            <a:r>
              <a:rPr kumimoji="0" sz="1800" b="0" i="1" u="none" strike="noStrike" kern="0" cap="none" spc="-145" normalizeH="0" baseline="0" noProof="0" dirty="0">
                <a:ln>
                  <a:noFill/>
                </a:ln>
                <a:solidFill>
                  <a:sysClr val="windowText" lastClr="000000"/>
                </a:solidFill>
                <a:effectLst/>
                <a:uLnTx/>
                <a:uFillTx/>
                <a:latin typeface="Trebuchet MS"/>
                <a:cs typeface="Trebuchet MS"/>
              </a:rPr>
              <a:t> </a:t>
            </a:r>
            <a:r>
              <a:rPr kumimoji="0" sz="1800" b="0" i="1" u="none" strike="noStrike" kern="0" cap="none" spc="-50" normalizeH="0" baseline="0" noProof="0" dirty="0">
                <a:ln>
                  <a:noFill/>
                </a:ln>
                <a:solidFill>
                  <a:sysClr val="windowText" lastClr="000000"/>
                </a:solidFill>
                <a:effectLst/>
                <a:uLnTx/>
                <a:uFillTx/>
                <a:latin typeface="Trebuchet MS"/>
                <a:cs typeface="Trebuchet MS"/>
              </a:rPr>
              <a:t>!</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7" name="object 7"/>
          <p:cNvSpPr/>
          <p:nvPr/>
        </p:nvSpPr>
        <p:spPr>
          <a:xfrm>
            <a:off x="1871598" y="2109342"/>
            <a:ext cx="3839210" cy="3290570"/>
          </a:xfrm>
          <a:custGeom>
            <a:avLst/>
            <a:gdLst/>
            <a:ahLst/>
            <a:cxnLst/>
            <a:rect l="l" t="t" r="r" b="b"/>
            <a:pathLst>
              <a:path w="3839210" h="3290570">
                <a:moveTo>
                  <a:pt x="3839083" y="0"/>
                </a:moveTo>
                <a:lnTo>
                  <a:pt x="0" y="0"/>
                </a:lnTo>
                <a:lnTo>
                  <a:pt x="0" y="3290570"/>
                </a:lnTo>
                <a:lnTo>
                  <a:pt x="3839083" y="3290570"/>
                </a:lnTo>
                <a:lnTo>
                  <a:pt x="3839083" y="0"/>
                </a:lnTo>
                <a:close/>
              </a:path>
            </a:pathLst>
          </a:custGeom>
          <a:solidFill>
            <a:srgbClr val="DCE6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4133215" y="2152014"/>
            <a:ext cx="149860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International</a:t>
            </a:r>
            <a:r>
              <a:rPr kumimoji="0" sz="1400" b="1" i="1" u="none" strike="noStrike" kern="0" cap="none" spc="-75" normalizeH="0" baseline="0" noProof="0" dirty="0">
                <a:ln>
                  <a:noFill/>
                </a:ln>
                <a:solidFill>
                  <a:srgbClr val="0F243E"/>
                </a:solidFill>
                <a:effectLst/>
                <a:uLnTx/>
                <a:uFillTx/>
                <a:latin typeface="Calibri"/>
                <a:cs typeface="Calibri"/>
              </a:rPr>
              <a:t> </a:t>
            </a:r>
            <a:r>
              <a:rPr kumimoji="0" sz="1400" b="1" i="1" u="none" strike="noStrike" kern="0" cap="none" spc="-10" normalizeH="0" baseline="0" noProof="0" dirty="0">
                <a:ln>
                  <a:noFill/>
                </a:ln>
                <a:solidFill>
                  <a:srgbClr val="0F243E"/>
                </a:solidFill>
                <a:effectLst/>
                <a:uLnTx/>
                <a:uFillTx/>
                <a:latin typeface="Calibri"/>
                <a:cs typeface="Calibri"/>
              </a:rPr>
              <a:t>Sector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sp>
        <p:nvSpPr>
          <p:cNvPr id="9" name="object 9"/>
          <p:cNvSpPr/>
          <p:nvPr/>
        </p:nvSpPr>
        <p:spPr>
          <a:xfrm>
            <a:off x="3570604" y="4379874"/>
            <a:ext cx="1977389" cy="452755"/>
          </a:xfrm>
          <a:custGeom>
            <a:avLst/>
            <a:gdLst/>
            <a:ahLst/>
            <a:cxnLst/>
            <a:rect l="l" t="t" r="r" b="b"/>
            <a:pathLst>
              <a:path w="1977389" h="452754">
                <a:moveTo>
                  <a:pt x="1977008" y="0"/>
                </a:moveTo>
                <a:lnTo>
                  <a:pt x="0" y="0"/>
                </a:lnTo>
                <a:lnTo>
                  <a:pt x="0" y="452602"/>
                </a:lnTo>
                <a:lnTo>
                  <a:pt x="1977008" y="452602"/>
                </a:lnTo>
                <a:lnTo>
                  <a:pt x="1977008"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txBox="1"/>
          <p:nvPr/>
        </p:nvSpPr>
        <p:spPr>
          <a:xfrm>
            <a:off x="4346575" y="4460240"/>
            <a:ext cx="112204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2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11" name="object 11"/>
          <p:cNvSpPr/>
          <p:nvPr/>
        </p:nvSpPr>
        <p:spPr>
          <a:xfrm>
            <a:off x="338251" y="2109342"/>
            <a:ext cx="1482725" cy="3290570"/>
          </a:xfrm>
          <a:custGeom>
            <a:avLst/>
            <a:gdLst/>
            <a:ahLst/>
            <a:cxnLst/>
            <a:rect l="l" t="t" r="r" b="b"/>
            <a:pathLst>
              <a:path w="1482725" h="3290570">
                <a:moveTo>
                  <a:pt x="1482343" y="0"/>
                </a:moveTo>
                <a:lnTo>
                  <a:pt x="0" y="0"/>
                </a:lnTo>
                <a:lnTo>
                  <a:pt x="0" y="3290570"/>
                </a:lnTo>
                <a:lnTo>
                  <a:pt x="1482343" y="3290570"/>
                </a:lnTo>
                <a:lnTo>
                  <a:pt x="1482343" y="0"/>
                </a:lnTo>
                <a:close/>
              </a:path>
            </a:pathLst>
          </a:custGeom>
          <a:solidFill>
            <a:srgbClr val="F1DCD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txBox="1"/>
          <p:nvPr/>
        </p:nvSpPr>
        <p:spPr>
          <a:xfrm>
            <a:off x="570991" y="2138299"/>
            <a:ext cx="1169670" cy="23939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1" u="none" strike="noStrike" kern="0" cap="none" spc="0" normalizeH="0" baseline="0" noProof="0" dirty="0">
                <a:ln>
                  <a:noFill/>
                </a:ln>
                <a:solidFill>
                  <a:srgbClr val="0F243E"/>
                </a:solidFill>
                <a:effectLst/>
                <a:uLnTx/>
                <a:uFillTx/>
                <a:latin typeface="Calibri"/>
                <a:cs typeface="Calibri"/>
              </a:rPr>
              <a:t>National</a:t>
            </a:r>
            <a:r>
              <a:rPr kumimoji="0" sz="1400" b="1" i="1" u="none" strike="noStrike" kern="0" cap="none" spc="-65" normalizeH="0" baseline="0" noProof="0" dirty="0">
                <a:ln>
                  <a:noFill/>
                </a:ln>
                <a:solidFill>
                  <a:srgbClr val="0F243E"/>
                </a:solidFill>
                <a:effectLst/>
                <a:uLnTx/>
                <a:uFillTx/>
                <a:latin typeface="Calibri"/>
                <a:cs typeface="Calibri"/>
              </a:rPr>
              <a:t> </a:t>
            </a:r>
            <a:r>
              <a:rPr kumimoji="0" sz="1400" b="1" i="1" u="none" strike="noStrike" kern="0" cap="none" spc="-10" normalizeH="0" baseline="0" noProof="0" dirty="0">
                <a:ln>
                  <a:noFill/>
                </a:ln>
                <a:solidFill>
                  <a:srgbClr val="0F243E"/>
                </a:solidFill>
                <a:effectLst/>
                <a:uLnTx/>
                <a:uFillTx/>
                <a:latin typeface="Calibri"/>
                <a:cs typeface="Calibri"/>
              </a:rPr>
              <a:t>Sector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13" name="object 13"/>
          <p:cNvGrpSpPr/>
          <p:nvPr/>
        </p:nvGrpSpPr>
        <p:grpSpPr>
          <a:xfrm>
            <a:off x="849401" y="3521151"/>
            <a:ext cx="1778000" cy="435609"/>
            <a:chOff x="849401" y="3521151"/>
            <a:chExt cx="1778000" cy="435609"/>
          </a:xfrm>
        </p:grpSpPr>
        <p:sp>
          <p:nvSpPr>
            <p:cNvPr id="14" name="object 14"/>
            <p:cNvSpPr/>
            <p:nvPr/>
          </p:nvSpPr>
          <p:spPr>
            <a:xfrm>
              <a:off x="862101" y="3533851"/>
              <a:ext cx="1752600" cy="410209"/>
            </a:xfrm>
            <a:custGeom>
              <a:avLst/>
              <a:gdLst/>
              <a:ahLst/>
              <a:cxnLst/>
              <a:rect l="l" t="t" r="r" b="b"/>
              <a:pathLst>
                <a:path w="1752600" h="410210">
                  <a:moveTo>
                    <a:pt x="1752600" y="0"/>
                  </a:moveTo>
                  <a:lnTo>
                    <a:pt x="0" y="0"/>
                  </a:lnTo>
                  <a:lnTo>
                    <a:pt x="0" y="409752"/>
                  </a:lnTo>
                  <a:lnTo>
                    <a:pt x="1752600" y="409752"/>
                  </a:lnTo>
                  <a:lnTo>
                    <a:pt x="175260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p:nvPr/>
          </p:nvSpPr>
          <p:spPr>
            <a:xfrm>
              <a:off x="862101" y="3533851"/>
              <a:ext cx="1752600" cy="410209"/>
            </a:xfrm>
            <a:custGeom>
              <a:avLst/>
              <a:gdLst/>
              <a:ahLst/>
              <a:cxnLst/>
              <a:rect l="l" t="t" r="r" b="b"/>
              <a:pathLst>
                <a:path w="1752600" h="410210">
                  <a:moveTo>
                    <a:pt x="0" y="409752"/>
                  </a:moveTo>
                  <a:lnTo>
                    <a:pt x="1752600" y="409752"/>
                  </a:lnTo>
                  <a:lnTo>
                    <a:pt x="1752600" y="0"/>
                  </a:lnTo>
                  <a:lnTo>
                    <a:pt x="0" y="0"/>
                  </a:lnTo>
                  <a:lnTo>
                    <a:pt x="0" y="409752"/>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6" name="object 16"/>
          <p:cNvSpPr txBox="1"/>
          <p:nvPr/>
        </p:nvSpPr>
        <p:spPr>
          <a:xfrm>
            <a:off x="1315974" y="3592829"/>
            <a:ext cx="121920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0F42D2"/>
                </a:solidFill>
                <a:effectLst/>
                <a:uLnTx/>
                <a:uFillTx/>
                <a:latin typeface="Calibri"/>
                <a:cs typeface="Calibri"/>
              </a:rPr>
              <a:t>WIS2-in-</a:t>
            </a:r>
            <a:r>
              <a:rPr kumimoji="0" sz="1600" b="1" i="0" u="none" strike="noStrike" kern="0" cap="none" spc="0" normalizeH="0" baseline="0" noProof="0" dirty="0">
                <a:ln>
                  <a:noFill/>
                </a:ln>
                <a:solidFill>
                  <a:srgbClr val="0F42D2"/>
                </a:solidFill>
                <a:effectLst/>
                <a:uLnTx/>
                <a:uFillTx/>
                <a:latin typeface="Calibri"/>
                <a:cs typeface="Calibri"/>
              </a:rPr>
              <a:t>a-</a:t>
            </a:r>
            <a:r>
              <a:rPr kumimoji="0" sz="1600" b="1" i="0" u="none" strike="noStrike" kern="0" cap="none" spc="-25" normalizeH="0" baseline="0" noProof="0" dirty="0">
                <a:ln>
                  <a:noFill/>
                </a:ln>
                <a:solidFill>
                  <a:srgbClr val="0F42D2"/>
                </a:solidFill>
                <a:effectLst/>
                <a:uLnTx/>
                <a:uFillTx/>
                <a:latin typeface="Calibri"/>
                <a:cs typeface="Calibri"/>
              </a:rPr>
              <a:t>box</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7" name="object 17"/>
          <p:cNvGrpSpPr/>
          <p:nvPr/>
        </p:nvGrpSpPr>
        <p:grpSpPr>
          <a:xfrm>
            <a:off x="943102" y="3512908"/>
            <a:ext cx="4605020" cy="453390"/>
            <a:chOff x="943102" y="3512908"/>
            <a:chExt cx="4605020" cy="453390"/>
          </a:xfrm>
        </p:grpSpPr>
        <p:pic>
          <p:nvPicPr>
            <p:cNvPr id="18" name="object 18"/>
            <p:cNvPicPr/>
            <p:nvPr/>
          </p:nvPicPr>
          <p:blipFill>
            <a:blip r:embed="rId2" cstate="print"/>
            <a:stretch>
              <a:fillRect/>
            </a:stretch>
          </p:blipFill>
          <p:spPr>
            <a:xfrm>
              <a:off x="943102" y="3572090"/>
              <a:ext cx="389559" cy="356400"/>
            </a:xfrm>
            <a:prstGeom prst="rect">
              <a:avLst/>
            </a:prstGeom>
          </p:spPr>
        </p:pic>
        <p:sp>
          <p:nvSpPr>
            <p:cNvPr id="19" name="object 19"/>
            <p:cNvSpPr/>
            <p:nvPr/>
          </p:nvSpPr>
          <p:spPr>
            <a:xfrm>
              <a:off x="3566413" y="3512908"/>
              <a:ext cx="1981200" cy="453390"/>
            </a:xfrm>
            <a:custGeom>
              <a:avLst/>
              <a:gdLst/>
              <a:ahLst/>
              <a:cxnLst/>
              <a:rect l="l" t="t" r="r" b="b"/>
              <a:pathLst>
                <a:path w="1981200" h="453389">
                  <a:moveTo>
                    <a:pt x="1981200" y="0"/>
                  </a:moveTo>
                  <a:lnTo>
                    <a:pt x="0" y="0"/>
                  </a:lnTo>
                  <a:lnTo>
                    <a:pt x="0" y="453174"/>
                  </a:lnTo>
                  <a:lnTo>
                    <a:pt x="1981200" y="453174"/>
                  </a:lnTo>
                  <a:lnTo>
                    <a:pt x="1981200"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0" name="object 20"/>
          <p:cNvSpPr txBox="1"/>
          <p:nvPr/>
        </p:nvSpPr>
        <p:spPr>
          <a:xfrm>
            <a:off x="4281296" y="3593338"/>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21" name="object 21"/>
          <p:cNvGrpSpPr/>
          <p:nvPr/>
        </p:nvGrpSpPr>
        <p:grpSpPr>
          <a:xfrm>
            <a:off x="1929892" y="2150224"/>
            <a:ext cx="3618229" cy="2614930"/>
            <a:chOff x="1929892" y="2150224"/>
            <a:chExt cx="3618229" cy="2614930"/>
          </a:xfrm>
        </p:grpSpPr>
        <p:sp>
          <p:nvSpPr>
            <p:cNvPr id="22" name="object 22"/>
            <p:cNvSpPr/>
            <p:nvPr/>
          </p:nvSpPr>
          <p:spPr>
            <a:xfrm>
              <a:off x="3678496" y="3615699"/>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7"/>
                  </a:lnTo>
                  <a:lnTo>
                    <a:pt x="249235" y="219785"/>
                  </a:lnTo>
                  <a:lnTo>
                    <a:pt x="242812" y="210065"/>
                  </a:lnTo>
                  <a:lnTo>
                    <a:pt x="236555" y="205643"/>
                  </a:lnTo>
                  <a:lnTo>
                    <a:pt x="207084" y="205643"/>
                  </a:lnTo>
                  <a:lnTo>
                    <a:pt x="178262" y="176528"/>
                  </a:lnTo>
                  <a:close/>
                </a:path>
                <a:path w="277495" h="260350">
                  <a:moveTo>
                    <a:pt x="51509" y="201405"/>
                  </a:moveTo>
                  <a:lnTo>
                    <a:pt x="42352" y="204030"/>
                  </a:lnTo>
                  <a:lnTo>
                    <a:pt x="34335" y="209697"/>
                  </a:lnTo>
                  <a:lnTo>
                    <a:pt x="27912" y="219417"/>
                  </a:lnTo>
                  <a:lnTo>
                    <a:pt x="25771" y="230519"/>
                  </a:lnTo>
                  <a:lnTo>
                    <a:pt x="27912" y="241621"/>
                  </a:lnTo>
                  <a:lnTo>
                    <a:pt x="34335" y="251341"/>
                  </a:lnTo>
                  <a:lnTo>
                    <a:pt x="44050" y="257768"/>
                  </a:lnTo>
                  <a:lnTo>
                    <a:pt x="55146" y="259910"/>
                  </a:lnTo>
                  <a:lnTo>
                    <a:pt x="66242" y="257768"/>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5"/>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4"/>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1" y="141149"/>
                  </a:lnTo>
                  <a:lnTo>
                    <a:pt x="175775" y="140043"/>
                  </a:lnTo>
                  <a:lnTo>
                    <a:pt x="208850" y="126505"/>
                  </a:lnTo>
                  <a:lnTo>
                    <a:pt x="170691" y="126505"/>
                  </a:lnTo>
                  <a:lnTo>
                    <a:pt x="170345" y="126039"/>
                  </a:lnTo>
                  <a:lnTo>
                    <a:pt x="106528"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89" y="123004"/>
                  </a:lnTo>
                  <a:lnTo>
                    <a:pt x="270417" y="120229"/>
                  </a:lnTo>
                  <a:close/>
                </a:path>
                <a:path w="277495" h="260350">
                  <a:moveTo>
                    <a:pt x="29432" y="72521"/>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1"/>
                  </a:lnTo>
                  <a:close/>
                </a:path>
                <a:path w="277495" h="260350">
                  <a:moveTo>
                    <a:pt x="247715" y="72889"/>
                  </a:moveTo>
                  <a:lnTo>
                    <a:pt x="218260" y="102199"/>
                  </a:lnTo>
                  <a:lnTo>
                    <a:pt x="218134" y="106506"/>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3" y="8660"/>
                  </a:lnTo>
                  <a:lnTo>
                    <a:pt x="111432" y="18035"/>
                  </a:lnTo>
                  <a:lnTo>
                    <a:pt x="109107" y="29482"/>
                  </a:lnTo>
                  <a:lnTo>
                    <a:pt x="110799" y="39203"/>
                  </a:lnTo>
                  <a:lnTo>
                    <a:pt x="115461" y="47541"/>
                  </a:lnTo>
                  <a:lnTo>
                    <a:pt x="122470" y="53944"/>
                  </a:lnTo>
                  <a:lnTo>
                    <a:pt x="131207" y="57860"/>
                  </a:lnTo>
                  <a:lnTo>
                    <a:pt x="131207" y="108718"/>
                  </a:lnTo>
                  <a:lnTo>
                    <a:pt x="123570" y="110958"/>
                  </a:lnTo>
                  <a:lnTo>
                    <a:pt x="116796" y="114752"/>
                  </a:lnTo>
                  <a:lnTo>
                    <a:pt x="111058" y="119860"/>
                  </a:lnTo>
                  <a:lnTo>
                    <a:pt x="106528" y="126039"/>
                  </a:lnTo>
                  <a:lnTo>
                    <a:pt x="170345" y="126039"/>
                  </a:lnTo>
                  <a:lnTo>
                    <a:pt x="166037" y="120229"/>
                  </a:lnTo>
                  <a:lnTo>
                    <a:pt x="160213" y="115121"/>
                  </a:lnTo>
                  <a:lnTo>
                    <a:pt x="153422" y="111326"/>
                  </a:lnTo>
                  <a:lnTo>
                    <a:pt x="145940" y="109086"/>
                  </a:lnTo>
                  <a:lnTo>
                    <a:pt x="145940" y="57860"/>
                  </a:lnTo>
                  <a:lnTo>
                    <a:pt x="154677"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3" name="object 23" descr="A picture containing text, balloon, transport, aircraft  Description automatically generated"/>
            <p:cNvPicPr/>
            <p:nvPr/>
          </p:nvPicPr>
          <p:blipFill>
            <a:blip r:embed="rId3" cstate="print"/>
            <a:stretch>
              <a:fillRect/>
            </a:stretch>
          </p:blipFill>
          <p:spPr>
            <a:xfrm>
              <a:off x="1929892" y="2150224"/>
              <a:ext cx="708545" cy="708545"/>
            </a:xfrm>
            <a:prstGeom prst="rect">
              <a:avLst/>
            </a:prstGeom>
          </p:spPr>
        </p:pic>
        <p:pic>
          <p:nvPicPr>
            <p:cNvPr id="24" name="object 24"/>
            <p:cNvPicPr/>
            <p:nvPr/>
          </p:nvPicPr>
          <p:blipFill>
            <a:blip r:embed="rId4" cstate="print"/>
            <a:stretch>
              <a:fillRect/>
            </a:stretch>
          </p:blipFill>
          <p:spPr>
            <a:xfrm>
              <a:off x="3704369" y="4448899"/>
              <a:ext cx="225384" cy="316201"/>
            </a:xfrm>
            <a:prstGeom prst="rect">
              <a:avLst/>
            </a:prstGeom>
          </p:spPr>
        </p:pic>
        <p:sp>
          <p:nvSpPr>
            <p:cNvPr id="25" name="object 25"/>
            <p:cNvSpPr/>
            <p:nvPr/>
          </p:nvSpPr>
          <p:spPr>
            <a:xfrm>
              <a:off x="3570605" y="2657436"/>
              <a:ext cx="1977389" cy="453390"/>
            </a:xfrm>
            <a:custGeom>
              <a:avLst/>
              <a:gdLst/>
              <a:ahLst/>
              <a:cxnLst/>
              <a:rect l="l" t="t" r="r" b="b"/>
              <a:pathLst>
                <a:path w="1977389" h="453389">
                  <a:moveTo>
                    <a:pt x="1977008" y="0"/>
                  </a:moveTo>
                  <a:lnTo>
                    <a:pt x="0" y="0"/>
                  </a:lnTo>
                  <a:lnTo>
                    <a:pt x="0" y="453174"/>
                  </a:lnTo>
                  <a:lnTo>
                    <a:pt x="1977008" y="453174"/>
                  </a:lnTo>
                  <a:lnTo>
                    <a:pt x="1977008"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6"/>
          <p:cNvSpPr txBox="1"/>
          <p:nvPr/>
        </p:nvSpPr>
        <p:spPr>
          <a:xfrm>
            <a:off x="4029202" y="2615945"/>
            <a:ext cx="1442085"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635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27" name="object 27"/>
          <p:cNvGrpSpPr/>
          <p:nvPr/>
        </p:nvGrpSpPr>
        <p:grpSpPr>
          <a:xfrm>
            <a:off x="295656" y="2742164"/>
            <a:ext cx="4377055" cy="1932305"/>
            <a:chOff x="295656" y="2742164"/>
            <a:chExt cx="4377055" cy="1932305"/>
          </a:xfrm>
        </p:grpSpPr>
        <p:sp>
          <p:nvSpPr>
            <p:cNvPr id="28" name="object 28"/>
            <p:cNvSpPr/>
            <p:nvPr/>
          </p:nvSpPr>
          <p:spPr>
            <a:xfrm>
              <a:off x="3657376" y="2742164"/>
              <a:ext cx="348615" cy="311150"/>
            </a:xfrm>
            <a:custGeom>
              <a:avLst/>
              <a:gdLst/>
              <a:ahLst/>
              <a:cxnLst/>
              <a:rect l="l" t="t" r="r" b="b"/>
              <a:pathLst>
                <a:path w="348614" h="311150">
                  <a:moveTo>
                    <a:pt x="206968"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7" y="310950"/>
                  </a:lnTo>
                  <a:lnTo>
                    <a:pt x="155252" y="310950"/>
                  </a:lnTo>
                  <a:lnTo>
                    <a:pt x="175407" y="302802"/>
                  </a:lnTo>
                  <a:lnTo>
                    <a:pt x="154252" y="302802"/>
                  </a:lnTo>
                  <a:lnTo>
                    <a:pt x="29599" y="253728"/>
                  </a:lnTo>
                  <a:lnTo>
                    <a:pt x="19724" y="213682"/>
                  </a:lnTo>
                  <a:lnTo>
                    <a:pt x="20623" y="207078"/>
                  </a:lnTo>
                  <a:lnTo>
                    <a:pt x="22507" y="200726"/>
                  </a:lnTo>
                  <a:lnTo>
                    <a:pt x="22936" y="199376"/>
                  </a:lnTo>
                  <a:lnTo>
                    <a:pt x="22613" y="197902"/>
                  </a:lnTo>
                  <a:lnTo>
                    <a:pt x="7941" y="156817"/>
                  </a:lnTo>
                  <a:lnTo>
                    <a:pt x="9738" y="142849"/>
                  </a:lnTo>
                  <a:lnTo>
                    <a:pt x="9852" y="141964"/>
                  </a:lnTo>
                  <a:lnTo>
                    <a:pt x="13976" y="132575"/>
                  </a:lnTo>
                  <a:lnTo>
                    <a:pt x="14096" y="132302"/>
                  </a:lnTo>
                  <a:lnTo>
                    <a:pt x="18435" y="127007"/>
                  </a:lnTo>
                  <a:lnTo>
                    <a:pt x="20630" y="125273"/>
                  </a:lnTo>
                  <a:lnTo>
                    <a:pt x="22219" y="124354"/>
                  </a:lnTo>
                  <a:lnTo>
                    <a:pt x="22966" y="122465"/>
                  </a:lnTo>
                  <a:lnTo>
                    <a:pt x="22444" y="120706"/>
                  </a:lnTo>
                  <a:lnTo>
                    <a:pt x="20649" y="114384"/>
                  </a:lnTo>
                  <a:lnTo>
                    <a:pt x="19901" y="108792"/>
                  </a:lnTo>
                  <a:lnTo>
                    <a:pt x="19961" y="99979"/>
                  </a:lnTo>
                  <a:lnTo>
                    <a:pt x="206409" y="8267"/>
                  </a:lnTo>
                  <a:lnTo>
                    <a:pt x="229308" y="8267"/>
                  </a:lnTo>
                  <a:lnTo>
                    <a:pt x="207824" y="330"/>
                  </a:lnTo>
                  <a:lnTo>
                    <a:pt x="206968" y="0"/>
                  </a:lnTo>
                  <a:close/>
                </a:path>
                <a:path w="348614" h="311150">
                  <a:moveTo>
                    <a:pt x="341504" y="225292"/>
                  </a:moveTo>
                  <a:lnTo>
                    <a:pt x="318063" y="225292"/>
                  </a:lnTo>
                  <a:lnTo>
                    <a:pt x="332704" y="230583"/>
                  </a:lnTo>
                  <a:lnTo>
                    <a:pt x="154252" y="302802"/>
                  </a:lnTo>
                  <a:lnTo>
                    <a:pt x="175407" y="302802"/>
                  </a:lnTo>
                  <a:lnTo>
                    <a:pt x="347478" y="233239"/>
                  </a:lnTo>
                  <a:lnTo>
                    <a:pt x="348470" y="230927"/>
                  </a:lnTo>
                  <a:lnTo>
                    <a:pt x="347214" y="227839"/>
                  </a:lnTo>
                  <a:lnTo>
                    <a:pt x="346387" y="227019"/>
                  </a:lnTo>
                  <a:lnTo>
                    <a:pt x="341504" y="225292"/>
                  </a:lnTo>
                  <a:close/>
                </a:path>
                <a:path w="348614" h="311150">
                  <a:moveTo>
                    <a:pt x="35879" y="196658"/>
                  </a:moveTo>
                  <a:lnTo>
                    <a:pt x="33579" y="197660"/>
                  </a:lnTo>
                  <a:lnTo>
                    <a:pt x="32594" y="200163"/>
                  </a:lnTo>
                  <a:lnTo>
                    <a:pt x="32501" y="242465"/>
                  </a:lnTo>
                  <a:lnTo>
                    <a:pt x="33496" y="243930"/>
                  </a:lnTo>
                  <a:lnTo>
                    <a:pt x="153753" y="291304"/>
                  </a:lnTo>
                  <a:lnTo>
                    <a:pt x="154807" y="291304"/>
                  </a:lnTo>
                  <a:lnTo>
                    <a:pt x="175441" y="282961"/>
                  </a:lnTo>
                  <a:lnTo>
                    <a:pt x="154252" y="282961"/>
                  </a:lnTo>
                  <a:lnTo>
                    <a:pt x="40726" y="238237"/>
                  </a:lnTo>
                  <a:lnTo>
                    <a:pt x="40427" y="238237"/>
                  </a:lnTo>
                  <a:lnTo>
                    <a:pt x="40427" y="207078"/>
                  </a:lnTo>
                  <a:lnTo>
                    <a:pt x="62336" y="207078"/>
                  </a:lnTo>
                  <a:lnTo>
                    <a:pt x="35879" y="196658"/>
                  </a:lnTo>
                  <a:close/>
                </a:path>
                <a:path w="348614" h="311150">
                  <a:moveTo>
                    <a:pt x="323847" y="186477"/>
                  </a:moveTo>
                  <a:lnTo>
                    <a:pt x="315915" y="186477"/>
                  </a:lnTo>
                  <a:lnTo>
                    <a:pt x="315915" y="217597"/>
                  </a:lnTo>
                  <a:lnTo>
                    <a:pt x="154252" y="282961"/>
                  </a:lnTo>
                  <a:lnTo>
                    <a:pt x="175441" y="282961"/>
                  </a:lnTo>
                  <a:lnTo>
                    <a:pt x="318063" y="225292"/>
                  </a:lnTo>
                  <a:lnTo>
                    <a:pt x="341504" y="225292"/>
                  </a:lnTo>
                  <a:lnTo>
                    <a:pt x="323847" y="219026"/>
                  </a:lnTo>
                  <a:lnTo>
                    <a:pt x="323847" y="186477"/>
                  </a:lnTo>
                  <a:close/>
                </a:path>
                <a:path w="348614" h="311150">
                  <a:moveTo>
                    <a:pt x="62336" y="207078"/>
                  </a:moveTo>
                  <a:lnTo>
                    <a:pt x="40704" y="207078"/>
                  </a:lnTo>
                  <a:lnTo>
                    <a:pt x="153753" y="251622"/>
                  </a:lnTo>
                  <a:lnTo>
                    <a:pt x="154807" y="251622"/>
                  </a:lnTo>
                  <a:lnTo>
                    <a:pt x="175441" y="243278"/>
                  </a:lnTo>
                  <a:lnTo>
                    <a:pt x="154252" y="243278"/>
                  </a:lnTo>
                  <a:lnTo>
                    <a:pt x="62336" y="207078"/>
                  </a:lnTo>
                  <a:close/>
                </a:path>
                <a:path w="348614"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4" h="311150">
                  <a:moveTo>
                    <a:pt x="24090" y="132575"/>
                  </a:moveTo>
                  <a:lnTo>
                    <a:pt x="23882" y="132575"/>
                  </a:lnTo>
                  <a:lnTo>
                    <a:pt x="21681" y="133534"/>
                  </a:lnTo>
                  <a:lnTo>
                    <a:pt x="20696" y="136037"/>
                  </a:lnTo>
                  <a:lnTo>
                    <a:pt x="20603" y="178973"/>
                  </a:lnTo>
                  <a:lnTo>
                    <a:pt x="21598" y="180438"/>
                  </a:lnTo>
                  <a:lnTo>
                    <a:pt x="153578" y="232422"/>
                  </a:lnTo>
                  <a:lnTo>
                    <a:pt x="154622" y="232422"/>
                  </a:lnTo>
                  <a:lnTo>
                    <a:pt x="175520" y="224092"/>
                  </a:lnTo>
                  <a:lnTo>
                    <a:pt x="154084" y="224092"/>
                  </a:lnTo>
                  <a:lnTo>
                    <a:pt x="28535" y="174638"/>
                  </a:lnTo>
                  <a:lnTo>
                    <a:pt x="28535" y="142849"/>
                  </a:lnTo>
                  <a:lnTo>
                    <a:pt x="50220" y="142849"/>
                  </a:lnTo>
                  <a:lnTo>
                    <a:pt x="24090" y="132575"/>
                  </a:lnTo>
                  <a:close/>
                </a:path>
                <a:path w="348614"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4" h="311150">
                  <a:moveTo>
                    <a:pt x="50220" y="142849"/>
                  </a:moveTo>
                  <a:lnTo>
                    <a:pt x="28535" y="142849"/>
                  </a:lnTo>
                  <a:lnTo>
                    <a:pt x="153753" y="192098"/>
                  </a:lnTo>
                  <a:lnTo>
                    <a:pt x="154807" y="192098"/>
                  </a:lnTo>
                  <a:lnTo>
                    <a:pt x="175445" y="183755"/>
                  </a:lnTo>
                  <a:lnTo>
                    <a:pt x="154252" y="183755"/>
                  </a:lnTo>
                  <a:lnTo>
                    <a:pt x="50220" y="142849"/>
                  </a:lnTo>
                  <a:close/>
                </a:path>
                <a:path w="348614"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70" y="111881"/>
                  </a:lnTo>
                  <a:lnTo>
                    <a:pt x="347214" y="108792"/>
                  </a:lnTo>
                  <a:lnTo>
                    <a:pt x="346387" y="107972"/>
                  </a:lnTo>
                  <a:lnTo>
                    <a:pt x="341519" y="106246"/>
                  </a:lnTo>
                  <a:close/>
                </a:path>
                <a:path w="348614" h="311150">
                  <a:moveTo>
                    <a:pt x="35879" y="77611"/>
                  </a:moveTo>
                  <a:lnTo>
                    <a:pt x="33579" y="78613"/>
                  </a:lnTo>
                  <a:lnTo>
                    <a:pt x="32594" y="81117"/>
                  </a:lnTo>
                  <a:lnTo>
                    <a:pt x="32501" y="123418"/>
                  </a:lnTo>
                  <a:lnTo>
                    <a:pt x="33496" y="124883"/>
                  </a:lnTo>
                  <a:lnTo>
                    <a:pt x="153753" y="172257"/>
                  </a:lnTo>
                  <a:lnTo>
                    <a:pt x="154807" y="172257"/>
                  </a:lnTo>
                  <a:lnTo>
                    <a:pt x="175441" y="163914"/>
                  </a:lnTo>
                  <a:lnTo>
                    <a:pt x="154252" y="163914"/>
                  </a:lnTo>
                  <a:lnTo>
                    <a:pt x="40427" y="119073"/>
                  </a:lnTo>
                  <a:lnTo>
                    <a:pt x="40427" y="87922"/>
                  </a:lnTo>
                  <a:lnTo>
                    <a:pt x="62059" y="87922"/>
                  </a:lnTo>
                  <a:lnTo>
                    <a:pt x="35879" y="77611"/>
                  </a:lnTo>
                  <a:close/>
                </a:path>
                <a:path w="348614"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4" h="311150">
                  <a:moveTo>
                    <a:pt x="62059" y="87922"/>
                  </a:moveTo>
                  <a:lnTo>
                    <a:pt x="40427" y="87922"/>
                  </a:lnTo>
                  <a:lnTo>
                    <a:pt x="153753" y="132575"/>
                  </a:lnTo>
                  <a:lnTo>
                    <a:pt x="154807" y="132575"/>
                  </a:lnTo>
                  <a:lnTo>
                    <a:pt x="175138" y="124354"/>
                  </a:lnTo>
                  <a:lnTo>
                    <a:pt x="154563" y="124354"/>
                  </a:lnTo>
                  <a:lnTo>
                    <a:pt x="62059" y="87922"/>
                  </a:lnTo>
                  <a:close/>
                </a:path>
                <a:path w="348614"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9"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9" name="object 29"/>
            <p:cNvPicPr/>
            <p:nvPr/>
          </p:nvPicPr>
          <p:blipFill>
            <a:blip r:embed="rId5" cstate="print"/>
            <a:stretch>
              <a:fillRect/>
            </a:stretch>
          </p:blipFill>
          <p:spPr>
            <a:xfrm>
              <a:off x="295656" y="3639337"/>
              <a:ext cx="681228" cy="234670"/>
            </a:xfrm>
            <a:prstGeom prst="rect">
              <a:avLst/>
            </a:prstGeom>
          </p:spPr>
        </p:pic>
        <p:sp>
          <p:nvSpPr>
            <p:cNvPr id="30" name="object 30"/>
            <p:cNvSpPr/>
            <p:nvPr/>
          </p:nvSpPr>
          <p:spPr>
            <a:xfrm>
              <a:off x="337858" y="3702939"/>
              <a:ext cx="524510" cy="76200"/>
            </a:xfrm>
            <a:custGeom>
              <a:avLst/>
              <a:gdLst/>
              <a:ahLst/>
              <a:cxnLst/>
              <a:rect l="l" t="t" r="r" b="b"/>
              <a:pathLst>
                <a:path w="524510" h="76200">
                  <a:moveTo>
                    <a:pt x="500938" y="25018"/>
                  </a:moveTo>
                  <a:lnTo>
                    <a:pt x="460387" y="25018"/>
                  </a:lnTo>
                  <a:lnTo>
                    <a:pt x="461162" y="50418"/>
                  </a:lnTo>
                  <a:lnTo>
                    <a:pt x="448466" y="50804"/>
                  </a:lnTo>
                  <a:lnTo>
                    <a:pt x="449237" y="76200"/>
                  </a:lnTo>
                  <a:lnTo>
                    <a:pt x="524243" y="35813"/>
                  </a:lnTo>
                  <a:lnTo>
                    <a:pt x="500938" y="25018"/>
                  </a:lnTo>
                  <a:close/>
                </a:path>
                <a:path w="524510" h="76200">
                  <a:moveTo>
                    <a:pt x="447696" y="25404"/>
                  </a:moveTo>
                  <a:lnTo>
                    <a:pt x="0" y="38988"/>
                  </a:lnTo>
                  <a:lnTo>
                    <a:pt x="774" y="64388"/>
                  </a:lnTo>
                  <a:lnTo>
                    <a:pt x="448466" y="50804"/>
                  </a:lnTo>
                  <a:lnTo>
                    <a:pt x="447696" y="25404"/>
                  </a:lnTo>
                  <a:close/>
                </a:path>
                <a:path w="524510" h="76200">
                  <a:moveTo>
                    <a:pt x="460387" y="25018"/>
                  </a:moveTo>
                  <a:lnTo>
                    <a:pt x="447696" y="25404"/>
                  </a:lnTo>
                  <a:lnTo>
                    <a:pt x="448455" y="50418"/>
                  </a:lnTo>
                  <a:lnTo>
                    <a:pt x="448466" y="50804"/>
                  </a:lnTo>
                  <a:lnTo>
                    <a:pt x="461162" y="50418"/>
                  </a:lnTo>
                  <a:lnTo>
                    <a:pt x="460399" y="25404"/>
                  </a:lnTo>
                  <a:lnTo>
                    <a:pt x="460387" y="25018"/>
                  </a:lnTo>
                  <a:close/>
                </a:path>
                <a:path w="524510" h="76200">
                  <a:moveTo>
                    <a:pt x="446925" y="0"/>
                  </a:moveTo>
                  <a:lnTo>
                    <a:pt x="447684" y="25018"/>
                  </a:lnTo>
                  <a:lnTo>
                    <a:pt x="447696" y="25404"/>
                  </a:lnTo>
                  <a:lnTo>
                    <a:pt x="460387" y="25018"/>
                  </a:lnTo>
                  <a:lnTo>
                    <a:pt x="500938" y="25018"/>
                  </a:lnTo>
                  <a:lnTo>
                    <a:pt x="446925" y="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1" name="object 31"/>
            <p:cNvPicPr/>
            <p:nvPr/>
          </p:nvPicPr>
          <p:blipFill>
            <a:blip r:embed="rId6" cstate="print"/>
            <a:stretch>
              <a:fillRect/>
            </a:stretch>
          </p:blipFill>
          <p:spPr>
            <a:xfrm>
              <a:off x="2494788" y="3639337"/>
              <a:ext cx="1109472" cy="234670"/>
            </a:xfrm>
            <a:prstGeom prst="rect">
              <a:avLst/>
            </a:prstGeom>
          </p:spPr>
        </p:pic>
        <p:sp>
          <p:nvSpPr>
            <p:cNvPr id="32" name="object 32"/>
            <p:cNvSpPr/>
            <p:nvPr/>
          </p:nvSpPr>
          <p:spPr>
            <a:xfrm>
              <a:off x="2614676" y="3700653"/>
              <a:ext cx="951865" cy="76200"/>
            </a:xfrm>
            <a:custGeom>
              <a:avLst/>
              <a:gdLst/>
              <a:ahLst/>
              <a:cxnLst/>
              <a:rect l="l" t="t" r="r" b="b"/>
              <a:pathLst>
                <a:path w="951864" h="76200">
                  <a:moveTo>
                    <a:pt x="76326" y="0"/>
                  </a:moveTo>
                  <a:lnTo>
                    <a:pt x="0" y="38100"/>
                  </a:lnTo>
                  <a:lnTo>
                    <a:pt x="76200" y="76200"/>
                  </a:lnTo>
                  <a:lnTo>
                    <a:pt x="76242" y="50810"/>
                  </a:lnTo>
                  <a:lnTo>
                    <a:pt x="63500" y="50810"/>
                  </a:lnTo>
                  <a:lnTo>
                    <a:pt x="63500" y="25410"/>
                  </a:lnTo>
                  <a:lnTo>
                    <a:pt x="76284" y="25410"/>
                  </a:lnTo>
                  <a:lnTo>
                    <a:pt x="76326" y="0"/>
                  </a:lnTo>
                  <a:close/>
                </a:path>
                <a:path w="951864" h="76200">
                  <a:moveTo>
                    <a:pt x="76284" y="25410"/>
                  </a:moveTo>
                  <a:lnTo>
                    <a:pt x="76242" y="50810"/>
                  </a:lnTo>
                  <a:lnTo>
                    <a:pt x="951738" y="51562"/>
                  </a:lnTo>
                  <a:lnTo>
                    <a:pt x="951738" y="26162"/>
                  </a:lnTo>
                  <a:lnTo>
                    <a:pt x="76284" y="25410"/>
                  </a:lnTo>
                  <a:close/>
                </a:path>
                <a:path w="951864" h="76200">
                  <a:moveTo>
                    <a:pt x="76284" y="25410"/>
                  </a:moveTo>
                  <a:lnTo>
                    <a:pt x="63500" y="25410"/>
                  </a:lnTo>
                  <a:lnTo>
                    <a:pt x="63500" y="50810"/>
                  </a:lnTo>
                  <a:lnTo>
                    <a:pt x="76242" y="50810"/>
                  </a:lnTo>
                  <a:lnTo>
                    <a:pt x="76284"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3" name="object 33"/>
            <p:cNvPicPr/>
            <p:nvPr/>
          </p:nvPicPr>
          <p:blipFill>
            <a:blip r:embed="rId7" cstate="print"/>
            <a:stretch>
              <a:fillRect/>
            </a:stretch>
          </p:blipFill>
          <p:spPr>
            <a:xfrm>
              <a:off x="4437888" y="3866388"/>
              <a:ext cx="234670" cy="571500"/>
            </a:xfrm>
            <a:prstGeom prst="rect">
              <a:avLst/>
            </a:prstGeom>
          </p:spPr>
        </p:pic>
        <p:sp>
          <p:nvSpPr>
            <p:cNvPr id="34" name="object 34"/>
            <p:cNvSpPr/>
            <p:nvPr/>
          </p:nvSpPr>
          <p:spPr>
            <a:xfrm>
              <a:off x="4519295" y="3966083"/>
              <a:ext cx="76835" cy="414020"/>
            </a:xfrm>
            <a:custGeom>
              <a:avLst/>
              <a:gdLst/>
              <a:ahLst/>
              <a:cxnLst/>
              <a:rect l="l" t="t" r="r" b="b"/>
              <a:pathLst>
                <a:path w="76835" h="414020">
                  <a:moveTo>
                    <a:pt x="50800" y="63500"/>
                  </a:moveTo>
                  <a:lnTo>
                    <a:pt x="25400" y="63627"/>
                  </a:lnTo>
                  <a:lnTo>
                    <a:pt x="27177" y="413893"/>
                  </a:lnTo>
                  <a:lnTo>
                    <a:pt x="52578" y="413893"/>
                  </a:lnTo>
                  <a:lnTo>
                    <a:pt x="50865" y="76454"/>
                  </a:lnTo>
                  <a:lnTo>
                    <a:pt x="50800" y="63500"/>
                  </a:lnTo>
                  <a:close/>
                </a:path>
                <a:path w="76835" h="414020">
                  <a:moveTo>
                    <a:pt x="37718" y="0"/>
                  </a:moveTo>
                  <a:lnTo>
                    <a:pt x="62" y="76326"/>
                  </a:lnTo>
                  <a:lnTo>
                    <a:pt x="0" y="76454"/>
                  </a:lnTo>
                  <a:lnTo>
                    <a:pt x="25464" y="76326"/>
                  </a:lnTo>
                  <a:lnTo>
                    <a:pt x="25400" y="63627"/>
                  </a:lnTo>
                  <a:lnTo>
                    <a:pt x="69840" y="63500"/>
                  </a:lnTo>
                  <a:lnTo>
                    <a:pt x="37718" y="0"/>
                  </a:lnTo>
                  <a:close/>
                </a:path>
                <a:path w="76835" h="414020">
                  <a:moveTo>
                    <a:pt x="69840" y="63500"/>
                  </a:moveTo>
                  <a:lnTo>
                    <a:pt x="50800" y="63500"/>
                  </a:lnTo>
                  <a:lnTo>
                    <a:pt x="50865" y="76326"/>
                  </a:lnTo>
                  <a:lnTo>
                    <a:pt x="76328" y="76326"/>
                  </a:lnTo>
                  <a:lnTo>
                    <a:pt x="69904" y="63627"/>
                  </a:lnTo>
                  <a:lnTo>
                    <a:pt x="69840" y="6350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5" name="object 35"/>
            <p:cNvPicPr/>
            <p:nvPr/>
          </p:nvPicPr>
          <p:blipFill>
            <a:blip r:embed="rId8" cstate="print"/>
            <a:stretch>
              <a:fillRect/>
            </a:stretch>
          </p:blipFill>
          <p:spPr>
            <a:xfrm>
              <a:off x="4437888" y="3087611"/>
              <a:ext cx="234670" cy="560844"/>
            </a:xfrm>
            <a:prstGeom prst="rect">
              <a:avLst/>
            </a:prstGeom>
          </p:spPr>
        </p:pic>
        <p:sp>
          <p:nvSpPr>
            <p:cNvPr id="36" name="object 36"/>
            <p:cNvSpPr/>
            <p:nvPr/>
          </p:nvSpPr>
          <p:spPr>
            <a:xfrm>
              <a:off x="4519295" y="3110738"/>
              <a:ext cx="76200" cy="402590"/>
            </a:xfrm>
            <a:custGeom>
              <a:avLst/>
              <a:gdLst/>
              <a:ahLst/>
              <a:cxnLst/>
              <a:rect l="l" t="t" r="r" b="b"/>
              <a:pathLst>
                <a:path w="76200" h="402589">
                  <a:moveTo>
                    <a:pt x="0" y="325882"/>
                  </a:moveTo>
                  <a:lnTo>
                    <a:pt x="37719" y="402209"/>
                  </a:lnTo>
                  <a:lnTo>
                    <a:pt x="69829" y="338836"/>
                  </a:lnTo>
                  <a:lnTo>
                    <a:pt x="25399" y="338836"/>
                  </a:lnTo>
                  <a:lnTo>
                    <a:pt x="25465" y="326263"/>
                  </a:lnTo>
                  <a:lnTo>
                    <a:pt x="76200" y="326263"/>
                  </a:lnTo>
                  <a:lnTo>
                    <a:pt x="0" y="325882"/>
                  </a:lnTo>
                  <a:close/>
                </a:path>
                <a:path w="76200" h="402589">
                  <a:moveTo>
                    <a:pt x="52578" y="0"/>
                  </a:moveTo>
                  <a:lnTo>
                    <a:pt x="27177" y="0"/>
                  </a:lnTo>
                  <a:lnTo>
                    <a:pt x="25467" y="325882"/>
                  </a:lnTo>
                  <a:lnTo>
                    <a:pt x="25399" y="338836"/>
                  </a:lnTo>
                  <a:lnTo>
                    <a:pt x="50800" y="338836"/>
                  </a:lnTo>
                  <a:lnTo>
                    <a:pt x="52578" y="0"/>
                  </a:lnTo>
                  <a:close/>
                </a:path>
                <a:path w="76200" h="402589">
                  <a:moveTo>
                    <a:pt x="76200" y="326263"/>
                  </a:moveTo>
                  <a:lnTo>
                    <a:pt x="50865" y="326263"/>
                  </a:lnTo>
                  <a:lnTo>
                    <a:pt x="50800" y="338836"/>
                  </a:lnTo>
                  <a:lnTo>
                    <a:pt x="69829" y="338836"/>
                  </a:lnTo>
                  <a:lnTo>
                    <a:pt x="76200" y="326263"/>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7" name="object 37"/>
            <p:cNvPicPr/>
            <p:nvPr/>
          </p:nvPicPr>
          <p:blipFill>
            <a:blip r:embed="rId9" cstate="print"/>
            <a:stretch>
              <a:fillRect/>
            </a:stretch>
          </p:blipFill>
          <p:spPr>
            <a:xfrm>
              <a:off x="2494788" y="2851416"/>
              <a:ext cx="1123175" cy="1022591"/>
            </a:xfrm>
            <a:prstGeom prst="rect">
              <a:avLst/>
            </a:prstGeom>
          </p:spPr>
        </p:pic>
        <p:sp>
          <p:nvSpPr>
            <p:cNvPr id="38" name="object 38"/>
            <p:cNvSpPr/>
            <p:nvPr/>
          </p:nvSpPr>
          <p:spPr>
            <a:xfrm>
              <a:off x="2614676" y="2874645"/>
              <a:ext cx="964565" cy="864235"/>
            </a:xfrm>
            <a:custGeom>
              <a:avLst/>
              <a:gdLst/>
              <a:ahLst/>
              <a:cxnLst/>
              <a:rect l="l" t="t" r="r" b="b"/>
              <a:pathLst>
                <a:path w="964564" h="864235">
                  <a:moveTo>
                    <a:pt x="31496" y="784859"/>
                  </a:moveTo>
                  <a:lnTo>
                    <a:pt x="0" y="864107"/>
                  </a:lnTo>
                  <a:lnTo>
                    <a:pt x="82168" y="841628"/>
                  </a:lnTo>
                  <a:lnTo>
                    <a:pt x="72873" y="831214"/>
                  </a:lnTo>
                  <a:lnTo>
                    <a:pt x="55880" y="831214"/>
                  </a:lnTo>
                  <a:lnTo>
                    <a:pt x="38862" y="812291"/>
                  </a:lnTo>
                  <a:lnTo>
                    <a:pt x="48384" y="803779"/>
                  </a:lnTo>
                  <a:lnTo>
                    <a:pt x="31496" y="784859"/>
                  </a:lnTo>
                  <a:close/>
                </a:path>
                <a:path w="964564" h="864235">
                  <a:moveTo>
                    <a:pt x="48384" y="803779"/>
                  </a:moveTo>
                  <a:lnTo>
                    <a:pt x="38862" y="812291"/>
                  </a:lnTo>
                  <a:lnTo>
                    <a:pt x="55880" y="831214"/>
                  </a:lnTo>
                  <a:lnTo>
                    <a:pt x="65331" y="822765"/>
                  </a:lnTo>
                  <a:lnTo>
                    <a:pt x="48384" y="803779"/>
                  </a:lnTo>
                  <a:close/>
                </a:path>
                <a:path w="964564" h="864235">
                  <a:moveTo>
                    <a:pt x="65331" y="822765"/>
                  </a:moveTo>
                  <a:lnTo>
                    <a:pt x="55880" y="831214"/>
                  </a:lnTo>
                  <a:lnTo>
                    <a:pt x="72873" y="831214"/>
                  </a:lnTo>
                  <a:lnTo>
                    <a:pt x="65331" y="822765"/>
                  </a:lnTo>
                  <a:close/>
                </a:path>
                <a:path w="964564" h="864235">
                  <a:moveTo>
                    <a:pt x="947547" y="0"/>
                  </a:moveTo>
                  <a:lnTo>
                    <a:pt x="48384" y="803779"/>
                  </a:lnTo>
                  <a:lnTo>
                    <a:pt x="65331" y="822765"/>
                  </a:lnTo>
                  <a:lnTo>
                    <a:pt x="964438" y="18922"/>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9" name="object 39"/>
            <p:cNvPicPr/>
            <p:nvPr/>
          </p:nvPicPr>
          <p:blipFill>
            <a:blip r:embed="rId10" cstate="print"/>
            <a:stretch>
              <a:fillRect/>
            </a:stretch>
          </p:blipFill>
          <p:spPr>
            <a:xfrm>
              <a:off x="2494788" y="3639299"/>
              <a:ext cx="1123175" cy="1034808"/>
            </a:xfrm>
            <a:prstGeom prst="rect">
              <a:avLst/>
            </a:prstGeom>
          </p:spPr>
        </p:pic>
        <p:sp>
          <p:nvSpPr>
            <p:cNvPr id="40" name="object 40"/>
            <p:cNvSpPr/>
            <p:nvPr/>
          </p:nvSpPr>
          <p:spPr>
            <a:xfrm>
              <a:off x="2614676" y="3738753"/>
              <a:ext cx="964565" cy="876935"/>
            </a:xfrm>
            <a:custGeom>
              <a:avLst/>
              <a:gdLst/>
              <a:ahLst/>
              <a:cxnLst/>
              <a:rect l="l" t="t" r="r" b="b"/>
              <a:pathLst>
                <a:path w="964564" h="876935">
                  <a:moveTo>
                    <a:pt x="65054" y="41703"/>
                  </a:moveTo>
                  <a:lnTo>
                    <a:pt x="47893" y="60610"/>
                  </a:lnTo>
                  <a:lnTo>
                    <a:pt x="947420" y="876808"/>
                  </a:lnTo>
                  <a:lnTo>
                    <a:pt x="964564" y="858012"/>
                  </a:lnTo>
                  <a:lnTo>
                    <a:pt x="65054" y="41703"/>
                  </a:lnTo>
                  <a:close/>
                </a:path>
                <a:path w="964564" h="876935">
                  <a:moveTo>
                    <a:pt x="0" y="0"/>
                  </a:moveTo>
                  <a:lnTo>
                    <a:pt x="30861" y="79375"/>
                  </a:lnTo>
                  <a:lnTo>
                    <a:pt x="47893" y="60610"/>
                  </a:lnTo>
                  <a:lnTo>
                    <a:pt x="38481" y="52070"/>
                  </a:lnTo>
                  <a:lnTo>
                    <a:pt x="55625" y="33147"/>
                  </a:lnTo>
                  <a:lnTo>
                    <a:pt x="72820" y="33147"/>
                  </a:lnTo>
                  <a:lnTo>
                    <a:pt x="82042" y="22987"/>
                  </a:lnTo>
                  <a:lnTo>
                    <a:pt x="0" y="0"/>
                  </a:lnTo>
                  <a:close/>
                </a:path>
                <a:path w="964564" h="876935">
                  <a:moveTo>
                    <a:pt x="55625" y="33147"/>
                  </a:moveTo>
                  <a:lnTo>
                    <a:pt x="38481" y="52070"/>
                  </a:lnTo>
                  <a:lnTo>
                    <a:pt x="47893" y="60610"/>
                  </a:lnTo>
                  <a:lnTo>
                    <a:pt x="65054" y="41703"/>
                  </a:lnTo>
                  <a:lnTo>
                    <a:pt x="55625" y="33147"/>
                  </a:lnTo>
                  <a:close/>
                </a:path>
                <a:path w="964564" h="876935">
                  <a:moveTo>
                    <a:pt x="72820" y="33147"/>
                  </a:moveTo>
                  <a:lnTo>
                    <a:pt x="55625" y="33147"/>
                  </a:lnTo>
                  <a:lnTo>
                    <a:pt x="65054" y="41703"/>
                  </a:lnTo>
                  <a:lnTo>
                    <a:pt x="72820" y="33147"/>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1" name="object 41"/>
          <p:cNvSpPr txBox="1"/>
          <p:nvPr/>
        </p:nvSpPr>
        <p:spPr>
          <a:xfrm>
            <a:off x="3049904" y="3558285"/>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42" name="object 42"/>
          <p:cNvGrpSpPr/>
          <p:nvPr/>
        </p:nvGrpSpPr>
        <p:grpSpPr>
          <a:xfrm>
            <a:off x="2880614" y="2991586"/>
            <a:ext cx="2133600" cy="1517015"/>
            <a:chOff x="2880614" y="2991586"/>
            <a:chExt cx="2133600" cy="1517015"/>
          </a:xfrm>
        </p:grpSpPr>
        <p:pic>
          <p:nvPicPr>
            <p:cNvPr id="43" name="object 43"/>
            <p:cNvPicPr/>
            <p:nvPr/>
          </p:nvPicPr>
          <p:blipFill>
            <a:blip r:embed="rId11" cstate="print"/>
            <a:stretch>
              <a:fillRect/>
            </a:stretch>
          </p:blipFill>
          <p:spPr>
            <a:xfrm>
              <a:off x="2880614" y="3133089"/>
              <a:ext cx="234696" cy="254000"/>
            </a:xfrm>
            <a:prstGeom prst="rect">
              <a:avLst/>
            </a:prstGeom>
          </p:spPr>
        </p:pic>
        <p:sp>
          <p:nvSpPr>
            <p:cNvPr id="44" name="object 44"/>
            <p:cNvSpPr/>
            <p:nvPr/>
          </p:nvSpPr>
          <p:spPr>
            <a:xfrm>
              <a:off x="3069844" y="4032503"/>
              <a:ext cx="259715" cy="229870"/>
            </a:xfrm>
            <a:custGeom>
              <a:avLst/>
              <a:gdLst/>
              <a:ahLst/>
              <a:cxnLst/>
              <a:rect l="l" t="t" r="r" b="b"/>
              <a:pathLst>
                <a:path w="259714" h="229870">
                  <a:moveTo>
                    <a:pt x="229234" y="157480"/>
                  </a:moveTo>
                  <a:lnTo>
                    <a:pt x="223139" y="157480"/>
                  </a:lnTo>
                  <a:lnTo>
                    <a:pt x="221742" y="160020"/>
                  </a:lnTo>
                  <a:lnTo>
                    <a:pt x="166878" y="218440"/>
                  </a:lnTo>
                  <a:lnTo>
                    <a:pt x="166750" y="218440"/>
                  </a:lnTo>
                  <a:lnTo>
                    <a:pt x="166750" y="219710"/>
                  </a:lnTo>
                  <a:lnTo>
                    <a:pt x="167131" y="220980"/>
                  </a:lnTo>
                  <a:lnTo>
                    <a:pt x="167386" y="220980"/>
                  </a:lnTo>
                  <a:lnTo>
                    <a:pt x="168020" y="222250"/>
                  </a:lnTo>
                  <a:lnTo>
                    <a:pt x="170433" y="224790"/>
                  </a:lnTo>
                  <a:lnTo>
                    <a:pt x="171704" y="226060"/>
                  </a:lnTo>
                  <a:lnTo>
                    <a:pt x="173100" y="227330"/>
                  </a:lnTo>
                  <a:lnTo>
                    <a:pt x="174117" y="228600"/>
                  </a:lnTo>
                  <a:lnTo>
                    <a:pt x="175132" y="228600"/>
                  </a:lnTo>
                  <a:lnTo>
                    <a:pt x="176022" y="229870"/>
                  </a:lnTo>
                  <a:lnTo>
                    <a:pt x="180339" y="229870"/>
                  </a:lnTo>
                  <a:lnTo>
                    <a:pt x="199644" y="209550"/>
                  </a:lnTo>
                  <a:lnTo>
                    <a:pt x="223011" y="209550"/>
                  </a:lnTo>
                  <a:lnTo>
                    <a:pt x="219202" y="208280"/>
                  </a:lnTo>
                  <a:lnTo>
                    <a:pt x="217169" y="207010"/>
                  </a:lnTo>
                  <a:lnTo>
                    <a:pt x="209169" y="199390"/>
                  </a:lnTo>
                  <a:lnTo>
                    <a:pt x="229743" y="177800"/>
                  </a:lnTo>
                  <a:lnTo>
                    <a:pt x="249935" y="177800"/>
                  </a:lnTo>
                  <a:lnTo>
                    <a:pt x="248666" y="176530"/>
                  </a:lnTo>
                  <a:lnTo>
                    <a:pt x="247269" y="175260"/>
                  </a:lnTo>
                  <a:lnTo>
                    <a:pt x="245744" y="172720"/>
                  </a:lnTo>
                  <a:lnTo>
                    <a:pt x="230505" y="158750"/>
                  </a:lnTo>
                  <a:lnTo>
                    <a:pt x="229234" y="157480"/>
                  </a:lnTo>
                  <a:close/>
                </a:path>
                <a:path w="259714" h="229870">
                  <a:moveTo>
                    <a:pt x="249935" y="177800"/>
                  </a:moveTo>
                  <a:lnTo>
                    <a:pt x="229743" y="177800"/>
                  </a:lnTo>
                  <a:lnTo>
                    <a:pt x="236728" y="184150"/>
                  </a:lnTo>
                  <a:lnTo>
                    <a:pt x="240156" y="187960"/>
                  </a:lnTo>
                  <a:lnTo>
                    <a:pt x="240919" y="189230"/>
                  </a:lnTo>
                  <a:lnTo>
                    <a:pt x="241427" y="191770"/>
                  </a:lnTo>
                  <a:lnTo>
                    <a:pt x="241934" y="193040"/>
                  </a:lnTo>
                  <a:lnTo>
                    <a:pt x="241934" y="195580"/>
                  </a:lnTo>
                  <a:lnTo>
                    <a:pt x="241427" y="196850"/>
                  </a:lnTo>
                  <a:lnTo>
                    <a:pt x="240792" y="199390"/>
                  </a:lnTo>
                  <a:lnTo>
                    <a:pt x="239394" y="201930"/>
                  </a:lnTo>
                  <a:lnTo>
                    <a:pt x="237363" y="204470"/>
                  </a:lnTo>
                  <a:lnTo>
                    <a:pt x="234060" y="207010"/>
                  </a:lnTo>
                  <a:lnTo>
                    <a:pt x="230505" y="209550"/>
                  </a:lnTo>
                  <a:lnTo>
                    <a:pt x="199644" y="209550"/>
                  </a:lnTo>
                  <a:lnTo>
                    <a:pt x="205105" y="214630"/>
                  </a:lnTo>
                  <a:lnTo>
                    <a:pt x="209295" y="218440"/>
                  </a:lnTo>
                  <a:lnTo>
                    <a:pt x="213486" y="220980"/>
                  </a:lnTo>
                  <a:lnTo>
                    <a:pt x="217551" y="223520"/>
                  </a:lnTo>
                  <a:lnTo>
                    <a:pt x="225679" y="226060"/>
                  </a:lnTo>
                  <a:lnTo>
                    <a:pt x="237490" y="226060"/>
                  </a:lnTo>
                  <a:lnTo>
                    <a:pt x="241172" y="223520"/>
                  </a:lnTo>
                  <a:lnTo>
                    <a:pt x="244982" y="222250"/>
                  </a:lnTo>
                  <a:lnTo>
                    <a:pt x="248539" y="219710"/>
                  </a:lnTo>
                  <a:lnTo>
                    <a:pt x="251968" y="215900"/>
                  </a:lnTo>
                  <a:lnTo>
                    <a:pt x="254381" y="213360"/>
                  </a:lnTo>
                  <a:lnTo>
                    <a:pt x="256285" y="210820"/>
                  </a:lnTo>
                  <a:lnTo>
                    <a:pt x="257556" y="208280"/>
                  </a:lnTo>
                  <a:lnTo>
                    <a:pt x="258826" y="204470"/>
                  </a:lnTo>
                  <a:lnTo>
                    <a:pt x="259460" y="201930"/>
                  </a:lnTo>
                  <a:lnTo>
                    <a:pt x="259460" y="199390"/>
                  </a:lnTo>
                  <a:lnTo>
                    <a:pt x="259588" y="196850"/>
                  </a:lnTo>
                  <a:lnTo>
                    <a:pt x="251206" y="179070"/>
                  </a:lnTo>
                  <a:lnTo>
                    <a:pt x="249935" y="177800"/>
                  </a:lnTo>
                  <a:close/>
                </a:path>
                <a:path w="259714" h="229870">
                  <a:moveTo>
                    <a:pt x="170561" y="102870"/>
                  </a:moveTo>
                  <a:lnTo>
                    <a:pt x="166750" y="102870"/>
                  </a:lnTo>
                  <a:lnTo>
                    <a:pt x="165226" y="104140"/>
                  </a:lnTo>
                  <a:lnTo>
                    <a:pt x="164464" y="105410"/>
                  </a:lnTo>
                  <a:lnTo>
                    <a:pt x="163449" y="106680"/>
                  </a:lnTo>
                  <a:lnTo>
                    <a:pt x="161798" y="107950"/>
                  </a:lnTo>
                  <a:lnTo>
                    <a:pt x="160781" y="109220"/>
                  </a:lnTo>
                  <a:lnTo>
                    <a:pt x="160400" y="110490"/>
                  </a:lnTo>
                  <a:lnTo>
                    <a:pt x="160147" y="110490"/>
                  </a:lnTo>
                  <a:lnTo>
                    <a:pt x="159893" y="111760"/>
                  </a:lnTo>
                  <a:lnTo>
                    <a:pt x="159893" y="113030"/>
                  </a:lnTo>
                  <a:lnTo>
                    <a:pt x="160400" y="113030"/>
                  </a:lnTo>
                  <a:lnTo>
                    <a:pt x="176656" y="128270"/>
                  </a:lnTo>
                  <a:lnTo>
                    <a:pt x="127762" y="180340"/>
                  </a:lnTo>
                  <a:lnTo>
                    <a:pt x="127381" y="180340"/>
                  </a:lnTo>
                  <a:lnTo>
                    <a:pt x="127381" y="182880"/>
                  </a:lnTo>
                  <a:lnTo>
                    <a:pt x="127635" y="182880"/>
                  </a:lnTo>
                  <a:lnTo>
                    <a:pt x="128016" y="184150"/>
                  </a:lnTo>
                  <a:lnTo>
                    <a:pt x="128524" y="185420"/>
                  </a:lnTo>
                  <a:lnTo>
                    <a:pt x="130048" y="186690"/>
                  </a:lnTo>
                  <a:lnTo>
                    <a:pt x="132333" y="189230"/>
                  </a:lnTo>
                  <a:lnTo>
                    <a:pt x="133604" y="190500"/>
                  </a:lnTo>
                  <a:lnTo>
                    <a:pt x="134747" y="190500"/>
                  </a:lnTo>
                  <a:lnTo>
                    <a:pt x="135636" y="191770"/>
                  </a:lnTo>
                  <a:lnTo>
                    <a:pt x="136651" y="191770"/>
                  </a:lnTo>
                  <a:lnTo>
                    <a:pt x="137413" y="193040"/>
                  </a:lnTo>
                  <a:lnTo>
                    <a:pt x="140969" y="193040"/>
                  </a:lnTo>
                  <a:lnTo>
                    <a:pt x="189738" y="140970"/>
                  </a:lnTo>
                  <a:lnTo>
                    <a:pt x="210902" y="140970"/>
                  </a:lnTo>
                  <a:lnTo>
                    <a:pt x="170561" y="102870"/>
                  </a:lnTo>
                  <a:close/>
                </a:path>
                <a:path w="259714" h="229870">
                  <a:moveTo>
                    <a:pt x="210902" y="140970"/>
                  </a:moveTo>
                  <a:lnTo>
                    <a:pt x="189738" y="140970"/>
                  </a:lnTo>
                  <a:lnTo>
                    <a:pt x="205994" y="156210"/>
                  </a:lnTo>
                  <a:lnTo>
                    <a:pt x="209169" y="156210"/>
                  </a:lnTo>
                  <a:lnTo>
                    <a:pt x="209804" y="154940"/>
                  </a:lnTo>
                  <a:lnTo>
                    <a:pt x="210439" y="154940"/>
                  </a:lnTo>
                  <a:lnTo>
                    <a:pt x="211201" y="153670"/>
                  </a:lnTo>
                  <a:lnTo>
                    <a:pt x="211963" y="153670"/>
                  </a:lnTo>
                  <a:lnTo>
                    <a:pt x="212979" y="152400"/>
                  </a:lnTo>
                  <a:lnTo>
                    <a:pt x="214630" y="151130"/>
                  </a:lnTo>
                  <a:lnTo>
                    <a:pt x="215138" y="149860"/>
                  </a:lnTo>
                  <a:lnTo>
                    <a:pt x="216407" y="147320"/>
                  </a:lnTo>
                  <a:lnTo>
                    <a:pt x="216534" y="146050"/>
                  </a:lnTo>
                  <a:lnTo>
                    <a:pt x="216281" y="146050"/>
                  </a:lnTo>
                  <a:lnTo>
                    <a:pt x="210902" y="140970"/>
                  </a:lnTo>
                  <a:close/>
                </a:path>
                <a:path w="259714" h="229870">
                  <a:moveTo>
                    <a:pt x="89535" y="144780"/>
                  </a:moveTo>
                  <a:lnTo>
                    <a:pt x="86360" y="144780"/>
                  </a:lnTo>
                  <a:lnTo>
                    <a:pt x="87630" y="146050"/>
                  </a:lnTo>
                  <a:lnTo>
                    <a:pt x="89154" y="146050"/>
                  </a:lnTo>
                  <a:lnTo>
                    <a:pt x="89535" y="144780"/>
                  </a:lnTo>
                  <a:close/>
                </a:path>
                <a:path w="259714" h="229870">
                  <a:moveTo>
                    <a:pt x="119380" y="54610"/>
                  </a:moveTo>
                  <a:lnTo>
                    <a:pt x="115569" y="54610"/>
                  </a:lnTo>
                  <a:lnTo>
                    <a:pt x="114935" y="55880"/>
                  </a:lnTo>
                  <a:lnTo>
                    <a:pt x="114173" y="55880"/>
                  </a:lnTo>
                  <a:lnTo>
                    <a:pt x="111506" y="59690"/>
                  </a:lnTo>
                  <a:lnTo>
                    <a:pt x="110743" y="59690"/>
                  </a:lnTo>
                  <a:lnTo>
                    <a:pt x="110236" y="60960"/>
                  </a:lnTo>
                  <a:lnTo>
                    <a:pt x="109600" y="60960"/>
                  </a:lnTo>
                  <a:lnTo>
                    <a:pt x="109219" y="62230"/>
                  </a:lnTo>
                  <a:lnTo>
                    <a:pt x="108966" y="62230"/>
                  </a:lnTo>
                  <a:lnTo>
                    <a:pt x="108838" y="63500"/>
                  </a:lnTo>
                  <a:lnTo>
                    <a:pt x="108838" y="64770"/>
                  </a:lnTo>
                  <a:lnTo>
                    <a:pt x="109347" y="64770"/>
                  </a:lnTo>
                  <a:lnTo>
                    <a:pt x="125475" y="80010"/>
                  </a:lnTo>
                  <a:lnTo>
                    <a:pt x="76326" y="133350"/>
                  </a:lnTo>
                  <a:lnTo>
                    <a:pt x="76200" y="134620"/>
                  </a:lnTo>
                  <a:lnTo>
                    <a:pt x="76962" y="135890"/>
                  </a:lnTo>
                  <a:lnTo>
                    <a:pt x="77469" y="137160"/>
                  </a:lnTo>
                  <a:lnTo>
                    <a:pt x="82550" y="142240"/>
                  </a:lnTo>
                  <a:lnTo>
                    <a:pt x="83566" y="143510"/>
                  </a:lnTo>
                  <a:lnTo>
                    <a:pt x="84581" y="143510"/>
                  </a:lnTo>
                  <a:lnTo>
                    <a:pt x="85470" y="144780"/>
                  </a:lnTo>
                  <a:lnTo>
                    <a:pt x="89788" y="144780"/>
                  </a:lnTo>
                  <a:lnTo>
                    <a:pt x="138683" y="92710"/>
                  </a:lnTo>
                  <a:lnTo>
                    <a:pt x="159833" y="92710"/>
                  </a:lnTo>
                  <a:lnTo>
                    <a:pt x="119380" y="54610"/>
                  </a:lnTo>
                  <a:close/>
                </a:path>
                <a:path w="259714" h="229870">
                  <a:moveTo>
                    <a:pt x="60706" y="46990"/>
                  </a:moveTo>
                  <a:lnTo>
                    <a:pt x="38100" y="46990"/>
                  </a:lnTo>
                  <a:lnTo>
                    <a:pt x="62230" y="69850"/>
                  </a:lnTo>
                  <a:lnTo>
                    <a:pt x="37464" y="96520"/>
                  </a:lnTo>
                  <a:lnTo>
                    <a:pt x="37337" y="97790"/>
                  </a:lnTo>
                  <a:lnTo>
                    <a:pt x="37718" y="99060"/>
                  </a:lnTo>
                  <a:lnTo>
                    <a:pt x="37973" y="99060"/>
                  </a:lnTo>
                  <a:lnTo>
                    <a:pt x="40131" y="102870"/>
                  </a:lnTo>
                  <a:lnTo>
                    <a:pt x="42418" y="104140"/>
                  </a:lnTo>
                  <a:lnTo>
                    <a:pt x="43687" y="105410"/>
                  </a:lnTo>
                  <a:lnTo>
                    <a:pt x="44704" y="106680"/>
                  </a:lnTo>
                  <a:lnTo>
                    <a:pt x="45719" y="106680"/>
                  </a:lnTo>
                  <a:lnTo>
                    <a:pt x="46608" y="107950"/>
                  </a:lnTo>
                  <a:lnTo>
                    <a:pt x="47370" y="107950"/>
                  </a:lnTo>
                  <a:lnTo>
                    <a:pt x="48006" y="109220"/>
                  </a:lnTo>
                  <a:lnTo>
                    <a:pt x="50926" y="109220"/>
                  </a:lnTo>
                  <a:lnTo>
                    <a:pt x="97891" y="58420"/>
                  </a:lnTo>
                  <a:lnTo>
                    <a:pt x="72770" y="58420"/>
                  </a:lnTo>
                  <a:lnTo>
                    <a:pt x="60706" y="46990"/>
                  </a:lnTo>
                  <a:close/>
                </a:path>
                <a:path w="259714" h="229870">
                  <a:moveTo>
                    <a:pt x="157480" y="107950"/>
                  </a:moveTo>
                  <a:lnTo>
                    <a:pt x="155194" y="107950"/>
                  </a:lnTo>
                  <a:lnTo>
                    <a:pt x="155448" y="109220"/>
                  </a:lnTo>
                  <a:lnTo>
                    <a:pt x="156844" y="109220"/>
                  </a:lnTo>
                  <a:lnTo>
                    <a:pt x="157480" y="107950"/>
                  </a:lnTo>
                  <a:close/>
                </a:path>
                <a:path w="259714" h="229870">
                  <a:moveTo>
                    <a:pt x="159833" y="92710"/>
                  </a:moveTo>
                  <a:lnTo>
                    <a:pt x="138683" y="92710"/>
                  </a:lnTo>
                  <a:lnTo>
                    <a:pt x="154812" y="107950"/>
                  </a:lnTo>
                  <a:lnTo>
                    <a:pt x="157987" y="107950"/>
                  </a:lnTo>
                  <a:lnTo>
                    <a:pt x="160019" y="106680"/>
                  </a:lnTo>
                  <a:lnTo>
                    <a:pt x="161798" y="104140"/>
                  </a:lnTo>
                  <a:lnTo>
                    <a:pt x="162687" y="104140"/>
                  </a:lnTo>
                  <a:lnTo>
                    <a:pt x="164083" y="101600"/>
                  </a:lnTo>
                  <a:lnTo>
                    <a:pt x="164592" y="101600"/>
                  </a:lnTo>
                  <a:lnTo>
                    <a:pt x="165226" y="100330"/>
                  </a:lnTo>
                  <a:lnTo>
                    <a:pt x="165481" y="99060"/>
                  </a:lnTo>
                  <a:lnTo>
                    <a:pt x="165354" y="97790"/>
                  </a:lnTo>
                  <a:lnTo>
                    <a:pt x="165226" y="97790"/>
                  </a:lnTo>
                  <a:lnTo>
                    <a:pt x="159833" y="92710"/>
                  </a:lnTo>
                  <a:close/>
                </a:path>
                <a:path w="259714" h="229870">
                  <a:moveTo>
                    <a:pt x="169418" y="101600"/>
                  </a:moveTo>
                  <a:lnTo>
                    <a:pt x="169037" y="101600"/>
                  </a:lnTo>
                  <a:lnTo>
                    <a:pt x="168529" y="102870"/>
                  </a:lnTo>
                  <a:lnTo>
                    <a:pt x="169799" y="102870"/>
                  </a:lnTo>
                  <a:lnTo>
                    <a:pt x="169418" y="101600"/>
                  </a:lnTo>
                  <a:close/>
                </a:path>
                <a:path w="259714" h="229870">
                  <a:moveTo>
                    <a:pt x="61213" y="0"/>
                  </a:moveTo>
                  <a:lnTo>
                    <a:pt x="57785" y="0"/>
                  </a:lnTo>
                  <a:lnTo>
                    <a:pt x="507" y="60960"/>
                  </a:lnTo>
                  <a:lnTo>
                    <a:pt x="126" y="60960"/>
                  </a:lnTo>
                  <a:lnTo>
                    <a:pt x="0" y="62230"/>
                  </a:lnTo>
                  <a:lnTo>
                    <a:pt x="381" y="64770"/>
                  </a:lnTo>
                  <a:lnTo>
                    <a:pt x="762" y="64770"/>
                  </a:lnTo>
                  <a:lnTo>
                    <a:pt x="1269" y="66040"/>
                  </a:lnTo>
                  <a:lnTo>
                    <a:pt x="2793" y="67310"/>
                  </a:lnTo>
                  <a:lnTo>
                    <a:pt x="3810" y="68580"/>
                  </a:lnTo>
                  <a:lnTo>
                    <a:pt x="6350" y="71120"/>
                  </a:lnTo>
                  <a:lnTo>
                    <a:pt x="7493" y="71120"/>
                  </a:lnTo>
                  <a:lnTo>
                    <a:pt x="8381" y="72390"/>
                  </a:lnTo>
                  <a:lnTo>
                    <a:pt x="9398" y="72390"/>
                  </a:lnTo>
                  <a:lnTo>
                    <a:pt x="10160" y="73660"/>
                  </a:lnTo>
                  <a:lnTo>
                    <a:pt x="13588" y="73660"/>
                  </a:lnTo>
                  <a:lnTo>
                    <a:pt x="38100" y="46990"/>
                  </a:lnTo>
                  <a:lnTo>
                    <a:pt x="60706" y="46990"/>
                  </a:lnTo>
                  <a:lnTo>
                    <a:pt x="48641" y="35560"/>
                  </a:lnTo>
                  <a:lnTo>
                    <a:pt x="70866" y="12700"/>
                  </a:lnTo>
                  <a:lnTo>
                    <a:pt x="71374" y="11430"/>
                  </a:lnTo>
                  <a:lnTo>
                    <a:pt x="71247" y="10160"/>
                  </a:lnTo>
                  <a:lnTo>
                    <a:pt x="70993" y="10160"/>
                  </a:lnTo>
                  <a:lnTo>
                    <a:pt x="70612" y="8890"/>
                  </a:lnTo>
                  <a:lnTo>
                    <a:pt x="70104" y="8890"/>
                  </a:lnTo>
                  <a:lnTo>
                    <a:pt x="68580" y="6350"/>
                  </a:lnTo>
                  <a:lnTo>
                    <a:pt x="66293" y="3810"/>
                  </a:lnTo>
                  <a:lnTo>
                    <a:pt x="63881" y="2540"/>
                  </a:lnTo>
                  <a:lnTo>
                    <a:pt x="62992" y="1270"/>
                  </a:lnTo>
                  <a:lnTo>
                    <a:pt x="61975" y="1270"/>
                  </a:lnTo>
                  <a:lnTo>
                    <a:pt x="61213" y="0"/>
                  </a:lnTo>
                  <a:close/>
                </a:path>
                <a:path w="259714" h="229870">
                  <a:moveTo>
                    <a:pt x="97789" y="34290"/>
                  </a:moveTo>
                  <a:lnTo>
                    <a:pt x="95757" y="34290"/>
                  </a:lnTo>
                  <a:lnTo>
                    <a:pt x="94995" y="35560"/>
                  </a:lnTo>
                  <a:lnTo>
                    <a:pt x="72770" y="58420"/>
                  </a:lnTo>
                  <a:lnTo>
                    <a:pt x="97891" y="58420"/>
                  </a:lnTo>
                  <a:lnTo>
                    <a:pt x="108457" y="46990"/>
                  </a:lnTo>
                  <a:lnTo>
                    <a:pt x="108585" y="46990"/>
                  </a:lnTo>
                  <a:lnTo>
                    <a:pt x="108585" y="45720"/>
                  </a:lnTo>
                  <a:lnTo>
                    <a:pt x="107823" y="44450"/>
                  </a:lnTo>
                  <a:lnTo>
                    <a:pt x="107314" y="43180"/>
                  </a:lnTo>
                  <a:lnTo>
                    <a:pt x="104901" y="40640"/>
                  </a:lnTo>
                  <a:lnTo>
                    <a:pt x="103631" y="39370"/>
                  </a:lnTo>
                  <a:lnTo>
                    <a:pt x="102235" y="38100"/>
                  </a:lnTo>
                  <a:lnTo>
                    <a:pt x="101218" y="36830"/>
                  </a:lnTo>
                  <a:lnTo>
                    <a:pt x="100203" y="36830"/>
                  </a:lnTo>
                  <a:lnTo>
                    <a:pt x="99313" y="35560"/>
                  </a:lnTo>
                  <a:lnTo>
                    <a:pt x="98425" y="35560"/>
                  </a:lnTo>
                  <a:lnTo>
                    <a:pt x="97789" y="34290"/>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5" name="object 45"/>
            <p:cNvPicPr/>
            <p:nvPr/>
          </p:nvPicPr>
          <p:blipFill>
            <a:blip r:embed="rId12" cstate="print"/>
            <a:stretch>
              <a:fillRect/>
            </a:stretch>
          </p:blipFill>
          <p:spPr>
            <a:xfrm>
              <a:off x="4779264" y="3948658"/>
              <a:ext cx="234670" cy="559333"/>
            </a:xfrm>
            <a:prstGeom prst="rect">
              <a:avLst/>
            </a:prstGeom>
          </p:spPr>
        </p:pic>
        <p:sp>
          <p:nvSpPr>
            <p:cNvPr id="46" name="object 46"/>
            <p:cNvSpPr/>
            <p:nvPr/>
          </p:nvSpPr>
          <p:spPr>
            <a:xfrm>
              <a:off x="4861558" y="3971289"/>
              <a:ext cx="76200" cy="402590"/>
            </a:xfrm>
            <a:custGeom>
              <a:avLst/>
              <a:gdLst/>
              <a:ahLst/>
              <a:cxnLst/>
              <a:rect l="l" t="t" r="r" b="b"/>
              <a:pathLst>
                <a:path w="76200" h="402589">
                  <a:moveTo>
                    <a:pt x="25214" y="326135"/>
                  </a:moveTo>
                  <a:lnTo>
                    <a:pt x="0" y="326135"/>
                  </a:lnTo>
                  <a:lnTo>
                    <a:pt x="37467" y="402209"/>
                  </a:lnTo>
                  <a:lnTo>
                    <a:pt x="69683" y="338836"/>
                  </a:lnTo>
                  <a:lnTo>
                    <a:pt x="25147" y="338836"/>
                  </a:lnTo>
                  <a:lnTo>
                    <a:pt x="25214" y="326135"/>
                  </a:lnTo>
                  <a:close/>
                </a:path>
                <a:path w="76200" h="402589">
                  <a:moveTo>
                    <a:pt x="52326" y="0"/>
                  </a:moveTo>
                  <a:lnTo>
                    <a:pt x="26925" y="0"/>
                  </a:lnTo>
                  <a:lnTo>
                    <a:pt x="25214" y="326135"/>
                  </a:lnTo>
                  <a:lnTo>
                    <a:pt x="25147" y="338836"/>
                  </a:lnTo>
                  <a:lnTo>
                    <a:pt x="50548" y="338836"/>
                  </a:lnTo>
                  <a:lnTo>
                    <a:pt x="52326" y="0"/>
                  </a:lnTo>
                  <a:close/>
                </a:path>
                <a:path w="76200" h="402589">
                  <a:moveTo>
                    <a:pt x="50614" y="326135"/>
                  </a:moveTo>
                  <a:lnTo>
                    <a:pt x="50548" y="338836"/>
                  </a:lnTo>
                  <a:lnTo>
                    <a:pt x="69683" y="338836"/>
                  </a:lnTo>
                  <a:lnTo>
                    <a:pt x="76075" y="326263"/>
                  </a:lnTo>
                  <a:lnTo>
                    <a:pt x="50614" y="326135"/>
                  </a:lnTo>
                  <a:close/>
                </a:path>
              </a:pathLst>
            </a:custGeom>
            <a:solidFill>
              <a:srgbClr val="375F9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7" name="object 47"/>
            <p:cNvPicPr/>
            <p:nvPr/>
          </p:nvPicPr>
          <p:blipFill>
            <a:blip r:embed="rId13" cstate="print"/>
            <a:stretch>
              <a:fillRect/>
            </a:stretch>
          </p:blipFill>
          <p:spPr>
            <a:xfrm>
              <a:off x="4764024" y="2991586"/>
              <a:ext cx="234670" cy="586765"/>
            </a:xfrm>
            <a:prstGeom prst="rect">
              <a:avLst/>
            </a:prstGeom>
          </p:spPr>
        </p:pic>
        <p:sp>
          <p:nvSpPr>
            <p:cNvPr id="48" name="object 48"/>
            <p:cNvSpPr/>
            <p:nvPr/>
          </p:nvSpPr>
          <p:spPr>
            <a:xfrm>
              <a:off x="4845177" y="3091433"/>
              <a:ext cx="76200" cy="428625"/>
            </a:xfrm>
            <a:custGeom>
              <a:avLst/>
              <a:gdLst/>
              <a:ahLst/>
              <a:cxnLst/>
              <a:rect l="l" t="t" r="r" b="b"/>
              <a:pathLst>
                <a:path w="76200" h="428625">
                  <a:moveTo>
                    <a:pt x="50800" y="63500"/>
                  </a:moveTo>
                  <a:lnTo>
                    <a:pt x="25400" y="63500"/>
                  </a:lnTo>
                  <a:lnTo>
                    <a:pt x="25400" y="428370"/>
                  </a:lnTo>
                  <a:lnTo>
                    <a:pt x="50800" y="428370"/>
                  </a:lnTo>
                  <a:lnTo>
                    <a:pt x="50800" y="63500"/>
                  </a:lnTo>
                  <a:close/>
                </a:path>
                <a:path w="76200" h="428625">
                  <a:moveTo>
                    <a:pt x="38100" y="0"/>
                  </a:moveTo>
                  <a:lnTo>
                    <a:pt x="0" y="76200"/>
                  </a:lnTo>
                  <a:lnTo>
                    <a:pt x="25400" y="76200"/>
                  </a:lnTo>
                  <a:lnTo>
                    <a:pt x="25400" y="63500"/>
                  </a:lnTo>
                  <a:lnTo>
                    <a:pt x="69850" y="63500"/>
                  </a:lnTo>
                  <a:lnTo>
                    <a:pt x="38100" y="0"/>
                  </a:lnTo>
                  <a:close/>
                </a:path>
                <a:path w="76200" h="428625">
                  <a:moveTo>
                    <a:pt x="69850" y="63500"/>
                  </a:moveTo>
                  <a:lnTo>
                    <a:pt x="50800" y="63500"/>
                  </a:lnTo>
                  <a:lnTo>
                    <a:pt x="50800" y="76200"/>
                  </a:lnTo>
                  <a:lnTo>
                    <a:pt x="76200" y="76200"/>
                  </a:lnTo>
                  <a:lnTo>
                    <a:pt x="69850" y="6350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9" name="object 49"/>
          <p:cNvSpPr txBox="1"/>
          <p:nvPr/>
        </p:nvSpPr>
        <p:spPr>
          <a:xfrm>
            <a:off x="5840729" y="2699765"/>
            <a:ext cx="528891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ysClr val="windowText" lastClr="000000"/>
                </a:solidFill>
                <a:effectLst/>
                <a:uLnTx/>
                <a:uFillTx/>
                <a:latin typeface="Trebuchet MS"/>
                <a:cs typeface="Trebuchet MS"/>
              </a:rPr>
              <a:t>How</a:t>
            </a:r>
            <a:r>
              <a:rPr kumimoji="0" sz="1800" b="1" i="0" u="none" strike="noStrike" kern="0" cap="none" spc="-130" normalizeH="0" baseline="0" noProof="0" dirty="0">
                <a:ln>
                  <a:noFill/>
                </a:ln>
                <a:solidFill>
                  <a:sysClr val="windowText" lastClr="000000"/>
                </a:solidFill>
                <a:effectLst/>
                <a:uLnTx/>
                <a:uFillTx/>
                <a:latin typeface="Trebuchet MS"/>
                <a:cs typeface="Trebuchet MS"/>
              </a:rPr>
              <a:t> </a:t>
            </a:r>
            <a:r>
              <a:rPr kumimoji="0" sz="1800" b="1" i="0" u="none" strike="noStrike" kern="0" cap="none" spc="-50" normalizeH="0" baseline="0" noProof="0" dirty="0">
                <a:ln>
                  <a:noFill/>
                </a:ln>
                <a:solidFill>
                  <a:sysClr val="windowText" lastClr="000000"/>
                </a:solidFill>
                <a:effectLst/>
                <a:uLnTx/>
                <a:uFillTx/>
                <a:latin typeface="Trebuchet MS"/>
                <a:cs typeface="Trebuchet MS"/>
              </a:rPr>
              <a:t>to</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70" normalizeH="0" baseline="0" noProof="0" dirty="0">
                <a:ln>
                  <a:noFill/>
                </a:ln>
                <a:solidFill>
                  <a:sysClr val="windowText" lastClr="000000"/>
                </a:solidFill>
                <a:effectLst/>
                <a:uLnTx/>
                <a:uFillTx/>
                <a:latin typeface="Trebuchet MS"/>
                <a:cs typeface="Trebuchet MS"/>
              </a:rPr>
              <a:t>turn</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20" normalizeH="0" baseline="0" noProof="0" dirty="0">
                <a:ln>
                  <a:noFill/>
                </a:ln>
                <a:solidFill>
                  <a:sysClr val="windowText" lastClr="000000"/>
                </a:solidFill>
                <a:effectLst/>
                <a:uLnTx/>
                <a:uFillTx/>
                <a:latin typeface="Trebuchet MS"/>
                <a:cs typeface="Trebuchet MS"/>
              </a:rPr>
              <a:t>on</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45" normalizeH="0" baseline="0" noProof="0" dirty="0">
                <a:ln>
                  <a:noFill/>
                </a:ln>
                <a:solidFill>
                  <a:sysClr val="windowText" lastClr="000000"/>
                </a:solidFill>
                <a:effectLst/>
                <a:uLnTx/>
                <a:uFillTx/>
                <a:latin typeface="Trebuchet MS"/>
                <a:cs typeface="Trebuchet MS"/>
              </a:rPr>
              <a:t>wis2box-</a:t>
            </a:r>
            <a:r>
              <a:rPr kumimoji="0" sz="1800" b="1" i="0" u="none" strike="noStrike" kern="0" cap="none" spc="-10" normalizeH="0" baseline="0" noProof="0" dirty="0">
                <a:ln>
                  <a:noFill/>
                </a:ln>
                <a:solidFill>
                  <a:sysClr val="windowText" lastClr="000000"/>
                </a:solidFill>
                <a:effectLst/>
                <a:uLnTx/>
                <a:uFillTx/>
                <a:latin typeface="Trebuchet MS"/>
                <a:cs typeface="Trebuchet MS"/>
              </a:rPr>
              <a:t>instance</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55" normalizeH="0" baseline="0" noProof="0" dirty="0">
                <a:ln>
                  <a:noFill/>
                </a:ln>
                <a:solidFill>
                  <a:sysClr val="windowText" lastClr="000000"/>
                </a:solidFill>
                <a:effectLst/>
                <a:uLnTx/>
                <a:uFillTx/>
                <a:latin typeface="Trebuchet MS"/>
                <a:cs typeface="Trebuchet MS"/>
              </a:rPr>
              <a:t>into</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a</a:t>
            </a:r>
            <a:r>
              <a:rPr kumimoji="0" sz="1800" b="1" i="0" u="none" strike="noStrike" kern="0" cap="none" spc="-125" normalizeH="0" baseline="0" noProof="0" dirty="0">
                <a:ln>
                  <a:noFill/>
                </a:ln>
                <a:solidFill>
                  <a:sysClr val="windowText" lastClr="000000"/>
                </a:solidFill>
                <a:effectLst/>
                <a:uLnTx/>
                <a:uFillTx/>
                <a:latin typeface="Trebuchet MS"/>
                <a:cs typeface="Trebuchet MS"/>
              </a:rPr>
              <a:t> </a:t>
            </a:r>
            <a:r>
              <a:rPr kumimoji="0" sz="1800" b="1" i="0" u="none" strike="noStrike" kern="0" cap="none" spc="0" normalizeH="0" baseline="0" noProof="0" dirty="0">
                <a:ln>
                  <a:noFill/>
                </a:ln>
                <a:solidFill>
                  <a:sysClr val="windowText" lastClr="000000"/>
                </a:solidFill>
                <a:effectLst/>
                <a:uLnTx/>
                <a:uFillTx/>
                <a:latin typeface="Trebuchet MS"/>
                <a:cs typeface="Trebuchet MS"/>
              </a:rPr>
              <a:t>WIS2</a:t>
            </a:r>
            <a:r>
              <a:rPr kumimoji="0" sz="1800" b="1" i="0" u="none" strike="noStrike" kern="0" cap="none" spc="-155" normalizeH="0" baseline="0" noProof="0" dirty="0">
                <a:ln>
                  <a:noFill/>
                </a:ln>
                <a:solidFill>
                  <a:sysClr val="windowText" lastClr="000000"/>
                </a:solidFill>
                <a:effectLst/>
                <a:uLnTx/>
                <a:uFillTx/>
                <a:latin typeface="Trebuchet MS"/>
                <a:cs typeface="Trebuchet MS"/>
              </a:rPr>
              <a:t> </a:t>
            </a:r>
            <a:r>
              <a:rPr kumimoji="0" sz="1800" b="1" i="0" u="none" strike="noStrike" kern="0" cap="none" spc="-10" normalizeH="0" baseline="0" noProof="0" dirty="0">
                <a:ln>
                  <a:noFill/>
                </a:ln>
                <a:solidFill>
                  <a:sysClr val="windowText" lastClr="000000"/>
                </a:solidFill>
                <a:effectLst/>
                <a:uLnTx/>
                <a:uFillTx/>
                <a:latin typeface="Trebuchet MS"/>
                <a:cs typeface="Trebuchet MS"/>
              </a:rPr>
              <a:t>Node: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50" name="object 50"/>
          <p:cNvSpPr txBox="1"/>
          <p:nvPr/>
        </p:nvSpPr>
        <p:spPr>
          <a:xfrm>
            <a:off x="5840729" y="3042665"/>
            <a:ext cx="6129020" cy="1136650"/>
          </a:xfrm>
          <a:prstGeom prst="rect">
            <a:avLst/>
          </a:prstGeom>
        </p:spPr>
        <p:txBody>
          <a:bodyPr vert="horz" wrap="square" lIns="0" tIns="43815" rIns="0" bIns="0" rtlCol="0">
            <a:spAutoFit/>
          </a:bodyPr>
          <a:lstStyle/>
          <a:p>
            <a:pPr marL="299085" marR="275590" lvl="0" indent="-287020" defTabSz="914400" eaLnBrk="1" fontAlgn="auto" latinLnBrk="0" hangingPunct="1">
              <a:lnSpc>
                <a:spcPts val="1939"/>
              </a:lnSpc>
              <a:spcBef>
                <a:spcPts val="345"/>
              </a:spcBef>
              <a:spcAft>
                <a:spcPts val="0"/>
              </a:spcAft>
              <a:buClrTx/>
              <a:buSzTx/>
              <a:buFont typeface="Arial MT"/>
              <a:buChar char="•"/>
              <a:tabLst>
                <a:tab pos="299085" algn="l"/>
              </a:tabLst>
              <a:defRPr/>
            </a:pPr>
            <a:r>
              <a:rPr kumimoji="0" sz="1800" b="0" i="0" u="none" strike="noStrike" kern="0" cap="none" spc="-75" normalizeH="0" baseline="0" noProof="0" dirty="0">
                <a:ln>
                  <a:noFill/>
                </a:ln>
                <a:solidFill>
                  <a:sysClr val="windowText" lastClr="000000"/>
                </a:solidFill>
                <a:effectLst/>
                <a:uLnTx/>
                <a:uFillTx/>
                <a:latin typeface="Trebuchet MS"/>
                <a:cs typeface="Trebuchet MS"/>
              </a:rPr>
              <a:t>HTTP</a:t>
            </a:r>
            <a:r>
              <a:rPr kumimoji="0" sz="1800" b="0" i="0" u="none" strike="noStrike" kern="0" cap="none" spc="-140"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and</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50" normalizeH="0" baseline="0" noProof="0" dirty="0">
                <a:ln>
                  <a:noFill/>
                </a:ln>
                <a:solidFill>
                  <a:sysClr val="windowText" lastClr="000000"/>
                </a:solidFill>
                <a:effectLst/>
                <a:uLnTx/>
                <a:uFillTx/>
                <a:latin typeface="Trebuchet MS"/>
                <a:cs typeface="Trebuchet MS"/>
              </a:rPr>
              <a:t>MQTT</a:t>
            </a:r>
            <a:r>
              <a:rPr kumimoji="0" sz="1800" b="0" i="0" u="none" strike="noStrike" kern="0" cap="none" spc="-170" normalizeH="0" baseline="0" noProof="0" dirty="0">
                <a:ln>
                  <a:noFill/>
                </a:ln>
                <a:solidFill>
                  <a:sysClr val="windowText" lastClr="000000"/>
                </a:solidFill>
                <a:effectLst/>
                <a:uLnTx/>
                <a:uFillTx/>
                <a:latin typeface="Trebuchet MS"/>
                <a:cs typeface="Trebuchet MS"/>
              </a:rPr>
              <a:t> </a:t>
            </a:r>
            <a:r>
              <a:rPr kumimoji="0" sz="1800" b="0" i="0" u="none" strike="noStrike" kern="0" cap="none" spc="-90" normalizeH="0" baseline="0" noProof="0" dirty="0">
                <a:ln>
                  <a:noFill/>
                </a:ln>
                <a:solidFill>
                  <a:sysClr val="windowText" lastClr="000000"/>
                </a:solidFill>
                <a:effectLst/>
                <a:uLnTx/>
                <a:uFillTx/>
                <a:latin typeface="Trebuchet MS"/>
                <a:cs typeface="Trebuchet MS"/>
              </a:rPr>
              <a:t>traffic</a:t>
            </a:r>
            <a:r>
              <a:rPr kumimoji="0" sz="1800" b="0" i="0" u="none" strike="noStrike" kern="0" cap="none" spc="-14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on</a:t>
            </a:r>
            <a:r>
              <a:rPr kumimoji="0" sz="1800" b="0" i="0" u="none" strike="noStrike" kern="0" cap="none" spc="-170"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the</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50" normalizeH="0" baseline="0" noProof="0" dirty="0">
                <a:ln>
                  <a:noFill/>
                </a:ln>
                <a:solidFill>
                  <a:sysClr val="windowText" lastClr="000000"/>
                </a:solidFill>
                <a:effectLst/>
                <a:uLnTx/>
                <a:uFillTx/>
                <a:latin typeface="Trebuchet MS"/>
                <a:cs typeface="Trebuchet MS"/>
              </a:rPr>
              <a:t>server</a:t>
            </a:r>
            <a:r>
              <a:rPr kumimoji="0" sz="1800" b="0" i="0" u="none" strike="noStrike" kern="0" cap="none" spc="-160" normalizeH="0" baseline="0" noProof="0" dirty="0">
                <a:ln>
                  <a:noFill/>
                </a:ln>
                <a:solidFill>
                  <a:sysClr val="windowText" lastClr="000000"/>
                </a:solidFill>
                <a:effectLst/>
                <a:uLnTx/>
                <a:uFillTx/>
                <a:latin typeface="Trebuchet MS"/>
                <a:cs typeface="Trebuchet MS"/>
              </a:rPr>
              <a:t> </a:t>
            </a:r>
            <a:r>
              <a:rPr kumimoji="0" sz="1800" b="0" i="0" u="none" strike="noStrike" kern="0" cap="none" spc="-25" normalizeH="0" baseline="0" noProof="0" dirty="0">
                <a:ln>
                  <a:noFill/>
                </a:ln>
                <a:solidFill>
                  <a:sysClr val="windowText" lastClr="000000"/>
                </a:solidFill>
                <a:effectLst/>
                <a:uLnTx/>
                <a:uFillTx/>
                <a:latin typeface="Trebuchet MS"/>
                <a:cs typeface="Trebuchet MS"/>
              </a:rPr>
              <a:t>hosting</a:t>
            </a:r>
            <a:r>
              <a:rPr kumimoji="0" sz="1800" b="0" i="0" u="none" strike="noStrike" kern="0" cap="none" spc="-170"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the</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10" normalizeH="0" baseline="0" noProof="0" dirty="0">
                <a:ln>
                  <a:noFill/>
                </a:ln>
                <a:solidFill>
                  <a:sysClr val="windowText" lastClr="000000"/>
                </a:solidFill>
                <a:effectLst/>
                <a:uLnTx/>
                <a:uFillTx/>
                <a:latin typeface="Trebuchet MS"/>
                <a:cs typeface="Trebuchet MS"/>
              </a:rPr>
              <a:t>wis2box-stack</a:t>
            </a:r>
            <a:r>
              <a:rPr kumimoji="0" sz="1800" b="0" i="0" u="none" strike="noStrike" kern="0" cap="none" spc="-140"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must</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25" normalizeH="0" baseline="0" noProof="0" dirty="0">
                <a:ln>
                  <a:noFill/>
                </a:ln>
                <a:solidFill>
                  <a:sysClr val="windowText" lastClr="000000"/>
                </a:solidFill>
                <a:effectLst/>
                <a:uLnTx/>
                <a:uFillTx/>
                <a:latin typeface="Trebuchet MS"/>
                <a:cs typeface="Trebuchet MS"/>
              </a:rPr>
              <a:t>be</a:t>
            </a:r>
            <a:r>
              <a:rPr kumimoji="0" sz="1800" b="0" i="0" u="none" strike="noStrike" kern="0" cap="none" spc="-160" normalizeH="0" baseline="0" noProof="0" dirty="0">
                <a:ln>
                  <a:noFill/>
                </a:ln>
                <a:solidFill>
                  <a:sysClr val="windowText" lastClr="000000"/>
                </a:solidFill>
                <a:effectLst/>
                <a:uLnTx/>
                <a:uFillTx/>
                <a:latin typeface="Trebuchet MS"/>
                <a:cs typeface="Trebuchet MS"/>
              </a:rPr>
              <a:t> </a:t>
            </a:r>
            <a:r>
              <a:rPr kumimoji="0" sz="1800" b="0" i="0" u="none" strike="noStrike" kern="0" cap="none" spc="-55" normalizeH="0" baseline="0" noProof="0" dirty="0">
                <a:ln>
                  <a:noFill/>
                </a:ln>
                <a:solidFill>
                  <a:sysClr val="windowText" lastClr="000000"/>
                </a:solidFill>
                <a:effectLst/>
                <a:uLnTx/>
                <a:uFillTx/>
                <a:latin typeface="Trebuchet MS"/>
                <a:cs typeface="Trebuchet MS"/>
              </a:rPr>
              <a:t>routed</a:t>
            </a:r>
            <a:r>
              <a:rPr kumimoji="0" sz="1800" b="0" i="0" u="none" strike="noStrike" kern="0" cap="none" spc="-155"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to</a:t>
            </a:r>
            <a:r>
              <a:rPr kumimoji="0" sz="1800" b="0" i="0" u="none" strike="noStrike" kern="0" cap="none" spc="-140"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the</a:t>
            </a:r>
            <a:r>
              <a:rPr kumimoji="0" sz="1800" b="0" i="0" u="none" strike="noStrike" kern="0" cap="none" spc="-155" normalizeH="0" baseline="0" noProof="0" dirty="0">
                <a:ln>
                  <a:noFill/>
                </a:ln>
                <a:solidFill>
                  <a:sysClr val="windowText" lastClr="000000"/>
                </a:solidFill>
                <a:effectLst/>
                <a:uLnTx/>
                <a:uFillTx/>
                <a:latin typeface="Trebuchet MS"/>
                <a:cs typeface="Trebuchet MS"/>
              </a:rPr>
              <a:t> </a:t>
            </a:r>
            <a:r>
              <a:rPr kumimoji="0" sz="1800" b="0" i="0" u="none" strike="noStrike" kern="0" cap="none" spc="-10" normalizeH="0" baseline="0" noProof="0" dirty="0">
                <a:ln>
                  <a:noFill/>
                </a:ln>
                <a:solidFill>
                  <a:sysClr val="windowText" lastClr="000000"/>
                </a:solidFill>
                <a:effectLst/>
                <a:uLnTx/>
                <a:uFillTx/>
                <a:latin typeface="Trebuchet MS"/>
                <a:cs typeface="Trebuchet MS"/>
              </a:rPr>
              <a:t>public</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10" normalizeH="0" baseline="0" noProof="0" dirty="0">
                <a:ln>
                  <a:noFill/>
                </a:ln>
                <a:solidFill>
                  <a:sysClr val="windowText" lastClr="000000"/>
                </a:solidFill>
                <a:effectLst/>
                <a:uLnTx/>
                <a:uFillTx/>
                <a:latin typeface="Trebuchet MS"/>
                <a:cs typeface="Trebuchet MS"/>
              </a:rPr>
              <a:t>internet</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ts val="2055"/>
              </a:lnSpc>
              <a:spcBef>
                <a:spcPts val="520"/>
              </a:spcBef>
              <a:spcAft>
                <a:spcPts val="0"/>
              </a:spcAft>
              <a:buClrTx/>
              <a:buSzTx/>
              <a:buFont typeface="Arial MT"/>
              <a:buChar char="•"/>
              <a:tabLst>
                <a:tab pos="299085" algn="l"/>
              </a:tabLst>
              <a:defRPr/>
            </a:pPr>
            <a:r>
              <a:rPr kumimoji="0" sz="1800" b="0" i="0" u="none" strike="noStrike" kern="0" cap="none" spc="-75" normalizeH="0" baseline="0" noProof="0" dirty="0">
                <a:ln>
                  <a:noFill/>
                </a:ln>
                <a:solidFill>
                  <a:sysClr val="windowText" lastClr="000000"/>
                </a:solidFill>
                <a:effectLst/>
                <a:uLnTx/>
                <a:uFillTx/>
                <a:latin typeface="Trebuchet MS"/>
                <a:cs typeface="Trebuchet MS"/>
              </a:rPr>
              <a:t>MQTT-</a:t>
            </a:r>
            <a:r>
              <a:rPr kumimoji="0" sz="1800" b="0" i="0" u="none" strike="noStrike" kern="0" cap="none" spc="-40" normalizeH="0" baseline="0" noProof="0" dirty="0">
                <a:ln>
                  <a:noFill/>
                </a:ln>
                <a:solidFill>
                  <a:sysClr val="windowText" lastClr="000000"/>
                </a:solidFill>
                <a:effectLst/>
                <a:uLnTx/>
                <a:uFillTx/>
                <a:latin typeface="Trebuchet MS"/>
                <a:cs typeface="Trebuchet MS"/>
              </a:rPr>
              <a:t>endpoint</a:t>
            </a:r>
            <a:r>
              <a:rPr kumimoji="0" sz="1800" b="0" i="0" u="none" strike="noStrike" kern="0" cap="none" spc="-17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and</a:t>
            </a:r>
            <a:r>
              <a:rPr kumimoji="0" sz="1800" b="0" i="0" u="none" strike="noStrike" kern="0" cap="none" spc="-140" normalizeH="0" baseline="0" noProof="0" dirty="0">
                <a:ln>
                  <a:noFill/>
                </a:ln>
                <a:solidFill>
                  <a:sysClr val="windowText" lastClr="000000"/>
                </a:solidFill>
                <a:effectLst/>
                <a:uLnTx/>
                <a:uFillTx/>
                <a:latin typeface="Trebuchet MS"/>
                <a:cs typeface="Trebuchet MS"/>
              </a:rPr>
              <a:t> </a:t>
            </a:r>
            <a:r>
              <a:rPr kumimoji="0" sz="1800" b="0" i="0" u="none" strike="noStrike" kern="0" cap="none" spc="-60" normalizeH="0" baseline="0" noProof="0" dirty="0">
                <a:ln>
                  <a:noFill/>
                </a:ln>
                <a:solidFill>
                  <a:sysClr val="windowText" lastClr="000000"/>
                </a:solidFill>
                <a:effectLst/>
                <a:uLnTx/>
                <a:uFillTx/>
                <a:latin typeface="Trebuchet MS"/>
                <a:cs typeface="Trebuchet MS"/>
              </a:rPr>
              <a:t>centre-</a:t>
            </a:r>
            <a:r>
              <a:rPr kumimoji="0" sz="1800" b="0" i="0" u="none" strike="noStrike" kern="0" cap="none" spc="-45" normalizeH="0" baseline="0" noProof="0" dirty="0">
                <a:ln>
                  <a:noFill/>
                </a:ln>
                <a:solidFill>
                  <a:sysClr val="windowText" lastClr="000000"/>
                </a:solidFill>
                <a:effectLst/>
                <a:uLnTx/>
                <a:uFillTx/>
                <a:latin typeface="Trebuchet MS"/>
                <a:cs typeface="Trebuchet MS"/>
              </a:rPr>
              <a:t>id</a:t>
            </a:r>
            <a:r>
              <a:rPr kumimoji="0" sz="1800" b="0" i="0" u="none" strike="noStrike" kern="0" cap="none" spc="-135" normalizeH="0" baseline="0" noProof="0" dirty="0">
                <a:ln>
                  <a:noFill/>
                </a:ln>
                <a:solidFill>
                  <a:sysClr val="windowText" lastClr="000000"/>
                </a:solidFill>
                <a:effectLst/>
                <a:uLnTx/>
                <a:uFillTx/>
                <a:latin typeface="Trebuchet MS"/>
                <a:cs typeface="Trebuchet MS"/>
              </a:rPr>
              <a:t> </a:t>
            </a:r>
            <a:r>
              <a:rPr kumimoji="0" sz="1800" b="0" i="0" u="none" strike="noStrike" kern="0" cap="none" spc="0" normalizeH="0" baseline="0" noProof="0" dirty="0">
                <a:ln>
                  <a:noFill/>
                </a:ln>
                <a:solidFill>
                  <a:sysClr val="windowText" lastClr="000000"/>
                </a:solidFill>
                <a:effectLst/>
                <a:uLnTx/>
                <a:uFillTx/>
                <a:latin typeface="Trebuchet MS"/>
                <a:cs typeface="Trebuchet MS"/>
              </a:rPr>
              <a:t>must</a:t>
            </a:r>
            <a:r>
              <a:rPr kumimoji="0" sz="1800" b="0" i="0" u="none" strike="noStrike" kern="0" cap="none" spc="-145" normalizeH="0" baseline="0" noProof="0" dirty="0">
                <a:ln>
                  <a:noFill/>
                </a:ln>
                <a:solidFill>
                  <a:sysClr val="windowText" lastClr="000000"/>
                </a:solidFill>
                <a:effectLst/>
                <a:uLnTx/>
                <a:uFillTx/>
                <a:latin typeface="Trebuchet MS"/>
                <a:cs typeface="Trebuchet MS"/>
              </a:rPr>
              <a:t> </a:t>
            </a:r>
            <a:r>
              <a:rPr kumimoji="0" sz="1800" b="0" i="0" u="none" strike="noStrike" kern="0" cap="none" spc="-25" normalizeH="0" baseline="0" noProof="0" dirty="0">
                <a:ln>
                  <a:noFill/>
                </a:ln>
                <a:solidFill>
                  <a:sysClr val="windowText" lastClr="000000"/>
                </a:solidFill>
                <a:effectLst/>
                <a:uLnTx/>
                <a:uFillTx/>
                <a:latin typeface="Trebuchet MS"/>
                <a:cs typeface="Trebuchet MS"/>
              </a:rPr>
              <a:t>be</a:t>
            </a:r>
            <a:r>
              <a:rPr kumimoji="0" sz="1800" b="0" i="0" u="none" strike="noStrike" kern="0" cap="none" spc="-130" normalizeH="0" baseline="0" noProof="0" dirty="0">
                <a:ln>
                  <a:noFill/>
                </a:ln>
                <a:solidFill>
                  <a:sysClr val="windowText" lastClr="000000"/>
                </a:solidFill>
                <a:effectLst/>
                <a:uLnTx/>
                <a:uFillTx/>
                <a:latin typeface="Trebuchet MS"/>
                <a:cs typeface="Trebuchet MS"/>
              </a:rPr>
              <a:t> </a:t>
            </a:r>
            <a:r>
              <a:rPr kumimoji="0" sz="1800" b="0" i="0" u="none" strike="noStrike" kern="0" cap="none" spc="-40" normalizeH="0" baseline="0" noProof="0" dirty="0">
                <a:ln>
                  <a:noFill/>
                </a:ln>
                <a:solidFill>
                  <a:sysClr val="windowText" lastClr="000000"/>
                </a:solidFill>
                <a:effectLst/>
                <a:uLnTx/>
                <a:uFillTx/>
                <a:latin typeface="Trebuchet MS"/>
                <a:cs typeface="Trebuchet MS"/>
              </a:rPr>
              <a:t>recorded</a:t>
            </a:r>
            <a:r>
              <a:rPr kumimoji="0" sz="1800" b="0" i="0" u="none" strike="noStrike" kern="0" cap="none" spc="-140" normalizeH="0" baseline="0" noProof="0" dirty="0">
                <a:ln>
                  <a:noFill/>
                </a:ln>
                <a:solidFill>
                  <a:sysClr val="windowText" lastClr="000000"/>
                </a:solidFill>
                <a:effectLst/>
                <a:uLnTx/>
                <a:uFillTx/>
                <a:latin typeface="Trebuchet MS"/>
                <a:cs typeface="Trebuchet MS"/>
              </a:rPr>
              <a:t> </a:t>
            </a:r>
            <a:r>
              <a:rPr kumimoji="0" sz="1800" b="0" i="0" u="none" strike="noStrike" kern="0" cap="none" spc="-55" normalizeH="0" baseline="0" noProof="0" dirty="0">
                <a:ln>
                  <a:noFill/>
                </a:ln>
                <a:solidFill>
                  <a:sysClr val="windowText" lastClr="000000"/>
                </a:solidFill>
                <a:effectLst/>
                <a:uLnTx/>
                <a:uFillTx/>
                <a:latin typeface="Trebuchet MS"/>
                <a:cs typeface="Trebuchet MS"/>
              </a:rPr>
              <a:t>in</a:t>
            </a:r>
            <a:r>
              <a:rPr kumimoji="0" sz="1800" b="0" i="0" u="none" strike="noStrike" kern="0" cap="none" spc="-150" normalizeH="0" baseline="0" noProof="0" dirty="0">
                <a:ln>
                  <a:noFill/>
                </a:ln>
                <a:solidFill>
                  <a:sysClr val="windowText" lastClr="000000"/>
                </a:solidFill>
                <a:effectLst/>
                <a:uLnTx/>
                <a:uFillTx/>
                <a:latin typeface="Trebuchet MS"/>
                <a:cs typeface="Trebuchet MS"/>
              </a:rPr>
              <a:t> </a:t>
            </a:r>
            <a:r>
              <a:rPr kumimoji="0" sz="1800" b="0" i="0" u="none" strike="noStrike" kern="0" cap="none" spc="-25" normalizeH="0" baseline="0" noProof="0" dirty="0">
                <a:ln>
                  <a:noFill/>
                </a:ln>
                <a:solidFill>
                  <a:sysClr val="windowText" lastClr="000000"/>
                </a:solidFill>
                <a:effectLst/>
                <a:uLnTx/>
                <a:uFillTx/>
                <a:latin typeface="Trebuchet MS"/>
                <a:cs typeface="Trebuchet MS"/>
              </a:rPr>
              <a:t>the</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0" defTabSz="914400" eaLnBrk="1" fontAlgn="auto" latinLnBrk="0" hangingPunct="1">
              <a:lnSpc>
                <a:spcPts val="2055"/>
              </a:lnSpc>
              <a:spcBef>
                <a:spcPts val="0"/>
              </a:spcBef>
              <a:spcAft>
                <a:spcPts val="0"/>
              </a:spcAft>
              <a:buClrTx/>
              <a:buSzTx/>
              <a:buFontTx/>
              <a:buNone/>
              <a:tabLst/>
              <a:defRPr/>
            </a:pPr>
            <a:r>
              <a:rPr kumimoji="0" sz="1800" b="0" i="0" u="none" strike="noStrike" kern="0" cap="none" spc="-20" normalizeH="0" baseline="0" noProof="0" dirty="0">
                <a:ln>
                  <a:noFill/>
                </a:ln>
                <a:solidFill>
                  <a:sysClr val="windowText" lastClr="000000"/>
                </a:solidFill>
                <a:effectLst/>
                <a:uLnTx/>
                <a:uFillTx/>
                <a:latin typeface="Trebuchet MS"/>
                <a:cs typeface="Trebuchet MS"/>
              </a:rPr>
              <a:t>Global</a:t>
            </a:r>
            <a:r>
              <a:rPr kumimoji="0" sz="1800" b="0" i="0" u="none" strike="noStrike" kern="0" cap="none" spc="-125" normalizeH="0" baseline="0" noProof="0" dirty="0">
                <a:ln>
                  <a:noFill/>
                </a:ln>
                <a:solidFill>
                  <a:sysClr val="windowText" lastClr="000000"/>
                </a:solidFill>
                <a:effectLst/>
                <a:uLnTx/>
                <a:uFillTx/>
                <a:latin typeface="Trebuchet MS"/>
                <a:cs typeface="Trebuchet MS"/>
              </a:rPr>
              <a:t> </a:t>
            </a:r>
            <a:r>
              <a:rPr kumimoji="0" sz="1800" b="0" i="0" u="none" strike="noStrike" kern="0" cap="none" spc="-55" normalizeH="0" baseline="0" noProof="0" dirty="0">
                <a:ln>
                  <a:noFill/>
                </a:ln>
                <a:solidFill>
                  <a:sysClr val="windowText" lastClr="000000"/>
                </a:solidFill>
                <a:effectLst/>
                <a:uLnTx/>
                <a:uFillTx/>
                <a:latin typeface="Trebuchet MS"/>
                <a:cs typeface="Trebuchet MS"/>
              </a:rPr>
              <a:t>Broker</a:t>
            </a:r>
            <a:r>
              <a:rPr kumimoji="0" sz="1800" b="0" i="0" u="none" strike="noStrike" kern="0" cap="none" spc="-105" normalizeH="0" baseline="0" noProof="0" dirty="0">
                <a:ln>
                  <a:noFill/>
                </a:ln>
                <a:solidFill>
                  <a:sysClr val="windowText" lastClr="000000"/>
                </a:solidFill>
                <a:effectLst/>
                <a:uLnTx/>
                <a:uFillTx/>
                <a:latin typeface="Trebuchet MS"/>
                <a:cs typeface="Trebuchet MS"/>
              </a:rPr>
              <a:t> </a:t>
            </a:r>
            <a:r>
              <a:rPr kumimoji="0" sz="1800" b="0" i="0" u="none" strike="noStrike" kern="0" cap="none" spc="-50" normalizeH="0" baseline="0" noProof="0" dirty="0">
                <a:ln>
                  <a:noFill/>
                </a:ln>
                <a:solidFill>
                  <a:sysClr val="windowText" lastClr="000000"/>
                </a:solidFill>
                <a:effectLst/>
                <a:uLnTx/>
                <a:uFillTx/>
                <a:latin typeface="Trebuchet MS"/>
                <a:cs typeface="Trebuchet MS"/>
              </a:rPr>
              <a:t>through</a:t>
            </a:r>
            <a:r>
              <a:rPr kumimoji="0" sz="1800" b="0" i="0" u="none" strike="noStrike" kern="0" cap="none" spc="-135" normalizeH="0" baseline="0" noProof="0" dirty="0">
                <a:ln>
                  <a:noFill/>
                </a:ln>
                <a:solidFill>
                  <a:sysClr val="windowText" lastClr="000000"/>
                </a:solidFill>
                <a:effectLst/>
                <a:uLnTx/>
                <a:uFillTx/>
                <a:latin typeface="Trebuchet MS"/>
                <a:cs typeface="Trebuchet MS"/>
              </a:rPr>
              <a:t> </a:t>
            </a:r>
            <a:r>
              <a:rPr kumimoji="0" sz="1800" b="0" i="0" u="none" strike="noStrike" kern="0" cap="none" spc="-70" normalizeH="0" baseline="0" noProof="0" dirty="0">
                <a:ln>
                  <a:noFill/>
                </a:ln>
                <a:solidFill>
                  <a:sysClr val="windowText" lastClr="000000"/>
                </a:solidFill>
                <a:effectLst/>
                <a:uLnTx/>
                <a:uFillTx/>
                <a:latin typeface="Trebuchet MS"/>
                <a:cs typeface="Trebuchet MS"/>
              </a:rPr>
              <a:t>the</a:t>
            </a:r>
            <a:r>
              <a:rPr kumimoji="0" sz="1800" b="0" i="0" u="none" strike="noStrike" kern="0" cap="none" spc="-75" normalizeH="0" baseline="0" noProof="0" dirty="0">
                <a:ln>
                  <a:noFill/>
                </a:ln>
                <a:solidFill>
                  <a:sysClr val="windowText" lastClr="000000"/>
                </a:solidFill>
                <a:effectLst/>
                <a:uLnTx/>
                <a:uFillTx/>
                <a:latin typeface="Trebuchet MS"/>
                <a:cs typeface="Trebuchet MS"/>
              </a:rPr>
              <a:t> </a:t>
            </a:r>
            <a:r>
              <a:rPr kumimoji="0" sz="1800" b="0" i="1" u="none" strike="noStrike" kern="0" cap="none" spc="0" normalizeH="0" baseline="0" noProof="0" dirty="0">
                <a:ln>
                  <a:noFill/>
                </a:ln>
                <a:solidFill>
                  <a:sysClr val="windowText" lastClr="000000"/>
                </a:solidFill>
                <a:effectLst/>
                <a:uLnTx/>
                <a:uFillTx/>
                <a:latin typeface="Trebuchet MS"/>
                <a:cs typeface="Trebuchet MS"/>
              </a:rPr>
              <a:t>WIS2</a:t>
            </a:r>
            <a:r>
              <a:rPr kumimoji="0" sz="1800" b="0" i="1" u="none" strike="noStrike" kern="0" cap="none" spc="-105" normalizeH="0" baseline="0" noProof="0" dirty="0">
                <a:ln>
                  <a:noFill/>
                </a:ln>
                <a:solidFill>
                  <a:sysClr val="windowText" lastClr="000000"/>
                </a:solidFill>
                <a:effectLst/>
                <a:uLnTx/>
                <a:uFillTx/>
                <a:latin typeface="Trebuchet MS"/>
                <a:cs typeface="Trebuchet MS"/>
              </a:rPr>
              <a:t> </a:t>
            </a:r>
            <a:r>
              <a:rPr kumimoji="0" sz="1800" b="0" i="1" u="none" strike="noStrike" kern="0" cap="none" spc="0" normalizeH="0" baseline="0" noProof="0" dirty="0">
                <a:ln>
                  <a:noFill/>
                </a:ln>
                <a:solidFill>
                  <a:sysClr val="windowText" lastClr="000000"/>
                </a:solidFill>
                <a:effectLst/>
                <a:uLnTx/>
                <a:uFillTx/>
                <a:latin typeface="Trebuchet MS"/>
                <a:cs typeface="Trebuchet MS"/>
              </a:rPr>
              <a:t>Node</a:t>
            </a:r>
            <a:r>
              <a:rPr kumimoji="0" sz="1800" b="0" i="1" u="none" strike="noStrike" kern="0" cap="none" spc="-120" normalizeH="0" baseline="0" noProof="0" dirty="0">
                <a:ln>
                  <a:noFill/>
                </a:ln>
                <a:solidFill>
                  <a:sysClr val="windowText" lastClr="000000"/>
                </a:solidFill>
                <a:effectLst/>
                <a:uLnTx/>
                <a:uFillTx/>
                <a:latin typeface="Trebuchet MS"/>
                <a:cs typeface="Trebuchet MS"/>
              </a:rPr>
              <a:t> </a:t>
            </a:r>
            <a:r>
              <a:rPr kumimoji="0" sz="1800" b="0" i="1" u="none" strike="noStrike" kern="0" cap="none" spc="-65" normalizeH="0" baseline="0" noProof="0" dirty="0">
                <a:ln>
                  <a:noFill/>
                </a:ln>
                <a:solidFill>
                  <a:sysClr val="windowText" lastClr="000000"/>
                </a:solidFill>
                <a:effectLst/>
                <a:uLnTx/>
                <a:uFillTx/>
                <a:latin typeface="Trebuchet MS"/>
                <a:cs typeface="Trebuchet MS"/>
              </a:rPr>
              <a:t>Registration</a:t>
            </a:r>
            <a:r>
              <a:rPr kumimoji="0" sz="1800" b="0" i="1" u="none" strike="noStrike" kern="0" cap="none" spc="-165" normalizeH="0" baseline="0" noProof="0" dirty="0">
                <a:ln>
                  <a:noFill/>
                </a:ln>
                <a:solidFill>
                  <a:sysClr val="windowText" lastClr="000000"/>
                </a:solidFill>
                <a:effectLst/>
                <a:uLnTx/>
                <a:uFillTx/>
                <a:latin typeface="Trebuchet MS"/>
                <a:cs typeface="Trebuchet MS"/>
              </a:rPr>
              <a:t> </a:t>
            </a:r>
            <a:r>
              <a:rPr kumimoji="0" sz="1800" b="0" i="1" u="none" strike="noStrike" kern="0" cap="none" spc="35" normalizeH="0" baseline="0" noProof="0" dirty="0">
                <a:ln>
                  <a:noFill/>
                </a:ln>
                <a:solidFill>
                  <a:sysClr val="windowText" lastClr="000000"/>
                </a:solidFill>
                <a:effectLst/>
                <a:uLnTx/>
                <a:uFillTx/>
                <a:latin typeface="Trebuchet MS"/>
                <a:cs typeface="Trebuchet MS"/>
              </a:rPr>
              <a:t>process</a:t>
            </a:r>
            <a:r>
              <a:rPr kumimoji="0" sz="1800" b="0" i="0" u="none" strike="noStrike" kern="0" cap="none" spc="35" normalizeH="0" baseline="0" noProof="0" dirty="0">
                <a:ln>
                  <a:noFill/>
                </a:ln>
                <a:solidFill>
                  <a:sysClr val="windowText" lastClr="000000"/>
                </a:solidFill>
                <a:effectLst/>
                <a:uLnTx/>
                <a:uFillTx/>
                <a:latin typeface="Trebuchet MS"/>
                <a:cs typeface="Trebuchet MS"/>
              </a:rPr>
              <a:t>*</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p:txBody>
      </p:sp>
      <p:sp>
        <p:nvSpPr>
          <p:cNvPr id="51" name="object 51"/>
          <p:cNvSpPr txBox="1"/>
          <p:nvPr/>
        </p:nvSpPr>
        <p:spPr>
          <a:xfrm>
            <a:off x="2602738" y="6233871"/>
            <a:ext cx="9305925" cy="393065"/>
          </a:xfrm>
          <a:prstGeom prst="rect">
            <a:avLst/>
          </a:prstGeom>
        </p:spPr>
        <p:txBody>
          <a:bodyPr vert="horz" wrap="square" lIns="0" tIns="10795" rIns="0" bIns="0" rtlCol="0">
            <a:spAutoFit/>
          </a:bodyPr>
          <a:lstStyle/>
          <a:p>
            <a:pPr marL="12700" marR="5080" lvl="0" indent="0" defTabSz="914400" eaLnBrk="1" fontAlgn="auto" latinLnBrk="0" hangingPunct="1">
              <a:lnSpc>
                <a:spcPct val="100800"/>
              </a:lnSpc>
              <a:spcBef>
                <a:spcPts val="85"/>
              </a:spcBef>
              <a:spcAft>
                <a:spcPts val="0"/>
              </a:spcAft>
              <a:buClrTx/>
              <a:buSzTx/>
              <a:buFontTx/>
              <a:buNone/>
              <a:tabLst/>
              <a:defRPr/>
            </a:pPr>
            <a:r>
              <a:rPr kumimoji="0" sz="1200" b="0" i="0" u="none" strike="noStrike" kern="0" cap="none" spc="105" normalizeH="0" baseline="0" noProof="0" dirty="0">
                <a:ln>
                  <a:noFill/>
                </a:ln>
                <a:solidFill>
                  <a:sysClr val="windowText" lastClr="000000"/>
                </a:solidFill>
                <a:effectLst/>
                <a:uLnTx/>
                <a:uFillTx/>
                <a:latin typeface="Trebuchet MS"/>
                <a:cs typeface="Trebuchet MS"/>
              </a:rPr>
              <a:t>*</a:t>
            </a:r>
            <a:r>
              <a:rPr kumimoji="0" sz="1200" b="0" i="0" u="none" strike="noStrike" kern="0" cap="none" spc="-80" normalizeH="0" baseline="0" noProof="0" dirty="0">
                <a:ln>
                  <a:noFill/>
                </a:ln>
                <a:solidFill>
                  <a:sysClr val="windowText" lastClr="000000"/>
                </a:solidFill>
                <a:effectLst/>
                <a:uLnTx/>
                <a:uFillTx/>
                <a:latin typeface="Trebuchet MS"/>
                <a:cs typeface="Trebuchet MS"/>
              </a:rPr>
              <a:t> </a:t>
            </a:r>
            <a:r>
              <a:rPr kumimoji="0" sz="1200" b="0" i="0" u="none" strike="noStrike" kern="0" cap="none" spc="-55" normalizeH="0" baseline="0" noProof="0" dirty="0">
                <a:ln>
                  <a:noFill/>
                </a:ln>
                <a:solidFill>
                  <a:sysClr val="windowText" lastClr="000000"/>
                </a:solidFill>
                <a:effectLst/>
                <a:uLnTx/>
                <a:uFillTx/>
                <a:latin typeface="Trebuchet MS"/>
                <a:cs typeface="Trebuchet MS"/>
              </a:rPr>
              <a:t>The</a:t>
            </a:r>
            <a:r>
              <a:rPr kumimoji="0" sz="1200" b="0" i="0" u="none" strike="noStrike" kern="0" cap="none" spc="-75" normalizeH="0" baseline="0" noProof="0" dirty="0">
                <a:ln>
                  <a:noFill/>
                </a:ln>
                <a:solidFill>
                  <a:sysClr val="windowText" lastClr="000000"/>
                </a:solidFill>
                <a:effectLst/>
                <a:uLnTx/>
                <a:uFillTx/>
                <a:latin typeface="Trebuchet MS"/>
                <a:cs typeface="Trebuchet MS"/>
              </a:rPr>
              <a:t> </a:t>
            </a:r>
            <a:r>
              <a:rPr kumimoji="0" sz="1200" b="0" i="0" u="none" strike="noStrike" kern="0" cap="none" spc="-20" normalizeH="0" baseline="0" noProof="0" dirty="0">
                <a:ln>
                  <a:noFill/>
                </a:ln>
                <a:solidFill>
                  <a:sysClr val="windowText" lastClr="000000"/>
                </a:solidFill>
                <a:effectLst/>
                <a:uLnTx/>
                <a:uFillTx/>
                <a:latin typeface="Trebuchet MS"/>
                <a:cs typeface="Trebuchet MS"/>
              </a:rPr>
              <a:t>National</a:t>
            </a:r>
            <a:r>
              <a:rPr kumimoji="0" sz="1200" b="0" i="0" u="none" strike="noStrike" kern="0" cap="none" spc="-85"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Focal</a:t>
            </a:r>
            <a:r>
              <a:rPr kumimoji="0" sz="1200" b="0" i="0" u="none" strike="noStrike" kern="0" cap="none" spc="-70" normalizeH="0" baseline="0" noProof="0" dirty="0">
                <a:ln>
                  <a:noFill/>
                </a:ln>
                <a:solidFill>
                  <a:sysClr val="windowText" lastClr="000000"/>
                </a:solidFill>
                <a:effectLst/>
                <a:uLnTx/>
                <a:uFillTx/>
                <a:latin typeface="Trebuchet MS"/>
                <a:cs typeface="Trebuchet MS"/>
              </a:rPr>
              <a:t> </a:t>
            </a:r>
            <a:r>
              <a:rPr kumimoji="0" sz="1200" b="0" i="0" u="none" strike="noStrike" kern="0" cap="none" spc="-40" normalizeH="0" baseline="0" noProof="0" dirty="0">
                <a:ln>
                  <a:noFill/>
                </a:ln>
                <a:solidFill>
                  <a:sysClr val="windowText" lastClr="000000"/>
                </a:solidFill>
                <a:effectLst/>
                <a:uLnTx/>
                <a:uFillTx/>
                <a:latin typeface="Trebuchet MS"/>
                <a:cs typeface="Trebuchet MS"/>
              </a:rPr>
              <a:t>Point</a:t>
            </a:r>
            <a:r>
              <a:rPr kumimoji="0" sz="1200" b="0" i="0" u="none" strike="noStrike" kern="0" cap="none" spc="-90" normalizeH="0" baseline="0" noProof="0" dirty="0">
                <a:ln>
                  <a:noFill/>
                </a:ln>
                <a:solidFill>
                  <a:sysClr val="windowText" lastClr="000000"/>
                </a:solidFill>
                <a:effectLst/>
                <a:uLnTx/>
                <a:uFillTx/>
                <a:latin typeface="Trebuchet MS"/>
                <a:cs typeface="Trebuchet MS"/>
              </a:rPr>
              <a:t> </a:t>
            </a:r>
            <a:r>
              <a:rPr kumimoji="0" sz="1200" b="0" i="0" u="none" strike="noStrike" kern="0" cap="none" spc="-60" normalizeH="0" baseline="0" noProof="0" dirty="0">
                <a:ln>
                  <a:noFill/>
                </a:ln>
                <a:solidFill>
                  <a:sysClr val="windowText" lastClr="000000"/>
                </a:solidFill>
                <a:effectLst/>
                <a:uLnTx/>
                <a:uFillTx/>
                <a:latin typeface="Trebuchet MS"/>
                <a:cs typeface="Trebuchet MS"/>
              </a:rPr>
              <a:t>for</a:t>
            </a:r>
            <a:r>
              <a:rPr kumimoji="0" sz="1200" b="0" i="0" u="none" strike="noStrike" kern="0" cap="none" spc="-85" normalizeH="0" baseline="0" noProof="0" dirty="0">
                <a:ln>
                  <a:noFill/>
                </a:ln>
                <a:solidFill>
                  <a:sysClr val="windowText" lastClr="000000"/>
                </a:solidFill>
                <a:effectLst/>
                <a:uLnTx/>
                <a:uFillTx/>
                <a:latin typeface="Trebuchet MS"/>
                <a:cs typeface="Trebuchet MS"/>
              </a:rPr>
              <a:t> </a:t>
            </a:r>
            <a:r>
              <a:rPr kumimoji="0" sz="1200" b="0" i="0" u="none" strike="noStrike" kern="0" cap="none" spc="0" normalizeH="0" baseline="0" noProof="0" dirty="0">
                <a:ln>
                  <a:noFill/>
                </a:ln>
                <a:solidFill>
                  <a:sysClr val="windowText" lastClr="000000"/>
                </a:solidFill>
                <a:effectLst/>
                <a:uLnTx/>
                <a:uFillTx/>
                <a:latin typeface="Trebuchet MS"/>
                <a:cs typeface="Trebuchet MS"/>
              </a:rPr>
              <a:t>WIS</a:t>
            </a:r>
            <a:r>
              <a:rPr kumimoji="0" sz="1200" b="0" i="0" u="none" strike="noStrike" kern="0" cap="none" spc="-80" normalizeH="0" baseline="0" noProof="0" dirty="0">
                <a:ln>
                  <a:noFill/>
                </a:ln>
                <a:solidFill>
                  <a:sysClr val="windowText" lastClr="000000"/>
                </a:solidFill>
                <a:effectLst/>
                <a:uLnTx/>
                <a:uFillTx/>
                <a:latin typeface="Trebuchet MS"/>
                <a:cs typeface="Trebuchet MS"/>
              </a:rPr>
              <a:t> </a:t>
            </a:r>
            <a:r>
              <a:rPr kumimoji="0" sz="1200" b="0" i="0" u="none" strike="noStrike" kern="0" cap="none" spc="-25" normalizeH="0" baseline="0" noProof="0" dirty="0">
                <a:ln>
                  <a:noFill/>
                </a:ln>
                <a:solidFill>
                  <a:sysClr val="windowText" lastClr="000000"/>
                </a:solidFill>
                <a:effectLst/>
                <a:uLnTx/>
                <a:uFillTx/>
                <a:latin typeface="Trebuchet MS"/>
                <a:cs typeface="Trebuchet MS"/>
              </a:rPr>
              <a:t>Matters</a:t>
            </a:r>
            <a:r>
              <a:rPr kumimoji="0" sz="1200" b="0" i="0" u="none" strike="noStrike" kern="0" cap="none" spc="-55"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of</a:t>
            </a:r>
            <a:r>
              <a:rPr kumimoji="0" sz="1200" b="0" i="0" u="none" strike="noStrike" kern="0" cap="none" spc="-85"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the</a:t>
            </a:r>
            <a:r>
              <a:rPr kumimoji="0" sz="1200" b="0" i="0" u="none" strike="noStrike" kern="0" cap="none" spc="-60" normalizeH="0" baseline="0" noProof="0" dirty="0">
                <a:ln>
                  <a:noFill/>
                </a:ln>
                <a:solidFill>
                  <a:sysClr val="windowText" lastClr="000000"/>
                </a:solidFill>
                <a:effectLst/>
                <a:uLnTx/>
                <a:uFillTx/>
                <a:latin typeface="Trebuchet MS"/>
                <a:cs typeface="Trebuchet MS"/>
              </a:rPr>
              <a:t> </a:t>
            </a:r>
            <a:r>
              <a:rPr kumimoji="0" sz="1200" b="0" i="0" u="none" strike="noStrike" kern="0" cap="none" spc="55" normalizeH="0" baseline="0" noProof="0" dirty="0">
                <a:ln>
                  <a:noFill/>
                </a:ln>
                <a:solidFill>
                  <a:sysClr val="windowText" lastClr="000000"/>
                </a:solidFill>
                <a:effectLst/>
                <a:uLnTx/>
                <a:uFillTx/>
                <a:latin typeface="Trebuchet MS"/>
                <a:cs typeface="Trebuchet MS"/>
              </a:rPr>
              <a:t>WMO</a:t>
            </a:r>
            <a:r>
              <a:rPr kumimoji="0" sz="1200" b="0" i="0" u="none" strike="noStrike" kern="0" cap="none" spc="-90" normalizeH="0" baseline="0" noProof="0" dirty="0">
                <a:ln>
                  <a:noFill/>
                </a:ln>
                <a:solidFill>
                  <a:sysClr val="windowText" lastClr="000000"/>
                </a:solidFill>
                <a:effectLst/>
                <a:uLnTx/>
                <a:uFillTx/>
                <a:latin typeface="Trebuchet MS"/>
                <a:cs typeface="Trebuchet MS"/>
              </a:rPr>
              <a:t> </a:t>
            </a:r>
            <a:r>
              <a:rPr kumimoji="0" sz="1200" b="0" i="0" u="none" strike="noStrike" kern="0" cap="none" spc="0" normalizeH="0" baseline="0" noProof="0" dirty="0">
                <a:ln>
                  <a:noFill/>
                </a:ln>
                <a:solidFill>
                  <a:sysClr val="windowText" lastClr="000000"/>
                </a:solidFill>
                <a:effectLst/>
                <a:uLnTx/>
                <a:uFillTx/>
                <a:latin typeface="Trebuchet MS"/>
                <a:cs typeface="Trebuchet MS"/>
              </a:rPr>
              <a:t>Members</a:t>
            </a:r>
            <a:r>
              <a:rPr kumimoji="0" sz="1200" b="0" i="0" u="none" strike="noStrike" kern="0" cap="none" spc="-60" normalizeH="0" baseline="0" noProof="0" dirty="0">
                <a:ln>
                  <a:noFill/>
                </a:ln>
                <a:solidFill>
                  <a:sysClr val="windowText" lastClr="000000"/>
                </a:solidFill>
                <a:effectLst/>
                <a:uLnTx/>
                <a:uFillTx/>
                <a:latin typeface="Trebuchet MS"/>
                <a:cs typeface="Trebuchet MS"/>
              </a:rPr>
              <a:t> </a:t>
            </a:r>
            <a:r>
              <a:rPr kumimoji="0" sz="1200" b="0" i="0" u="none" strike="noStrike" kern="0" cap="none" spc="0" normalizeH="0" baseline="0" noProof="0" dirty="0">
                <a:ln>
                  <a:noFill/>
                </a:ln>
                <a:solidFill>
                  <a:sysClr val="windowText" lastClr="000000"/>
                </a:solidFill>
                <a:effectLst/>
                <a:uLnTx/>
                <a:uFillTx/>
                <a:latin typeface="Trebuchet MS"/>
                <a:cs typeface="Trebuchet MS"/>
              </a:rPr>
              <a:t>must</a:t>
            </a:r>
            <a:r>
              <a:rPr kumimoji="0" sz="1200" b="0" i="0" u="none" strike="noStrike" kern="0" cap="none" spc="-55" normalizeH="0" baseline="0" noProof="0" dirty="0">
                <a:ln>
                  <a:noFill/>
                </a:ln>
                <a:solidFill>
                  <a:sysClr val="windowText" lastClr="000000"/>
                </a:solidFill>
                <a:effectLst/>
                <a:uLnTx/>
                <a:uFillTx/>
                <a:latin typeface="Trebuchet MS"/>
                <a:cs typeface="Trebuchet MS"/>
              </a:rPr>
              <a:t> </a:t>
            </a:r>
            <a:r>
              <a:rPr kumimoji="0" sz="1200" b="0" i="0" u="none" strike="noStrike" kern="0" cap="none" spc="-30" normalizeH="0" baseline="0" noProof="0" dirty="0">
                <a:ln>
                  <a:noFill/>
                </a:ln>
                <a:solidFill>
                  <a:sysClr val="windowText" lastClr="000000"/>
                </a:solidFill>
                <a:effectLst/>
                <a:uLnTx/>
                <a:uFillTx/>
                <a:latin typeface="Trebuchet MS"/>
                <a:cs typeface="Trebuchet MS"/>
              </a:rPr>
              <a:t>contact</a:t>
            </a:r>
            <a:r>
              <a:rPr kumimoji="0" sz="1200" b="0" i="0" u="none" strike="noStrike" kern="0" cap="none" spc="-85"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the</a:t>
            </a:r>
            <a:r>
              <a:rPr kumimoji="0" sz="1200" b="0" i="0" u="none" strike="noStrike" kern="0" cap="none" spc="-60" normalizeH="0" baseline="0" noProof="0" dirty="0">
                <a:ln>
                  <a:noFill/>
                </a:ln>
                <a:solidFill>
                  <a:sysClr val="windowText" lastClr="000000"/>
                </a:solidFill>
                <a:effectLst/>
                <a:uLnTx/>
                <a:uFillTx/>
                <a:latin typeface="Trebuchet MS"/>
                <a:cs typeface="Trebuchet MS"/>
              </a:rPr>
              <a:t> </a:t>
            </a:r>
            <a:r>
              <a:rPr kumimoji="0" sz="1200" b="0" i="0" u="none" strike="noStrike" kern="0" cap="none" spc="55" normalizeH="0" baseline="0" noProof="0" dirty="0">
                <a:ln>
                  <a:noFill/>
                </a:ln>
                <a:solidFill>
                  <a:sysClr val="windowText" lastClr="000000"/>
                </a:solidFill>
                <a:effectLst/>
                <a:uLnTx/>
                <a:uFillTx/>
                <a:latin typeface="Trebuchet MS"/>
                <a:cs typeface="Trebuchet MS"/>
              </a:rPr>
              <a:t>WMO</a:t>
            </a:r>
            <a:r>
              <a:rPr kumimoji="0" sz="1200" b="0" i="0" u="none" strike="noStrike" kern="0" cap="none" spc="-90" normalizeH="0" baseline="0" noProof="0" dirty="0">
                <a:ln>
                  <a:noFill/>
                </a:ln>
                <a:solidFill>
                  <a:sysClr val="windowText" lastClr="000000"/>
                </a:solidFill>
                <a:effectLst/>
                <a:uLnTx/>
                <a:uFillTx/>
                <a:latin typeface="Trebuchet MS"/>
                <a:cs typeface="Trebuchet MS"/>
              </a:rPr>
              <a:t> </a:t>
            </a:r>
            <a:r>
              <a:rPr kumimoji="0" sz="1200" b="0" i="0" u="none" strike="noStrike" kern="0" cap="none" spc="-35" normalizeH="0" baseline="0" noProof="0" dirty="0">
                <a:ln>
                  <a:noFill/>
                </a:ln>
                <a:solidFill>
                  <a:sysClr val="windowText" lastClr="000000"/>
                </a:solidFill>
                <a:effectLst/>
                <a:uLnTx/>
                <a:uFillTx/>
                <a:latin typeface="Trebuchet MS"/>
                <a:cs typeface="Trebuchet MS"/>
              </a:rPr>
              <a:t>Secretariat</a:t>
            </a:r>
            <a:r>
              <a:rPr kumimoji="0" sz="1200" b="0" i="0" u="none" strike="noStrike" kern="0" cap="none" spc="-70"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to</a:t>
            </a:r>
            <a:r>
              <a:rPr kumimoji="0" sz="1200" b="0" i="0" u="none" strike="noStrike" kern="0" cap="none" spc="-95" normalizeH="0" baseline="0" noProof="0" dirty="0">
                <a:ln>
                  <a:noFill/>
                </a:ln>
                <a:solidFill>
                  <a:sysClr val="windowText" lastClr="000000"/>
                </a:solidFill>
                <a:effectLst/>
                <a:uLnTx/>
                <a:uFillTx/>
                <a:latin typeface="Trebuchet MS"/>
                <a:cs typeface="Trebuchet MS"/>
              </a:rPr>
              <a:t> </a:t>
            </a:r>
            <a:r>
              <a:rPr kumimoji="0" sz="1200" b="0" i="0" u="none" strike="noStrike" kern="0" cap="none" spc="-40" normalizeH="0" baseline="0" noProof="0" dirty="0">
                <a:ln>
                  <a:noFill/>
                </a:ln>
                <a:solidFill>
                  <a:sysClr val="windowText" lastClr="000000"/>
                </a:solidFill>
                <a:effectLst/>
                <a:uLnTx/>
                <a:uFillTx/>
                <a:latin typeface="Trebuchet MS"/>
                <a:cs typeface="Trebuchet MS"/>
              </a:rPr>
              <a:t>inform</a:t>
            </a:r>
            <a:r>
              <a:rPr kumimoji="0" sz="1200" b="0" i="0" u="none" strike="noStrike" kern="0" cap="none" spc="-70" normalizeH="0" baseline="0" noProof="0" dirty="0">
                <a:ln>
                  <a:noFill/>
                </a:ln>
                <a:solidFill>
                  <a:sysClr val="windowText" lastClr="000000"/>
                </a:solidFill>
                <a:effectLst/>
                <a:uLnTx/>
                <a:uFillTx/>
                <a:latin typeface="Trebuchet MS"/>
                <a:cs typeface="Trebuchet MS"/>
              </a:rPr>
              <a:t> </a:t>
            </a:r>
            <a:r>
              <a:rPr kumimoji="0" sz="1200" b="0" i="0" u="none" strike="noStrike" kern="0" cap="none" spc="-30" normalizeH="0" baseline="0" noProof="0" dirty="0">
                <a:ln>
                  <a:noFill/>
                </a:ln>
                <a:solidFill>
                  <a:sysClr val="windowText" lastClr="000000"/>
                </a:solidFill>
                <a:effectLst/>
                <a:uLnTx/>
                <a:uFillTx/>
                <a:latin typeface="Trebuchet MS"/>
                <a:cs typeface="Trebuchet MS"/>
              </a:rPr>
              <a:t>them</a:t>
            </a:r>
            <a:r>
              <a:rPr kumimoji="0" sz="1200" b="0" i="0" u="none" strike="noStrike" kern="0" cap="none" spc="-65"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of</a:t>
            </a:r>
            <a:r>
              <a:rPr kumimoji="0" sz="1200" b="0" i="0" u="none" strike="noStrike" kern="0" cap="none" spc="-80" normalizeH="0" baseline="0" noProof="0" dirty="0">
                <a:ln>
                  <a:noFill/>
                </a:ln>
                <a:solidFill>
                  <a:sysClr val="windowText" lastClr="000000"/>
                </a:solidFill>
                <a:effectLst/>
                <a:uLnTx/>
                <a:uFillTx/>
                <a:latin typeface="Trebuchet MS"/>
                <a:cs typeface="Trebuchet MS"/>
              </a:rPr>
              <a:t> </a:t>
            </a:r>
            <a:r>
              <a:rPr kumimoji="0" sz="1200" b="0" i="0" u="none" strike="noStrike" kern="0" cap="none" spc="-55" normalizeH="0" baseline="0" noProof="0" dirty="0">
                <a:ln>
                  <a:noFill/>
                </a:ln>
                <a:solidFill>
                  <a:sysClr val="windowText" lastClr="000000"/>
                </a:solidFill>
                <a:effectLst/>
                <a:uLnTx/>
                <a:uFillTx/>
                <a:latin typeface="Trebuchet MS"/>
                <a:cs typeface="Trebuchet MS"/>
              </a:rPr>
              <a:t>their</a:t>
            </a:r>
            <a:r>
              <a:rPr kumimoji="0" sz="1200" b="0" i="0" u="none" strike="noStrike" kern="0" cap="none" spc="-75"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local</a:t>
            </a:r>
            <a:r>
              <a:rPr kumimoji="0" sz="1200" b="0" i="0" u="none" strike="noStrike" kern="0" cap="none" spc="0"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broker </a:t>
            </a:r>
            <a:r>
              <a:rPr kumimoji="0" sz="1200" b="0" i="0" u="none" strike="noStrike" kern="0" cap="none" spc="-40" normalizeH="0" baseline="0" noProof="0" dirty="0">
                <a:ln>
                  <a:noFill/>
                </a:ln>
                <a:solidFill>
                  <a:sysClr val="windowText" lastClr="000000"/>
                </a:solidFill>
                <a:effectLst/>
                <a:uLnTx/>
                <a:uFillTx/>
                <a:latin typeface="Trebuchet MS"/>
                <a:cs typeface="Trebuchet MS"/>
              </a:rPr>
              <a:t>endpoint,</a:t>
            </a:r>
            <a:r>
              <a:rPr kumimoji="0" sz="1200" b="0" i="0" u="none" strike="noStrike" kern="0" cap="none" spc="-60" normalizeH="0" baseline="0" noProof="0" dirty="0">
                <a:ln>
                  <a:noFill/>
                </a:ln>
                <a:solidFill>
                  <a:sysClr val="windowText" lastClr="000000"/>
                </a:solidFill>
                <a:effectLst/>
                <a:uLnTx/>
                <a:uFillTx/>
                <a:latin typeface="Trebuchet MS"/>
                <a:cs typeface="Trebuchet MS"/>
              </a:rPr>
              <a:t> </a:t>
            </a:r>
            <a:r>
              <a:rPr kumimoji="0" sz="1200" b="0" i="0" u="none" strike="noStrike" kern="0" cap="none" spc="0" normalizeH="0" baseline="0" noProof="0" dirty="0">
                <a:ln>
                  <a:noFill/>
                </a:ln>
                <a:solidFill>
                  <a:sysClr val="windowText" lastClr="000000"/>
                </a:solidFill>
                <a:effectLst/>
                <a:uLnTx/>
                <a:uFillTx/>
                <a:latin typeface="Trebuchet MS"/>
                <a:cs typeface="Trebuchet MS"/>
              </a:rPr>
              <a:t>upon</a:t>
            </a:r>
            <a:r>
              <a:rPr kumimoji="0" sz="1200" b="0" i="0" u="none" strike="noStrike" kern="0" cap="none" spc="-50" normalizeH="0" baseline="0" noProof="0" dirty="0">
                <a:ln>
                  <a:noFill/>
                </a:ln>
                <a:solidFill>
                  <a:sysClr val="windowText" lastClr="000000"/>
                </a:solidFill>
                <a:effectLst/>
                <a:uLnTx/>
                <a:uFillTx/>
                <a:latin typeface="Trebuchet MS"/>
                <a:cs typeface="Trebuchet MS"/>
              </a:rPr>
              <a:t> </a:t>
            </a:r>
            <a:r>
              <a:rPr kumimoji="0" sz="1200" b="0" i="0" u="none" strike="noStrike" kern="0" cap="none" spc="-40" normalizeH="0" baseline="0" noProof="0" dirty="0">
                <a:ln>
                  <a:noFill/>
                </a:ln>
                <a:solidFill>
                  <a:sysClr val="windowText" lastClr="000000"/>
                </a:solidFill>
                <a:effectLst/>
                <a:uLnTx/>
                <a:uFillTx/>
                <a:latin typeface="Trebuchet MS"/>
                <a:cs typeface="Trebuchet MS"/>
              </a:rPr>
              <a:t>receiving</a:t>
            </a:r>
            <a:r>
              <a:rPr kumimoji="0" sz="1200" b="0" i="0" u="none" strike="noStrike" kern="0" cap="none" spc="-55" normalizeH="0" baseline="0" noProof="0" dirty="0">
                <a:ln>
                  <a:noFill/>
                </a:ln>
                <a:solidFill>
                  <a:sysClr val="windowText" lastClr="000000"/>
                </a:solidFill>
                <a:effectLst/>
                <a:uLnTx/>
                <a:uFillTx/>
                <a:latin typeface="Trebuchet MS"/>
                <a:cs typeface="Trebuchet MS"/>
              </a:rPr>
              <a:t> </a:t>
            </a:r>
            <a:r>
              <a:rPr kumimoji="0" sz="1200" b="0" i="0" u="none" strike="noStrike" kern="0" cap="none" spc="-20" normalizeH="0" baseline="0" noProof="0" dirty="0">
                <a:ln>
                  <a:noFill/>
                </a:ln>
                <a:solidFill>
                  <a:sysClr val="windowText" lastClr="000000"/>
                </a:solidFill>
                <a:effectLst/>
                <a:uLnTx/>
                <a:uFillTx/>
                <a:latin typeface="Trebuchet MS"/>
                <a:cs typeface="Trebuchet MS"/>
              </a:rPr>
              <a:t>this</a:t>
            </a:r>
            <a:r>
              <a:rPr kumimoji="0" sz="1200" b="0" i="0" u="none" strike="noStrike" kern="0" cap="none" spc="-55"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communication</a:t>
            </a:r>
            <a:r>
              <a:rPr kumimoji="0" sz="1200" b="0" i="0" u="none" strike="noStrike" kern="0" cap="none" spc="-20"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the</a:t>
            </a:r>
            <a:r>
              <a:rPr kumimoji="0" sz="1200" b="0" i="0" u="none" strike="noStrike" kern="0" cap="none" spc="-40" normalizeH="0" baseline="0" noProof="0" dirty="0">
                <a:ln>
                  <a:noFill/>
                </a:ln>
                <a:solidFill>
                  <a:sysClr val="windowText" lastClr="000000"/>
                </a:solidFill>
                <a:effectLst/>
                <a:uLnTx/>
                <a:uFillTx/>
                <a:latin typeface="Trebuchet MS"/>
                <a:cs typeface="Trebuchet MS"/>
              </a:rPr>
              <a:t> </a:t>
            </a:r>
            <a:r>
              <a:rPr kumimoji="0" sz="1200" b="0" i="0" u="none" strike="noStrike" kern="0" cap="none" spc="-35" normalizeH="0" baseline="0" noProof="0" dirty="0">
                <a:ln>
                  <a:noFill/>
                </a:ln>
                <a:solidFill>
                  <a:sysClr val="windowText" lastClr="000000"/>
                </a:solidFill>
                <a:effectLst/>
                <a:uLnTx/>
                <a:uFillTx/>
                <a:latin typeface="Trebuchet MS"/>
                <a:cs typeface="Trebuchet MS"/>
              </a:rPr>
              <a:t>Secretariat</a:t>
            </a:r>
            <a:r>
              <a:rPr kumimoji="0" sz="1200" b="0" i="0" u="none" strike="noStrike" kern="0" cap="none" spc="-65" normalizeH="0" baseline="0" noProof="0" dirty="0">
                <a:ln>
                  <a:noFill/>
                </a:ln>
                <a:solidFill>
                  <a:sysClr val="windowText" lastClr="000000"/>
                </a:solidFill>
                <a:effectLst/>
                <a:uLnTx/>
                <a:uFillTx/>
                <a:latin typeface="Trebuchet MS"/>
                <a:cs typeface="Trebuchet MS"/>
              </a:rPr>
              <a:t> </a:t>
            </a:r>
            <a:r>
              <a:rPr kumimoji="0" sz="1200" b="0" i="0" u="none" strike="noStrike" kern="0" cap="none" spc="-25" normalizeH="0" baseline="0" noProof="0" dirty="0">
                <a:ln>
                  <a:noFill/>
                </a:ln>
                <a:solidFill>
                  <a:sysClr val="windowText" lastClr="000000"/>
                </a:solidFill>
                <a:effectLst/>
                <a:uLnTx/>
                <a:uFillTx/>
                <a:latin typeface="Trebuchet MS"/>
                <a:cs typeface="Trebuchet MS"/>
              </a:rPr>
              <a:t>informs</a:t>
            </a:r>
            <a:r>
              <a:rPr kumimoji="0" sz="1200" b="0" i="0" u="none" strike="noStrike" kern="0" cap="none" spc="-40"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the</a:t>
            </a:r>
            <a:r>
              <a:rPr kumimoji="0" sz="1200" b="0" i="0" u="none" strike="noStrike" kern="0" cap="none" spc="-55"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Global</a:t>
            </a:r>
            <a:r>
              <a:rPr kumimoji="0" sz="1200" b="0" i="0" u="none" strike="noStrike" kern="0" cap="none" spc="-50" normalizeH="0" baseline="0" noProof="0" dirty="0">
                <a:ln>
                  <a:noFill/>
                </a:ln>
                <a:solidFill>
                  <a:sysClr val="windowText" lastClr="000000"/>
                </a:solidFill>
                <a:effectLst/>
                <a:uLnTx/>
                <a:uFillTx/>
                <a:latin typeface="Trebuchet MS"/>
                <a:cs typeface="Trebuchet MS"/>
              </a:rPr>
              <a:t> </a:t>
            </a:r>
            <a:r>
              <a:rPr kumimoji="0" sz="1200" b="0" i="0" u="none" strike="noStrike" kern="0" cap="none" spc="-20" normalizeH="0" baseline="0" noProof="0" dirty="0">
                <a:ln>
                  <a:noFill/>
                </a:ln>
                <a:solidFill>
                  <a:sysClr val="windowText" lastClr="000000"/>
                </a:solidFill>
                <a:effectLst/>
                <a:uLnTx/>
                <a:uFillTx/>
                <a:latin typeface="Trebuchet MS"/>
                <a:cs typeface="Trebuchet MS"/>
              </a:rPr>
              <a:t>Brokers</a:t>
            </a:r>
            <a:r>
              <a:rPr kumimoji="0" sz="1200" b="0" i="0" u="none" strike="noStrike" kern="0" cap="none" spc="-60" normalizeH="0" baseline="0" noProof="0" dirty="0">
                <a:ln>
                  <a:noFill/>
                </a:ln>
                <a:solidFill>
                  <a:sysClr val="windowText" lastClr="000000"/>
                </a:solidFill>
                <a:effectLst/>
                <a:uLnTx/>
                <a:uFillTx/>
                <a:latin typeface="Trebuchet MS"/>
                <a:cs typeface="Trebuchet MS"/>
              </a:rPr>
              <a:t> </a:t>
            </a:r>
            <a:r>
              <a:rPr kumimoji="0" sz="1200" b="0" i="0" u="none" strike="noStrike" kern="0" cap="none" spc="-45" normalizeH="0" baseline="0" noProof="0" dirty="0">
                <a:ln>
                  <a:noFill/>
                </a:ln>
                <a:solidFill>
                  <a:sysClr val="windowText" lastClr="000000"/>
                </a:solidFill>
                <a:effectLst/>
                <a:uLnTx/>
                <a:uFillTx/>
                <a:latin typeface="Trebuchet MS"/>
                <a:cs typeface="Trebuchet MS"/>
              </a:rPr>
              <a:t>to</a:t>
            </a:r>
            <a:r>
              <a:rPr kumimoji="0" sz="1200" b="0" i="0" u="none" strike="noStrike" kern="0" cap="none" spc="-70"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setup</a:t>
            </a:r>
            <a:r>
              <a:rPr kumimoji="0" sz="1200" b="0" i="0" u="none" strike="noStrike" kern="0" cap="none" spc="-45" normalizeH="0" baseline="0" noProof="0" dirty="0">
                <a:ln>
                  <a:noFill/>
                </a:ln>
                <a:solidFill>
                  <a:sysClr val="windowText" lastClr="000000"/>
                </a:solidFill>
                <a:effectLst/>
                <a:uLnTx/>
                <a:uFillTx/>
                <a:latin typeface="Trebuchet MS"/>
                <a:cs typeface="Trebuchet MS"/>
              </a:rPr>
              <a:t> </a:t>
            </a:r>
            <a:r>
              <a:rPr kumimoji="0" sz="1200" b="0" i="0" u="none" strike="noStrike" kern="0" cap="none" spc="0" normalizeH="0" baseline="0" noProof="0" dirty="0">
                <a:ln>
                  <a:noFill/>
                </a:ln>
                <a:solidFill>
                  <a:sysClr val="windowText" lastClr="000000"/>
                </a:solidFill>
                <a:effectLst/>
                <a:uLnTx/>
                <a:uFillTx/>
                <a:latin typeface="Trebuchet MS"/>
                <a:cs typeface="Trebuchet MS"/>
              </a:rPr>
              <a:t>a</a:t>
            </a:r>
            <a:r>
              <a:rPr kumimoji="0" sz="1200" b="0" i="0" u="none" strike="noStrike" kern="0" cap="none" spc="-65" normalizeH="0" baseline="0" noProof="0" dirty="0">
                <a:ln>
                  <a:noFill/>
                </a:ln>
                <a:solidFill>
                  <a:sysClr val="windowText" lastClr="000000"/>
                </a:solidFill>
                <a:effectLst/>
                <a:uLnTx/>
                <a:uFillTx/>
                <a:latin typeface="Trebuchet MS"/>
                <a:cs typeface="Trebuchet MS"/>
              </a:rPr>
              <a:t> </a:t>
            </a:r>
            <a:r>
              <a:rPr kumimoji="0" sz="1200" b="0" i="0" u="none" strike="noStrike" kern="0" cap="none" spc="-10" normalizeH="0" baseline="0" noProof="0" dirty="0">
                <a:ln>
                  <a:noFill/>
                </a:ln>
                <a:solidFill>
                  <a:sysClr val="windowText" lastClr="000000"/>
                </a:solidFill>
                <a:effectLst/>
                <a:uLnTx/>
                <a:uFillTx/>
                <a:latin typeface="Trebuchet MS"/>
                <a:cs typeface="Trebuchet MS"/>
              </a:rPr>
              <a:t>subscription</a:t>
            </a:r>
            <a:r>
              <a:rPr kumimoji="0" sz="1200" b="0" i="0" u="none" strike="noStrike" kern="0" cap="none" spc="-50" normalizeH="0" baseline="0" noProof="0" dirty="0">
                <a:ln>
                  <a:noFill/>
                </a:ln>
                <a:solidFill>
                  <a:sysClr val="windowText" lastClr="000000"/>
                </a:solidFill>
                <a:effectLst/>
                <a:uLnTx/>
                <a:uFillTx/>
                <a:latin typeface="Trebuchet MS"/>
                <a:cs typeface="Trebuchet MS"/>
              </a:rPr>
              <a:t> </a:t>
            </a:r>
            <a:r>
              <a:rPr kumimoji="0" sz="1200" b="0" i="0" u="none" strike="noStrike" kern="0" cap="none" spc="-55" normalizeH="0" baseline="0" noProof="0" dirty="0">
                <a:ln>
                  <a:noFill/>
                </a:ln>
                <a:solidFill>
                  <a:sysClr val="windowText" lastClr="000000"/>
                </a:solidFill>
                <a:effectLst/>
                <a:uLnTx/>
                <a:uFillTx/>
                <a:latin typeface="Trebuchet MS"/>
                <a:cs typeface="Trebuchet MS"/>
              </a:rPr>
              <a:t>at</a:t>
            </a:r>
            <a:r>
              <a:rPr kumimoji="0" sz="1200" b="0" i="0" u="none" strike="noStrike" kern="0" cap="none" spc="-50" normalizeH="0" baseline="0" noProof="0" dirty="0">
                <a:ln>
                  <a:noFill/>
                </a:ln>
                <a:solidFill>
                  <a:sysClr val="windowText" lastClr="000000"/>
                </a:solidFill>
                <a:effectLst/>
                <a:uLnTx/>
                <a:uFillTx/>
                <a:latin typeface="Trebuchet MS"/>
                <a:cs typeface="Trebuchet MS"/>
              </a:rPr>
              <a:t> </a:t>
            </a:r>
            <a:r>
              <a:rPr kumimoji="0" sz="1200" b="0" i="0" u="none" strike="noStrike" kern="0" cap="none" spc="-60" normalizeH="0" baseline="0" noProof="0" dirty="0">
                <a:ln>
                  <a:noFill/>
                </a:ln>
                <a:solidFill>
                  <a:sysClr val="windowText" lastClr="000000"/>
                </a:solidFill>
                <a:effectLst/>
                <a:uLnTx/>
                <a:uFillTx/>
                <a:latin typeface="Trebuchet MS"/>
                <a:cs typeface="Trebuchet MS"/>
              </a:rPr>
              <a:t>origin/a/wis2/&lt;centre-</a:t>
            </a:r>
            <a:r>
              <a:rPr kumimoji="0" sz="1200" b="0" i="0" u="none" strike="noStrike" kern="0" cap="none" spc="-10" normalizeH="0" baseline="0" noProof="0" dirty="0">
                <a:ln>
                  <a:noFill/>
                </a:ln>
                <a:solidFill>
                  <a:sysClr val="windowText" lastClr="000000"/>
                </a:solidFill>
                <a:effectLst/>
                <a:uLnTx/>
                <a:uFillTx/>
                <a:latin typeface="Trebuchet MS"/>
                <a:cs typeface="Trebuchet MS"/>
              </a:rPr>
              <a:t>id&gt;/#</a:t>
            </a:r>
            <a:endParaRPr kumimoji="0" sz="12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562333" y="6517640"/>
            <a:ext cx="141605" cy="162560"/>
          </a:xfrm>
          <a:prstGeom prst="rect">
            <a:avLst/>
          </a:prstGeom>
        </p:spPr>
        <p:txBody>
          <a:bodyPr vert="horz" wrap="square" lIns="0" tIns="12700" rIns="0" bIns="0" rtlCol="0">
            <a:spAutoFit/>
          </a:bodyPr>
          <a:lstStyle/>
          <a:p>
            <a:pPr marL="12700">
              <a:lnSpc>
                <a:spcPct val="100000"/>
              </a:lnSpc>
              <a:spcBef>
                <a:spcPts val="100"/>
              </a:spcBef>
            </a:pPr>
            <a:r>
              <a:rPr sz="900" spc="-25" dirty="0">
                <a:latin typeface="Calibri"/>
                <a:cs typeface="Calibri"/>
              </a:rPr>
              <a:t>23</a:t>
            </a:r>
            <a:endParaRPr sz="900">
              <a:latin typeface="Calibri"/>
              <a:cs typeface="Calibri"/>
            </a:endParaRPr>
          </a:p>
        </p:txBody>
      </p:sp>
      <p:sp>
        <p:nvSpPr>
          <p:cNvPr id="3" name="object 3"/>
          <p:cNvSpPr txBox="1"/>
          <p:nvPr/>
        </p:nvSpPr>
        <p:spPr>
          <a:xfrm>
            <a:off x="304901" y="1179702"/>
            <a:ext cx="11652885" cy="2918460"/>
          </a:xfrm>
          <a:prstGeom prst="rect">
            <a:avLst/>
          </a:prstGeom>
        </p:spPr>
        <p:txBody>
          <a:bodyPr vert="horz" wrap="square" lIns="0" tIns="12700" rIns="0" bIns="0" rtlCol="0">
            <a:spAutoFit/>
          </a:bodyPr>
          <a:lstStyle/>
          <a:p>
            <a:pPr marL="12700" marR="2127885">
              <a:lnSpc>
                <a:spcPct val="124600"/>
              </a:lnSpc>
              <a:spcBef>
                <a:spcPts val="100"/>
              </a:spcBef>
            </a:pPr>
            <a:r>
              <a:rPr sz="2400" spc="55" dirty="0">
                <a:solidFill>
                  <a:srgbClr val="47525B"/>
                </a:solidFill>
                <a:latin typeface="Trebuchet MS"/>
                <a:cs typeface="Trebuchet MS"/>
              </a:rPr>
              <a:t>WIS2</a:t>
            </a:r>
            <a:r>
              <a:rPr sz="2400" spc="-190" dirty="0">
                <a:solidFill>
                  <a:srgbClr val="47525B"/>
                </a:solidFill>
                <a:latin typeface="Trebuchet MS"/>
                <a:cs typeface="Trebuchet MS"/>
              </a:rPr>
              <a:t> </a:t>
            </a:r>
            <a:r>
              <a:rPr sz="2400" spc="-70" dirty="0">
                <a:solidFill>
                  <a:srgbClr val="47525B"/>
                </a:solidFill>
                <a:latin typeface="Trebuchet MS"/>
                <a:cs typeface="Trebuchet MS"/>
              </a:rPr>
              <a:t>in</a:t>
            </a:r>
            <a:r>
              <a:rPr sz="2400" spc="-210" dirty="0">
                <a:solidFill>
                  <a:srgbClr val="47525B"/>
                </a:solidFill>
                <a:latin typeface="Trebuchet MS"/>
                <a:cs typeface="Trebuchet MS"/>
              </a:rPr>
              <a:t> </a:t>
            </a:r>
            <a:r>
              <a:rPr sz="2400" dirty="0">
                <a:solidFill>
                  <a:srgbClr val="47525B"/>
                </a:solidFill>
                <a:latin typeface="Trebuchet MS"/>
                <a:cs typeface="Trebuchet MS"/>
              </a:rPr>
              <a:t>a</a:t>
            </a:r>
            <a:r>
              <a:rPr sz="2400" spc="-210" dirty="0">
                <a:solidFill>
                  <a:srgbClr val="47525B"/>
                </a:solidFill>
                <a:latin typeface="Trebuchet MS"/>
                <a:cs typeface="Trebuchet MS"/>
              </a:rPr>
              <a:t> </a:t>
            </a:r>
            <a:r>
              <a:rPr sz="2400" spc="-65" dirty="0">
                <a:solidFill>
                  <a:srgbClr val="47525B"/>
                </a:solidFill>
                <a:latin typeface="Trebuchet MS"/>
                <a:cs typeface="Trebuchet MS"/>
              </a:rPr>
              <a:t>box</a:t>
            </a:r>
            <a:r>
              <a:rPr sz="2400" spc="-200" dirty="0">
                <a:solidFill>
                  <a:srgbClr val="47525B"/>
                </a:solidFill>
                <a:latin typeface="Trebuchet MS"/>
                <a:cs typeface="Trebuchet MS"/>
              </a:rPr>
              <a:t> </a:t>
            </a:r>
            <a:r>
              <a:rPr sz="2400" spc="-65" dirty="0">
                <a:solidFill>
                  <a:srgbClr val="47525B"/>
                </a:solidFill>
                <a:latin typeface="Trebuchet MS"/>
                <a:cs typeface="Trebuchet MS"/>
              </a:rPr>
              <a:t>(wis2box)</a:t>
            </a:r>
            <a:r>
              <a:rPr sz="2400" spc="-210" dirty="0">
                <a:solidFill>
                  <a:srgbClr val="47525B"/>
                </a:solidFill>
                <a:latin typeface="Trebuchet MS"/>
                <a:cs typeface="Trebuchet MS"/>
              </a:rPr>
              <a:t> </a:t>
            </a:r>
            <a:r>
              <a:rPr sz="2400" dirty="0">
                <a:solidFill>
                  <a:srgbClr val="47525B"/>
                </a:solidFill>
                <a:latin typeface="Trebuchet MS"/>
                <a:cs typeface="Trebuchet MS"/>
              </a:rPr>
              <a:t>is</a:t>
            </a:r>
            <a:r>
              <a:rPr sz="2400" spc="-210" dirty="0">
                <a:solidFill>
                  <a:srgbClr val="47525B"/>
                </a:solidFill>
                <a:latin typeface="Trebuchet MS"/>
                <a:cs typeface="Trebuchet MS"/>
              </a:rPr>
              <a:t> </a:t>
            </a:r>
            <a:r>
              <a:rPr sz="2400" dirty="0">
                <a:solidFill>
                  <a:srgbClr val="47525B"/>
                </a:solidFill>
                <a:latin typeface="Trebuchet MS"/>
                <a:cs typeface="Trebuchet MS"/>
              </a:rPr>
              <a:t>a</a:t>
            </a:r>
            <a:r>
              <a:rPr sz="2400" spc="-200" dirty="0">
                <a:solidFill>
                  <a:srgbClr val="47525B"/>
                </a:solidFill>
                <a:latin typeface="Trebuchet MS"/>
                <a:cs typeface="Trebuchet MS"/>
              </a:rPr>
              <a:t> </a:t>
            </a:r>
            <a:r>
              <a:rPr sz="2400" b="1" spc="-50" dirty="0">
                <a:solidFill>
                  <a:srgbClr val="0F42D2"/>
                </a:solidFill>
                <a:latin typeface="Trebuchet MS"/>
                <a:cs typeface="Trebuchet MS"/>
              </a:rPr>
              <a:t>Reference</a:t>
            </a:r>
            <a:r>
              <a:rPr sz="2400" b="1" spc="-210" dirty="0">
                <a:solidFill>
                  <a:srgbClr val="0F42D2"/>
                </a:solidFill>
                <a:latin typeface="Trebuchet MS"/>
                <a:cs typeface="Trebuchet MS"/>
              </a:rPr>
              <a:t> </a:t>
            </a:r>
            <a:r>
              <a:rPr sz="2400" b="1" spc="-30" dirty="0">
                <a:solidFill>
                  <a:srgbClr val="0F42D2"/>
                </a:solidFill>
                <a:latin typeface="Trebuchet MS"/>
                <a:cs typeface="Trebuchet MS"/>
              </a:rPr>
              <a:t>Implementation</a:t>
            </a:r>
            <a:r>
              <a:rPr sz="2400" b="1" spc="-210" dirty="0">
                <a:solidFill>
                  <a:srgbClr val="0F42D2"/>
                </a:solidFill>
                <a:latin typeface="Trebuchet MS"/>
                <a:cs typeface="Trebuchet MS"/>
              </a:rPr>
              <a:t> </a:t>
            </a:r>
            <a:r>
              <a:rPr sz="2400" b="1" spc="-45" dirty="0">
                <a:solidFill>
                  <a:srgbClr val="0F42D2"/>
                </a:solidFill>
                <a:latin typeface="Trebuchet MS"/>
                <a:cs typeface="Trebuchet MS"/>
              </a:rPr>
              <a:t>of</a:t>
            </a:r>
            <a:r>
              <a:rPr sz="2400" b="1" spc="-210" dirty="0">
                <a:solidFill>
                  <a:srgbClr val="0F42D2"/>
                </a:solidFill>
                <a:latin typeface="Trebuchet MS"/>
                <a:cs typeface="Trebuchet MS"/>
              </a:rPr>
              <a:t> </a:t>
            </a:r>
            <a:r>
              <a:rPr sz="2400" b="1" dirty="0">
                <a:solidFill>
                  <a:srgbClr val="0F42D2"/>
                </a:solidFill>
                <a:latin typeface="Trebuchet MS"/>
                <a:cs typeface="Trebuchet MS"/>
              </a:rPr>
              <a:t>a</a:t>
            </a:r>
            <a:r>
              <a:rPr sz="2400" b="1" spc="-220" dirty="0">
                <a:solidFill>
                  <a:srgbClr val="0F42D2"/>
                </a:solidFill>
                <a:latin typeface="Trebuchet MS"/>
                <a:cs typeface="Trebuchet MS"/>
              </a:rPr>
              <a:t> </a:t>
            </a:r>
            <a:r>
              <a:rPr sz="2400" b="1" spc="60" dirty="0">
                <a:solidFill>
                  <a:srgbClr val="0F42D2"/>
                </a:solidFill>
                <a:latin typeface="Trebuchet MS"/>
                <a:cs typeface="Trebuchet MS"/>
              </a:rPr>
              <a:t>WIS2</a:t>
            </a:r>
            <a:r>
              <a:rPr sz="2400" b="1" spc="-204" dirty="0">
                <a:solidFill>
                  <a:srgbClr val="0F42D2"/>
                </a:solidFill>
                <a:latin typeface="Trebuchet MS"/>
                <a:cs typeface="Trebuchet MS"/>
              </a:rPr>
              <a:t> </a:t>
            </a:r>
            <a:r>
              <a:rPr sz="2400" b="1" spc="-20" dirty="0">
                <a:solidFill>
                  <a:srgbClr val="0F42D2"/>
                </a:solidFill>
                <a:latin typeface="Trebuchet MS"/>
                <a:cs typeface="Trebuchet MS"/>
              </a:rPr>
              <a:t>Node </a:t>
            </a:r>
            <a:r>
              <a:rPr sz="2400" dirty="0">
                <a:solidFill>
                  <a:srgbClr val="47525B"/>
                </a:solidFill>
                <a:latin typeface="Trebuchet MS"/>
                <a:cs typeface="Trebuchet MS"/>
              </a:rPr>
              <a:t>Designed</a:t>
            </a:r>
            <a:r>
              <a:rPr sz="2400" spc="-180" dirty="0">
                <a:solidFill>
                  <a:srgbClr val="47525B"/>
                </a:solidFill>
                <a:latin typeface="Trebuchet MS"/>
                <a:cs typeface="Trebuchet MS"/>
              </a:rPr>
              <a:t> </a:t>
            </a:r>
            <a:r>
              <a:rPr sz="2400" spc="-85" dirty="0">
                <a:solidFill>
                  <a:srgbClr val="47525B"/>
                </a:solidFill>
                <a:latin typeface="Trebuchet MS"/>
                <a:cs typeface="Trebuchet MS"/>
              </a:rPr>
              <a:t>to</a:t>
            </a:r>
            <a:r>
              <a:rPr sz="2400" spc="-195" dirty="0">
                <a:solidFill>
                  <a:srgbClr val="47525B"/>
                </a:solidFill>
                <a:latin typeface="Trebuchet MS"/>
                <a:cs typeface="Trebuchet MS"/>
              </a:rPr>
              <a:t> </a:t>
            </a:r>
            <a:r>
              <a:rPr sz="2400" spc="-35" dirty="0">
                <a:solidFill>
                  <a:srgbClr val="47525B"/>
                </a:solidFill>
                <a:latin typeface="Trebuchet MS"/>
                <a:cs typeface="Trebuchet MS"/>
              </a:rPr>
              <a:t>be</a:t>
            </a:r>
            <a:r>
              <a:rPr sz="2400" spc="-190" dirty="0">
                <a:solidFill>
                  <a:srgbClr val="47525B"/>
                </a:solidFill>
                <a:latin typeface="Trebuchet MS"/>
                <a:cs typeface="Trebuchet MS"/>
              </a:rPr>
              <a:t> </a:t>
            </a:r>
            <a:r>
              <a:rPr sz="2400" b="1" dirty="0">
                <a:solidFill>
                  <a:srgbClr val="0F42D2"/>
                </a:solidFill>
                <a:latin typeface="Trebuchet MS"/>
                <a:cs typeface="Trebuchet MS"/>
              </a:rPr>
              <a:t>cost-</a:t>
            </a:r>
            <a:r>
              <a:rPr sz="2400" b="1" spc="-65" dirty="0">
                <a:solidFill>
                  <a:srgbClr val="0F42D2"/>
                </a:solidFill>
                <a:latin typeface="Trebuchet MS"/>
                <a:cs typeface="Trebuchet MS"/>
              </a:rPr>
              <a:t>effective</a:t>
            </a:r>
            <a:r>
              <a:rPr sz="2400" b="1" spc="-200" dirty="0">
                <a:solidFill>
                  <a:srgbClr val="0F42D2"/>
                </a:solidFill>
                <a:latin typeface="Trebuchet MS"/>
                <a:cs typeface="Trebuchet MS"/>
              </a:rPr>
              <a:t> </a:t>
            </a:r>
            <a:r>
              <a:rPr sz="2400" spc="-10" dirty="0">
                <a:solidFill>
                  <a:srgbClr val="47525B"/>
                </a:solidFill>
                <a:latin typeface="Trebuchet MS"/>
                <a:cs typeface="Trebuchet MS"/>
              </a:rPr>
              <a:t>and</a:t>
            </a:r>
            <a:r>
              <a:rPr sz="2400" spc="-185" dirty="0">
                <a:solidFill>
                  <a:srgbClr val="47525B"/>
                </a:solidFill>
                <a:latin typeface="Trebuchet MS"/>
                <a:cs typeface="Trebuchet MS"/>
              </a:rPr>
              <a:t> </a:t>
            </a:r>
            <a:r>
              <a:rPr sz="2400" b="1" spc="-50" dirty="0">
                <a:solidFill>
                  <a:srgbClr val="0F42D2"/>
                </a:solidFill>
                <a:latin typeface="Trebuchet MS"/>
                <a:cs typeface="Trebuchet MS"/>
              </a:rPr>
              <a:t>low-</a:t>
            </a:r>
            <a:r>
              <a:rPr sz="2400" b="1" spc="-80" dirty="0">
                <a:solidFill>
                  <a:srgbClr val="0F42D2"/>
                </a:solidFill>
                <a:latin typeface="Trebuchet MS"/>
                <a:cs typeface="Trebuchet MS"/>
              </a:rPr>
              <a:t>barrier</a:t>
            </a:r>
            <a:r>
              <a:rPr sz="2400" b="1" spc="-175" dirty="0">
                <a:solidFill>
                  <a:srgbClr val="0F42D2"/>
                </a:solidFill>
                <a:latin typeface="Trebuchet MS"/>
                <a:cs typeface="Trebuchet MS"/>
              </a:rPr>
              <a:t> </a:t>
            </a:r>
            <a:r>
              <a:rPr sz="2400" spc="-85" dirty="0">
                <a:solidFill>
                  <a:srgbClr val="47525B"/>
                </a:solidFill>
                <a:latin typeface="Trebuchet MS"/>
                <a:cs typeface="Trebuchet MS"/>
              </a:rPr>
              <a:t>to</a:t>
            </a:r>
            <a:r>
              <a:rPr sz="2400" spc="-200" dirty="0">
                <a:solidFill>
                  <a:srgbClr val="47525B"/>
                </a:solidFill>
                <a:latin typeface="Trebuchet MS"/>
                <a:cs typeface="Trebuchet MS"/>
              </a:rPr>
              <a:t> </a:t>
            </a:r>
            <a:r>
              <a:rPr sz="2400" spc="-10" dirty="0">
                <a:solidFill>
                  <a:srgbClr val="47525B"/>
                </a:solidFill>
                <a:latin typeface="Trebuchet MS"/>
                <a:cs typeface="Trebuchet MS"/>
              </a:rPr>
              <a:t>operate*</a:t>
            </a:r>
            <a:endParaRPr sz="2400">
              <a:latin typeface="Trebuchet MS"/>
              <a:cs typeface="Trebuchet MS"/>
            </a:endParaRPr>
          </a:p>
          <a:p>
            <a:pPr marL="12700" marR="5080">
              <a:lnSpc>
                <a:spcPts val="2590"/>
              </a:lnSpc>
              <a:spcBef>
                <a:spcPts val="1045"/>
              </a:spcBef>
            </a:pPr>
            <a:r>
              <a:rPr sz="2400" spc="-30" dirty="0">
                <a:solidFill>
                  <a:srgbClr val="47525B"/>
                </a:solidFill>
                <a:latin typeface="Trebuchet MS"/>
                <a:cs typeface="Trebuchet MS"/>
              </a:rPr>
              <a:t>Developed</a:t>
            </a:r>
            <a:r>
              <a:rPr sz="2400" spc="-160" dirty="0">
                <a:solidFill>
                  <a:srgbClr val="47525B"/>
                </a:solidFill>
                <a:latin typeface="Trebuchet MS"/>
                <a:cs typeface="Trebuchet MS"/>
              </a:rPr>
              <a:t> </a:t>
            </a:r>
            <a:r>
              <a:rPr sz="2400" spc="100" dirty="0">
                <a:solidFill>
                  <a:srgbClr val="47525B"/>
                </a:solidFill>
                <a:latin typeface="Trebuchet MS"/>
                <a:cs typeface="Trebuchet MS"/>
              </a:rPr>
              <a:t>as</a:t>
            </a:r>
            <a:r>
              <a:rPr sz="2400" spc="-215" dirty="0">
                <a:solidFill>
                  <a:srgbClr val="47525B"/>
                </a:solidFill>
                <a:latin typeface="Trebuchet MS"/>
                <a:cs typeface="Trebuchet MS"/>
              </a:rPr>
              <a:t> </a:t>
            </a:r>
            <a:r>
              <a:rPr sz="2400" spc="-20" dirty="0">
                <a:solidFill>
                  <a:srgbClr val="47525B"/>
                </a:solidFill>
                <a:latin typeface="Trebuchet MS"/>
                <a:cs typeface="Trebuchet MS"/>
              </a:rPr>
              <a:t>Docker</a:t>
            </a:r>
            <a:r>
              <a:rPr sz="2400" spc="-190" dirty="0">
                <a:solidFill>
                  <a:srgbClr val="47525B"/>
                </a:solidFill>
                <a:latin typeface="Trebuchet MS"/>
                <a:cs typeface="Trebuchet MS"/>
              </a:rPr>
              <a:t> </a:t>
            </a:r>
            <a:r>
              <a:rPr sz="2400" spc="60" dirty="0">
                <a:solidFill>
                  <a:srgbClr val="47525B"/>
                </a:solidFill>
                <a:latin typeface="Trebuchet MS"/>
                <a:cs typeface="Trebuchet MS"/>
              </a:rPr>
              <a:t>Compose</a:t>
            </a:r>
            <a:r>
              <a:rPr sz="2400" spc="-180" dirty="0">
                <a:solidFill>
                  <a:srgbClr val="47525B"/>
                </a:solidFill>
                <a:latin typeface="Trebuchet MS"/>
                <a:cs typeface="Trebuchet MS"/>
              </a:rPr>
              <a:t> </a:t>
            </a:r>
            <a:r>
              <a:rPr sz="2400" spc="-10" dirty="0">
                <a:solidFill>
                  <a:srgbClr val="47525B"/>
                </a:solidFill>
                <a:latin typeface="Trebuchet MS"/>
                <a:cs typeface="Trebuchet MS"/>
              </a:rPr>
              <a:t>stack</a:t>
            </a:r>
            <a:r>
              <a:rPr sz="2400" spc="-210" dirty="0">
                <a:solidFill>
                  <a:srgbClr val="47525B"/>
                </a:solidFill>
                <a:latin typeface="Trebuchet MS"/>
                <a:cs typeface="Trebuchet MS"/>
              </a:rPr>
              <a:t> </a:t>
            </a:r>
            <a:r>
              <a:rPr sz="2400" dirty="0">
                <a:solidFill>
                  <a:srgbClr val="47525B"/>
                </a:solidFill>
                <a:latin typeface="Trebuchet MS"/>
                <a:cs typeface="Trebuchet MS"/>
              </a:rPr>
              <a:t>using</a:t>
            </a:r>
            <a:r>
              <a:rPr sz="2400" spc="-204" dirty="0">
                <a:solidFill>
                  <a:srgbClr val="47525B"/>
                </a:solidFill>
                <a:latin typeface="Trebuchet MS"/>
                <a:cs typeface="Trebuchet MS"/>
              </a:rPr>
              <a:t> </a:t>
            </a:r>
            <a:r>
              <a:rPr sz="2400" spc="-75" dirty="0">
                <a:solidFill>
                  <a:srgbClr val="47525B"/>
                </a:solidFill>
                <a:latin typeface="Trebuchet MS"/>
                <a:cs typeface="Trebuchet MS"/>
              </a:rPr>
              <a:t>existing</a:t>
            </a:r>
            <a:r>
              <a:rPr sz="2400" spc="-170" dirty="0">
                <a:solidFill>
                  <a:srgbClr val="47525B"/>
                </a:solidFill>
                <a:latin typeface="Trebuchet MS"/>
                <a:cs typeface="Trebuchet MS"/>
              </a:rPr>
              <a:t> </a:t>
            </a:r>
            <a:r>
              <a:rPr sz="2400" b="1" spc="-110" dirty="0">
                <a:solidFill>
                  <a:srgbClr val="47525B"/>
                </a:solidFill>
                <a:latin typeface="Trebuchet MS"/>
                <a:cs typeface="Trebuchet MS"/>
              </a:rPr>
              <a:t>Free</a:t>
            </a:r>
            <a:r>
              <a:rPr sz="2400" b="1" spc="-204" dirty="0">
                <a:solidFill>
                  <a:srgbClr val="47525B"/>
                </a:solidFill>
                <a:latin typeface="Trebuchet MS"/>
                <a:cs typeface="Trebuchet MS"/>
              </a:rPr>
              <a:t> </a:t>
            </a:r>
            <a:r>
              <a:rPr sz="2400" b="1" dirty="0">
                <a:solidFill>
                  <a:srgbClr val="47525B"/>
                </a:solidFill>
                <a:latin typeface="Trebuchet MS"/>
                <a:cs typeface="Trebuchet MS"/>
              </a:rPr>
              <a:t>and</a:t>
            </a:r>
            <a:r>
              <a:rPr sz="2400" b="1" spc="-190" dirty="0">
                <a:solidFill>
                  <a:srgbClr val="47525B"/>
                </a:solidFill>
                <a:latin typeface="Trebuchet MS"/>
                <a:cs typeface="Trebuchet MS"/>
              </a:rPr>
              <a:t> </a:t>
            </a:r>
            <a:r>
              <a:rPr sz="2400" b="1" spc="-20" dirty="0">
                <a:solidFill>
                  <a:srgbClr val="47525B"/>
                </a:solidFill>
                <a:latin typeface="Trebuchet MS"/>
                <a:cs typeface="Trebuchet MS"/>
              </a:rPr>
              <a:t>Open</a:t>
            </a:r>
            <a:r>
              <a:rPr sz="2400" b="1" spc="-185" dirty="0">
                <a:solidFill>
                  <a:srgbClr val="47525B"/>
                </a:solidFill>
                <a:latin typeface="Trebuchet MS"/>
                <a:cs typeface="Trebuchet MS"/>
              </a:rPr>
              <a:t> </a:t>
            </a:r>
            <a:r>
              <a:rPr sz="2400" b="1" dirty="0">
                <a:solidFill>
                  <a:srgbClr val="47525B"/>
                </a:solidFill>
                <a:latin typeface="Trebuchet MS"/>
                <a:cs typeface="Trebuchet MS"/>
              </a:rPr>
              <a:t>Source</a:t>
            </a:r>
            <a:r>
              <a:rPr sz="2400" b="1" spc="-200" dirty="0">
                <a:solidFill>
                  <a:srgbClr val="47525B"/>
                </a:solidFill>
                <a:latin typeface="Trebuchet MS"/>
                <a:cs typeface="Trebuchet MS"/>
              </a:rPr>
              <a:t> </a:t>
            </a:r>
            <a:r>
              <a:rPr sz="2400" spc="-60" dirty="0">
                <a:solidFill>
                  <a:srgbClr val="47525B"/>
                </a:solidFill>
                <a:latin typeface="Trebuchet MS"/>
                <a:cs typeface="Trebuchet MS"/>
              </a:rPr>
              <a:t>software</a:t>
            </a:r>
            <a:r>
              <a:rPr sz="2400" spc="-190" dirty="0">
                <a:solidFill>
                  <a:srgbClr val="47525B"/>
                </a:solidFill>
                <a:latin typeface="Trebuchet MS"/>
                <a:cs typeface="Trebuchet MS"/>
              </a:rPr>
              <a:t> </a:t>
            </a:r>
            <a:r>
              <a:rPr sz="2400" spc="-25" dirty="0">
                <a:solidFill>
                  <a:srgbClr val="47525B"/>
                </a:solidFill>
                <a:latin typeface="Trebuchet MS"/>
                <a:cs typeface="Trebuchet MS"/>
              </a:rPr>
              <a:t>and </a:t>
            </a:r>
            <a:r>
              <a:rPr sz="2400" spc="-45" dirty="0">
                <a:solidFill>
                  <a:srgbClr val="47525B"/>
                </a:solidFill>
                <a:latin typeface="Trebuchet MS"/>
                <a:cs typeface="Trebuchet MS"/>
              </a:rPr>
              <a:t>wis2box-</a:t>
            </a:r>
            <a:r>
              <a:rPr sz="2400" spc="-20" dirty="0">
                <a:solidFill>
                  <a:srgbClr val="47525B"/>
                </a:solidFill>
                <a:latin typeface="Trebuchet MS"/>
                <a:cs typeface="Trebuchet MS"/>
              </a:rPr>
              <a:t>specific</a:t>
            </a:r>
            <a:r>
              <a:rPr sz="2400" spc="-175" dirty="0">
                <a:solidFill>
                  <a:srgbClr val="47525B"/>
                </a:solidFill>
                <a:latin typeface="Trebuchet MS"/>
                <a:cs typeface="Trebuchet MS"/>
              </a:rPr>
              <a:t> </a:t>
            </a:r>
            <a:r>
              <a:rPr sz="2400" spc="-10" dirty="0">
                <a:solidFill>
                  <a:srgbClr val="47525B"/>
                </a:solidFill>
                <a:latin typeface="Trebuchet MS"/>
                <a:cs typeface="Trebuchet MS"/>
              </a:rPr>
              <a:t>components</a:t>
            </a:r>
            <a:endParaRPr sz="2400">
              <a:latin typeface="Trebuchet MS"/>
              <a:cs typeface="Trebuchet MS"/>
            </a:endParaRPr>
          </a:p>
          <a:p>
            <a:pPr marL="697865" indent="-227965">
              <a:lnSpc>
                <a:spcPct val="100000"/>
              </a:lnSpc>
              <a:spcBef>
                <a:spcPts val="325"/>
              </a:spcBef>
              <a:buFont typeface="Arial MT"/>
              <a:buChar char="•"/>
              <a:tabLst>
                <a:tab pos="697865" algn="l"/>
              </a:tabLst>
            </a:pPr>
            <a:r>
              <a:rPr sz="1600" spc="-20" dirty="0">
                <a:solidFill>
                  <a:srgbClr val="47525B"/>
                </a:solidFill>
                <a:latin typeface="Trebuchet MS"/>
                <a:cs typeface="Trebuchet MS"/>
              </a:rPr>
              <a:t>wis2box</a:t>
            </a:r>
            <a:r>
              <a:rPr sz="1600" spc="-45" dirty="0">
                <a:solidFill>
                  <a:srgbClr val="47525B"/>
                </a:solidFill>
                <a:latin typeface="Trebuchet MS"/>
                <a:cs typeface="Trebuchet MS"/>
              </a:rPr>
              <a:t> </a:t>
            </a:r>
            <a:r>
              <a:rPr sz="1600" dirty="0">
                <a:solidFill>
                  <a:srgbClr val="47525B"/>
                </a:solidFill>
                <a:latin typeface="Trebuchet MS"/>
                <a:cs typeface="Trebuchet MS"/>
              </a:rPr>
              <a:t>source</a:t>
            </a:r>
            <a:r>
              <a:rPr sz="1600" spc="-25" dirty="0">
                <a:solidFill>
                  <a:srgbClr val="47525B"/>
                </a:solidFill>
                <a:latin typeface="Trebuchet MS"/>
                <a:cs typeface="Trebuchet MS"/>
              </a:rPr>
              <a:t> </a:t>
            </a:r>
            <a:r>
              <a:rPr sz="1600" dirty="0">
                <a:solidFill>
                  <a:srgbClr val="47525B"/>
                </a:solidFill>
                <a:latin typeface="Trebuchet MS"/>
                <a:cs typeface="Trebuchet MS"/>
              </a:rPr>
              <a:t>code</a:t>
            </a:r>
            <a:r>
              <a:rPr sz="1600" spc="-45" dirty="0">
                <a:solidFill>
                  <a:srgbClr val="47525B"/>
                </a:solidFill>
                <a:latin typeface="Trebuchet MS"/>
                <a:cs typeface="Trebuchet MS"/>
              </a:rPr>
              <a:t> </a:t>
            </a:r>
            <a:r>
              <a:rPr sz="1600" spc="-95" dirty="0">
                <a:solidFill>
                  <a:srgbClr val="47525B"/>
                </a:solidFill>
                <a:latin typeface="Trebuchet MS"/>
                <a:cs typeface="Trebuchet MS"/>
              </a:rPr>
              <a:t>at:</a:t>
            </a:r>
            <a:r>
              <a:rPr sz="1600" spc="-50" dirty="0">
                <a:solidFill>
                  <a:srgbClr val="47525B"/>
                </a:solidFill>
                <a:latin typeface="Trebuchet MS"/>
                <a:cs typeface="Trebuchet MS"/>
              </a:rPr>
              <a:t> </a:t>
            </a:r>
            <a:r>
              <a:rPr sz="1600" u="sng" spc="-80" dirty="0">
                <a:solidFill>
                  <a:srgbClr val="2B83CC"/>
                </a:solidFill>
                <a:uFill>
                  <a:solidFill>
                    <a:srgbClr val="2B83CC"/>
                  </a:solidFill>
                </a:uFill>
                <a:latin typeface="Trebuchet MS"/>
                <a:cs typeface="Trebuchet MS"/>
                <a:hlinkClick r:id="rId2"/>
              </a:rPr>
              <a:t>https://github.com/World-</a:t>
            </a:r>
            <a:r>
              <a:rPr sz="1600" u="sng" spc="-35" dirty="0">
                <a:solidFill>
                  <a:srgbClr val="2B83CC"/>
                </a:solidFill>
                <a:uFill>
                  <a:solidFill>
                    <a:srgbClr val="2B83CC"/>
                  </a:solidFill>
                </a:uFill>
                <a:latin typeface="Trebuchet MS"/>
                <a:cs typeface="Trebuchet MS"/>
                <a:hlinkClick r:id="rId2"/>
              </a:rPr>
              <a:t>Meteorological-</a:t>
            </a:r>
            <a:r>
              <a:rPr sz="1600" u="sng" spc="-10" dirty="0">
                <a:solidFill>
                  <a:srgbClr val="2B83CC"/>
                </a:solidFill>
                <a:uFill>
                  <a:solidFill>
                    <a:srgbClr val="2B83CC"/>
                  </a:solidFill>
                </a:uFill>
                <a:latin typeface="Trebuchet MS"/>
                <a:cs typeface="Trebuchet MS"/>
                <a:hlinkClick r:id="rId2"/>
              </a:rPr>
              <a:t>Organization/wis2box</a:t>
            </a:r>
            <a:endParaRPr sz="1600">
              <a:latin typeface="Trebuchet MS"/>
              <a:cs typeface="Trebuchet MS"/>
            </a:endParaRPr>
          </a:p>
          <a:p>
            <a:pPr marL="12700" marR="714375">
              <a:lnSpc>
                <a:spcPts val="3590"/>
              </a:lnSpc>
              <a:spcBef>
                <a:spcPts val="50"/>
              </a:spcBef>
            </a:pPr>
            <a:r>
              <a:rPr sz="2400" spc="-30" dirty="0">
                <a:solidFill>
                  <a:srgbClr val="47525B"/>
                </a:solidFill>
                <a:latin typeface="Trebuchet MS"/>
                <a:cs typeface="Trebuchet MS"/>
              </a:rPr>
              <a:t>Developed</a:t>
            </a:r>
            <a:r>
              <a:rPr sz="2400" spc="-150" dirty="0">
                <a:solidFill>
                  <a:srgbClr val="47525B"/>
                </a:solidFill>
                <a:latin typeface="Trebuchet MS"/>
                <a:cs typeface="Trebuchet MS"/>
              </a:rPr>
              <a:t> </a:t>
            </a:r>
            <a:r>
              <a:rPr sz="2400" spc="-75" dirty="0">
                <a:solidFill>
                  <a:srgbClr val="47525B"/>
                </a:solidFill>
                <a:latin typeface="Trebuchet MS"/>
                <a:cs typeface="Trebuchet MS"/>
              </a:rPr>
              <a:t>by</a:t>
            </a:r>
            <a:r>
              <a:rPr sz="2400" spc="-180" dirty="0">
                <a:solidFill>
                  <a:srgbClr val="47525B"/>
                </a:solidFill>
                <a:latin typeface="Trebuchet MS"/>
                <a:cs typeface="Trebuchet MS"/>
              </a:rPr>
              <a:t> </a:t>
            </a:r>
            <a:r>
              <a:rPr sz="2400" spc="135" dirty="0">
                <a:solidFill>
                  <a:srgbClr val="47525B"/>
                </a:solidFill>
                <a:latin typeface="Trebuchet MS"/>
                <a:cs typeface="Trebuchet MS"/>
              </a:rPr>
              <a:t>WMO</a:t>
            </a:r>
            <a:r>
              <a:rPr sz="2400" spc="-200" dirty="0">
                <a:solidFill>
                  <a:srgbClr val="47525B"/>
                </a:solidFill>
                <a:latin typeface="Trebuchet MS"/>
                <a:cs typeface="Trebuchet MS"/>
              </a:rPr>
              <a:t> </a:t>
            </a:r>
            <a:r>
              <a:rPr sz="2400" spc="-90" dirty="0">
                <a:solidFill>
                  <a:srgbClr val="47525B"/>
                </a:solidFill>
                <a:latin typeface="Trebuchet MS"/>
                <a:cs typeface="Trebuchet MS"/>
              </a:rPr>
              <a:t>together</a:t>
            </a:r>
            <a:r>
              <a:rPr sz="2400" spc="-190" dirty="0">
                <a:solidFill>
                  <a:srgbClr val="47525B"/>
                </a:solidFill>
                <a:latin typeface="Trebuchet MS"/>
                <a:cs typeface="Trebuchet MS"/>
              </a:rPr>
              <a:t> </a:t>
            </a:r>
            <a:r>
              <a:rPr sz="2400" spc="-105" dirty="0">
                <a:solidFill>
                  <a:srgbClr val="47525B"/>
                </a:solidFill>
                <a:latin typeface="Trebuchet MS"/>
                <a:cs typeface="Trebuchet MS"/>
              </a:rPr>
              <a:t>with</a:t>
            </a:r>
            <a:r>
              <a:rPr sz="2400" spc="-190" dirty="0">
                <a:solidFill>
                  <a:srgbClr val="47525B"/>
                </a:solidFill>
                <a:latin typeface="Trebuchet MS"/>
                <a:cs typeface="Trebuchet MS"/>
              </a:rPr>
              <a:t> </a:t>
            </a:r>
            <a:r>
              <a:rPr sz="2400" dirty="0">
                <a:solidFill>
                  <a:srgbClr val="47525B"/>
                </a:solidFill>
                <a:latin typeface="Trebuchet MS"/>
                <a:cs typeface="Trebuchet MS"/>
              </a:rPr>
              <a:t>Canada</a:t>
            </a:r>
            <a:r>
              <a:rPr sz="2400" spc="-165" dirty="0">
                <a:solidFill>
                  <a:srgbClr val="47525B"/>
                </a:solidFill>
                <a:latin typeface="Trebuchet MS"/>
                <a:cs typeface="Trebuchet MS"/>
              </a:rPr>
              <a:t> </a:t>
            </a:r>
            <a:r>
              <a:rPr sz="2400" spc="-85" dirty="0">
                <a:solidFill>
                  <a:srgbClr val="47525B"/>
                </a:solidFill>
                <a:latin typeface="Trebuchet MS"/>
                <a:cs typeface="Trebuchet MS"/>
              </a:rPr>
              <a:t>to</a:t>
            </a:r>
            <a:r>
              <a:rPr sz="2400" spc="-180" dirty="0">
                <a:solidFill>
                  <a:srgbClr val="47525B"/>
                </a:solidFill>
                <a:latin typeface="Trebuchet MS"/>
                <a:cs typeface="Trebuchet MS"/>
              </a:rPr>
              <a:t> </a:t>
            </a:r>
            <a:r>
              <a:rPr sz="2400" b="1" spc="-35" dirty="0">
                <a:solidFill>
                  <a:srgbClr val="47525B"/>
                </a:solidFill>
                <a:latin typeface="Trebuchet MS"/>
                <a:cs typeface="Trebuchet MS"/>
              </a:rPr>
              <a:t>accelerate</a:t>
            </a:r>
            <a:r>
              <a:rPr sz="2400" b="1" spc="-175" dirty="0">
                <a:solidFill>
                  <a:srgbClr val="47525B"/>
                </a:solidFill>
                <a:latin typeface="Trebuchet MS"/>
                <a:cs typeface="Trebuchet MS"/>
              </a:rPr>
              <a:t> </a:t>
            </a:r>
            <a:r>
              <a:rPr sz="2400" b="1" spc="-75" dirty="0">
                <a:solidFill>
                  <a:srgbClr val="47525B"/>
                </a:solidFill>
                <a:latin typeface="Trebuchet MS"/>
                <a:cs typeface="Trebuchet MS"/>
              </a:rPr>
              <a:t>the</a:t>
            </a:r>
            <a:r>
              <a:rPr sz="2400" b="1" spc="-190" dirty="0">
                <a:solidFill>
                  <a:srgbClr val="47525B"/>
                </a:solidFill>
                <a:latin typeface="Trebuchet MS"/>
                <a:cs typeface="Trebuchet MS"/>
              </a:rPr>
              <a:t> </a:t>
            </a:r>
            <a:r>
              <a:rPr sz="2400" b="1" spc="60" dirty="0">
                <a:solidFill>
                  <a:srgbClr val="47525B"/>
                </a:solidFill>
                <a:latin typeface="Trebuchet MS"/>
                <a:cs typeface="Trebuchet MS"/>
              </a:rPr>
              <a:t>WIS2</a:t>
            </a:r>
            <a:r>
              <a:rPr sz="2400" b="1" spc="-185" dirty="0">
                <a:solidFill>
                  <a:srgbClr val="47525B"/>
                </a:solidFill>
                <a:latin typeface="Trebuchet MS"/>
                <a:cs typeface="Trebuchet MS"/>
              </a:rPr>
              <a:t> </a:t>
            </a:r>
            <a:r>
              <a:rPr sz="2400" b="1" spc="-10" dirty="0">
                <a:solidFill>
                  <a:srgbClr val="47525B"/>
                </a:solidFill>
                <a:latin typeface="Trebuchet MS"/>
                <a:cs typeface="Trebuchet MS"/>
              </a:rPr>
              <a:t>implementation </a:t>
            </a:r>
            <a:r>
              <a:rPr sz="2400" spc="-70" dirty="0">
                <a:solidFill>
                  <a:srgbClr val="47525B"/>
                </a:solidFill>
                <a:latin typeface="Trebuchet MS"/>
                <a:cs typeface="Trebuchet MS"/>
              </a:rPr>
              <a:t>Currently</a:t>
            </a:r>
            <a:r>
              <a:rPr sz="2400" spc="-200" dirty="0">
                <a:solidFill>
                  <a:srgbClr val="47525B"/>
                </a:solidFill>
                <a:latin typeface="Trebuchet MS"/>
                <a:cs typeface="Trebuchet MS"/>
              </a:rPr>
              <a:t> </a:t>
            </a:r>
            <a:r>
              <a:rPr sz="2400" spc="-90" dirty="0">
                <a:solidFill>
                  <a:srgbClr val="47525B"/>
                </a:solidFill>
                <a:latin typeface="Trebuchet MS"/>
                <a:cs typeface="Trebuchet MS"/>
              </a:rPr>
              <a:t>over</a:t>
            </a:r>
            <a:r>
              <a:rPr sz="2400" spc="-180" dirty="0">
                <a:solidFill>
                  <a:srgbClr val="47525B"/>
                </a:solidFill>
                <a:latin typeface="Trebuchet MS"/>
                <a:cs typeface="Trebuchet MS"/>
              </a:rPr>
              <a:t> </a:t>
            </a:r>
            <a:r>
              <a:rPr sz="2400" dirty="0">
                <a:solidFill>
                  <a:srgbClr val="47525B"/>
                </a:solidFill>
                <a:latin typeface="Trebuchet MS"/>
                <a:cs typeface="Trebuchet MS"/>
              </a:rPr>
              <a:t>50</a:t>
            </a:r>
            <a:r>
              <a:rPr sz="2400" spc="-190" dirty="0">
                <a:solidFill>
                  <a:srgbClr val="47525B"/>
                </a:solidFill>
                <a:latin typeface="Trebuchet MS"/>
                <a:cs typeface="Trebuchet MS"/>
              </a:rPr>
              <a:t> </a:t>
            </a:r>
            <a:r>
              <a:rPr sz="2400" spc="85" dirty="0">
                <a:solidFill>
                  <a:srgbClr val="47525B"/>
                </a:solidFill>
                <a:latin typeface="Trebuchet MS"/>
                <a:cs typeface="Trebuchet MS"/>
              </a:rPr>
              <a:t>WMO-</a:t>
            </a:r>
            <a:r>
              <a:rPr sz="2400" dirty="0">
                <a:solidFill>
                  <a:srgbClr val="47525B"/>
                </a:solidFill>
                <a:latin typeface="Trebuchet MS"/>
                <a:cs typeface="Trebuchet MS"/>
              </a:rPr>
              <a:t>Members</a:t>
            </a:r>
            <a:r>
              <a:rPr sz="2400" spc="-180" dirty="0">
                <a:solidFill>
                  <a:srgbClr val="47525B"/>
                </a:solidFill>
                <a:latin typeface="Trebuchet MS"/>
                <a:cs typeface="Trebuchet MS"/>
              </a:rPr>
              <a:t> </a:t>
            </a:r>
            <a:r>
              <a:rPr sz="2400" spc="-85" dirty="0">
                <a:solidFill>
                  <a:srgbClr val="47525B"/>
                </a:solidFill>
                <a:latin typeface="Trebuchet MS"/>
                <a:cs typeface="Trebuchet MS"/>
              </a:rPr>
              <a:t>are</a:t>
            </a:r>
            <a:r>
              <a:rPr sz="2400" spc="-195" dirty="0">
                <a:solidFill>
                  <a:srgbClr val="47525B"/>
                </a:solidFill>
                <a:latin typeface="Trebuchet MS"/>
                <a:cs typeface="Trebuchet MS"/>
              </a:rPr>
              <a:t> </a:t>
            </a:r>
            <a:r>
              <a:rPr sz="2400" dirty="0">
                <a:solidFill>
                  <a:srgbClr val="47525B"/>
                </a:solidFill>
                <a:latin typeface="Trebuchet MS"/>
                <a:cs typeface="Trebuchet MS"/>
              </a:rPr>
              <a:t>using</a:t>
            </a:r>
            <a:r>
              <a:rPr sz="2400" spc="-200" dirty="0">
                <a:solidFill>
                  <a:srgbClr val="47525B"/>
                </a:solidFill>
                <a:latin typeface="Trebuchet MS"/>
                <a:cs typeface="Trebuchet MS"/>
              </a:rPr>
              <a:t> </a:t>
            </a:r>
            <a:r>
              <a:rPr sz="2400" spc="-30" dirty="0">
                <a:solidFill>
                  <a:srgbClr val="47525B"/>
                </a:solidFill>
                <a:latin typeface="Trebuchet MS"/>
                <a:cs typeface="Trebuchet MS"/>
              </a:rPr>
              <a:t>wis2box</a:t>
            </a:r>
            <a:r>
              <a:rPr sz="2400" spc="-185" dirty="0">
                <a:solidFill>
                  <a:srgbClr val="47525B"/>
                </a:solidFill>
                <a:latin typeface="Trebuchet MS"/>
                <a:cs typeface="Trebuchet MS"/>
              </a:rPr>
              <a:t> </a:t>
            </a:r>
            <a:r>
              <a:rPr sz="2400" spc="-85" dirty="0">
                <a:solidFill>
                  <a:srgbClr val="47525B"/>
                </a:solidFill>
                <a:latin typeface="Trebuchet MS"/>
                <a:cs typeface="Trebuchet MS"/>
              </a:rPr>
              <a:t>to</a:t>
            </a:r>
            <a:r>
              <a:rPr sz="2400" spc="-210" dirty="0">
                <a:solidFill>
                  <a:srgbClr val="47525B"/>
                </a:solidFill>
                <a:latin typeface="Trebuchet MS"/>
                <a:cs typeface="Trebuchet MS"/>
              </a:rPr>
              <a:t> </a:t>
            </a:r>
            <a:r>
              <a:rPr sz="2400" spc="-20" dirty="0">
                <a:solidFill>
                  <a:srgbClr val="47525B"/>
                </a:solidFill>
                <a:latin typeface="Trebuchet MS"/>
                <a:cs typeface="Trebuchet MS"/>
              </a:rPr>
              <a:t>share</a:t>
            </a:r>
            <a:r>
              <a:rPr sz="2400" spc="-195" dirty="0">
                <a:solidFill>
                  <a:srgbClr val="47525B"/>
                </a:solidFill>
                <a:latin typeface="Trebuchet MS"/>
                <a:cs typeface="Trebuchet MS"/>
              </a:rPr>
              <a:t> </a:t>
            </a:r>
            <a:r>
              <a:rPr sz="2400" spc="-60" dirty="0">
                <a:solidFill>
                  <a:srgbClr val="47525B"/>
                </a:solidFill>
                <a:latin typeface="Trebuchet MS"/>
                <a:cs typeface="Trebuchet MS"/>
              </a:rPr>
              <a:t>data</a:t>
            </a:r>
            <a:r>
              <a:rPr sz="2400" spc="-195" dirty="0">
                <a:solidFill>
                  <a:srgbClr val="47525B"/>
                </a:solidFill>
                <a:latin typeface="Trebuchet MS"/>
                <a:cs typeface="Trebuchet MS"/>
              </a:rPr>
              <a:t> </a:t>
            </a:r>
            <a:r>
              <a:rPr sz="2400" dirty="0">
                <a:solidFill>
                  <a:srgbClr val="47525B"/>
                </a:solidFill>
                <a:latin typeface="Trebuchet MS"/>
                <a:cs typeface="Trebuchet MS"/>
              </a:rPr>
              <a:t>on</a:t>
            </a:r>
            <a:r>
              <a:rPr sz="2400" spc="-175" dirty="0">
                <a:solidFill>
                  <a:srgbClr val="47525B"/>
                </a:solidFill>
                <a:latin typeface="Trebuchet MS"/>
                <a:cs typeface="Trebuchet MS"/>
              </a:rPr>
              <a:t> </a:t>
            </a:r>
            <a:r>
              <a:rPr sz="2400" spc="35" dirty="0">
                <a:solidFill>
                  <a:srgbClr val="47525B"/>
                </a:solidFill>
                <a:latin typeface="Trebuchet MS"/>
                <a:cs typeface="Trebuchet MS"/>
              </a:rPr>
              <a:t>WIS2</a:t>
            </a:r>
            <a:endParaRPr sz="2400">
              <a:latin typeface="Trebuchet MS"/>
              <a:cs typeface="Trebuchet MS"/>
            </a:endParaRPr>
          </a:p>
        </p:txBody>
      </p:sp>
      <p:grpSp>
        <p:nvGrpSpPr>
          <p:cNvPr id="4" name="object 4"/>
          <p:cNvGrpSpPr/>
          <p:nvPr/>
        </p:nvGrpSpPr>
        <p:grpSpPr>
          <a:xfrm>
            <a:off x="-6350" y="-6375"/>
            <a:ext cx="12204700" cy="747395"/>
            <a:chOff x="-6350" y="-6375"/>
            <a:chExt cx="12204700" cy="747395"/>
          </a:xfrm>
        </p:grpSpPr>
        <p:sp>
          <p:nvSpPr>
            <p:cNvPr id="5" name="object 5"/>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endParaRPr/>
            </a:p>
          </p:txBody>
        </p:sp>
        <p:sp>
          <p:nvSpPr>
            <p:cNvPr id="6" name="object 6"/>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12699">
              <a:solidFill>
                <a:srgbClr val="45AB91"/>
              </a:solidFill>
            </a:ln>
          </p:spPr>
          <p:txBody>
            <a:bodyPr wrap="square" lIns="0" tIns="0" rIns="0" bIns="0" rtlCol="0"/>
            <a:lstStyle/>
            <a:p>
              <a:endParaRPr/>
            </a:p>
          </p:txBody>
        </p:sp>
      </p:grpSp>
      <p:sp>
        <p:nvSpPr>
          <p:cNvPr id="7" name="object 7" descr="$PPTXTitle"/>
          <p:cNvSpPr txBox="1">
            <a:spLocks noGrp="1"/>
          </p:cNvSpPr>
          <p:nvPr>
            <p:ph type="title"/>
          </p:nvPr>
        </p:nvSpPr>
        <p:spPr>
          <a:prstGeom prst="rect">
            <a:avLst/>
          </a:prstGeom>
        </p:spPr>
        <p:txBody>
          <a:bodyPr vert="horz" wrap="square" lIns="0" tIns="62027" rIns="0" bIns="0" rtlCol="0">
            <a:spAutoFit/>
          </a:bodyPr>
          <a:lstStyle/>
          <a:p>
            <a:pPr marL="3696335">
              <a:lnSpc>
                <a:spcPct val="100000"/>
              </a:lnSpc>
              <a:spcBef>
                <a:spcPts val="100"/>
              </a:spcBef>
            </a:pPr>
            <a:r>
              <a:rPr dirty="0"/>
              <a:t>What</a:t>
            </a:r>
            <a:r>
              <a:rPr spc="-35" dirty="0"/>
              <a:t> </a:t>
            </a:r>
            <a:r>
              <a:rPr dirty="0"/>
              <a:t>is</a:t>
            </a:r>
            <a:r>
              <a:rPr spc="-5" dirty="0"/>
              <a:t> </a:t>
            </a:r>
            <a:r>
              <a:rPr dirty="0"/>
              <a:t>WIS2</a:t>
            </a:r>
            <a:r>
              <a:rPr spc="-10" dirty="0"/>
              <a:t> </a:t>
            </a:r>
            <a:r>
              <a:rPr dirty="0"/>
              <a:t>in</a:t>
            </a:r>
            <a:r>
              <a:rPr spc="-15" dirty="0"/>
              <a:t> </a:t>
            </a:r>
            <a:r>
              <a:rPr dirty="0"/>
              <a:t>a</a:t>
            </a:r>
            <a:r>
              <a:rPr spc="-30" dirty="0"/>
              <a:t> </a:t>
            </a:r>
            <a:r>
              <a:rPr spc="-20" dirty="0"/>
              <a:t>box?</a:t>
            </a:r>
          </a:p>
        </p:txBody>
      </p:sp>
      <p:pic>
        <p:nvPicPr>
          <p:cNvPr id="8" name="object 8"/>
          <p:cNvPicPr/>
          <p:nvPr/>
        </p:nvPicPr>
        <p:blipFill>
          <a:blip r:embed="rId3" cstate="print"/>
          <a:stretch>
            <a:fillRect/>
          </a:stretch>
        </p:blipFill>
        <p:spPr>
          <a:xfrm>
            <a:off x="5547307" y="6105118"/>
            <a:ext cx="6547969" cy="424396"/>
          </a:xfrm>
          <a:prstGeom prst="rect">
            <a:avLst/>
          </a:prstGeom>
        </p:spPr>
      </p:pic>
      <p:sp>
        <p:nvSpPr>
          <p:cNvPr id="9" name="object 9"/>
          <p:cNvSpPr txBox="1"/>
          <p:nvPr/>
        </p:nvSpPr>
        <p:spPr>
          <a:xfrm>
            <a:off x="5583428" y="5149646"/>
            <a:ext cx="6000750" cy="1323975"/>
          </a:xfrm>
          <a:prstGeom prst="rect">
            <a:avLst/>
          </a:prstGeom>
          <a:solidFill>
            <a:srgbClr val="C1C3C6"/>
          </a:solidFill>
        </p:spPr>
        <p:txBody>
          <a:bodyPr vert="horz" wrap="square" lIns="0" tIns="34290" rIns="0" bIns="0" rtlCol="0">
            <a:spAutoFit/>
          </a:bodyPr>
          <a:lstStyle/>
          <a:p>
            <a:pPr marL="92075">
              <a:lnSpc>
                <a:spcPct val="100000"/>
              </a:lnSpc>
              <a:spcBef>
                <a:spcPts val="270"/>
              </a:spcBef>
            </a:pPr>
            <a:r>
              <a:rPr sz="1600" spc="-10" dirty="0">
                <a:latin typeface="Calibri"/>
                <a:cs typeface="Calibri"/>
              </a:rPr>
              <a:t>*wis2box</a:t>
            </a:r>
            <a:r>
              <a:rPr sz="1600" spc="-35" dirty="0">
                <a:latin typeface="Calibri"/>
                <a:cs typeface="Calibri"/>
              </a:rPr>
              <a:t> </a:t>
            </a:r>
            <a:r>
              <a:rPr sz="1600" dirty="0">
                <a:latin typeface="Calibri"/>
                <a:cs typeface="Calibri"/>
              </a:rPr>
              <a:t>hosting</a:t>
            </a:r>
            <a:r>
              <a:rPr sz="1600" spc="-55" dirty="0">
                <a:latin typeface="Calibri"/>
                <a:cs typeface="Calibri"/>
              </a:rPr>
              <a:t> </a:t>
            </a:r>
            <a:r>
              <a:rPr sz="1600" spc="-10" dirty="0">
                <a:latin typeface="Calibri"/>
                <a:cs typeface="Calibri"/>
              </a:rPr>
              <a:t>requirements:</a:t>
            </a:r>
            <a:endParaRPr sz="1600">
              <a:latin typeface="Calibri"/>
              <a:cs typeface="Calibri"/>
            </a:endParaRPr>
          </a:p>
          <a:p>
            <a:pPr marL="378460" indent="-286385">
              <a:lnSpc>
                <a:spcPct val="100000"/>
              </a:lnSpc>
              <a:buFont typeface="Arial MT"/>
              <a:buChar char="•"/>
              <a:tabLst>
                <a:tab pos="378460" algn="l"/>
              </a:tabLst>
            </a:pPr>
            <a:r>
              <a:rPr sz="1600" dirty="0">
                <a:latin typeface="Calibri"/>
                <a:cs typeface="Calibri"/>
              </a:rPr>
              <a:t>minimum</a:t>
            </a:r>
            <a:r>
              <a:rPr sz="1600" spc="-50" dirty="0">
                <a:latin typeface="Calibri"/>
                <a:cs typeface="Calibri"/>
              </a:rPr>
              <a:t> </a:t>
            </a:r>
            <a:r>
              <a:rPr sz="1600" dirty="0">
                <a:latin typeface="Calibri"/>
                <a:cs typeface="Calibri"/>
              </a:rPr>
              <a:t>2</a:t>
            </a:r>
            <a:r>
              <a:rPr sz="1600" spc="-25" dirty="0">
                <a:latin typeface="Calibri"/>
                <a:cs typeface="Calibri"/>
              </a:rPr>
              <a:t> </a:t>
            </a:r>
            <a:r>
              <a:rPr sz="1600" dirty="0">
                <a:latin typeface="Calibri"/>
                <a:cs typeface="Calibri"/>
              </a:rPr>
              <a:t>vCPUs</a:t>
            </a:r>
            <a:r>
              <a:rPr sz="1600" spc="-20" dirty="0">
                <a:latin typeface="Calibri"/>
                <a:cs typeface="Calibri"/>
              </a:rPr>
              <a:t> </a:t>
            </a:r>
            <a:r>
              <a:rPr sz="1600" dirty="0">
                <a:latin typeface="Calibri"/>
                <a:cs typeface="Calibri"/>
              </a:rPr>
              <a:t>with</a:t>
            </a:r>
            <a:r>
              <a:rPr sz="1600" spc="-40" dirty="0">
                <a:latin typeface="Calibri"/>
                <a:cs typeface="Calibri"/>
              </a:rPr>
              <a:t> </a:t>
            </a:r>
            <a:r>
              <a:rPr sz="1600" dirty="0">
                <a:latin typeface="Calibri"/>
                <a:cs typeface="Calibri"/>
              </a:rPr>
              <a:t>4GB</a:t>
            </a:r>
            <a:r>
              <a:rPr sz="1600" spc="-5" dirty="0">
                <a:latin typeface="Calibri"/>
                <a:cs typeface="Calibri"/>
              </a:rPr>
              <a:t> </a:t>
            </a:r>
            <a:r>
              <a:rPr sz="1600" dirty="0">
                <a:latin typeface="Calibri"/>
                <a:cs typeface="Calibri"/>
              </a:rPr>
              <a:t>Memory</a:t>
            </a:r>
            <a:r>
              <a:rPr sz="1600" spc="-10" dirty="0">
                <a:latin typeface="Calibri"/>
                <a:cs typeface="Calibri"/>
              </a:rPr>
              <a:t> </a:t>
            </a:r>
            <a:r>
              <a:rPr sz="1600" dirty="0">
                <a:latin typeface="Calibri"/>
                <a:cs typeface="Calibri"/>
              </a:rPr>
              <a:t>and</a:t>
            </a:r>
            <a:r>
              <a:rPr sz="1600" spc="-40" dirty="0">
                <a:latin typeface="Calibri"/>
                <a:cs typeface="Calibri"/>
              </a:rPr>
              <a:t> </a:t>
            </a:r>
            <a:r>
              <a:rPr sz="1600" dirty="0">
                <a:latin typeface="Calibri"/>
                <a:cs typeface="Calibri"/>
              </a:rPr>
              <a:t>24GB of</a:t>
            </a:r>
            <a:r>
              <a:rPr sz="1600" spc="-20" dirty="0">
                <a:latin typeface="Calibri"/>
                <a:cs typeface="Calibri"/>
              </a:rPr>
              <a:t> </a:t>
            </a:r>
            <a:r>
              <a:rPr sz="1600" dirty="0">
                <a:latin typeface="Calibri"/>
                <a:cs typeface="Calibri"/>
              </a:rPr>
              <a:t>local</a:t>
            </a:r>
            <a:r>
              <a:rPr sz="1600" spc="-35" dirty="0">
                <a:latin typeface="Calibri"/>
                <a:cs typeface="Calibri"/>
              </a:rPr>
              <a:t> </a:t>
            </a:r>
            <a:r>
              <a:rPr sz="1600" spc="-10" dirty="0">
                <a:latin typeface="Calibri"/>
                <a:cs typeface="Calibri"/>
              </a:rPr>
              <a:t>storage</a:t>
            </a:r>
            <a:endParaRPr sz="1600">
              <a:latin typeface="Calibri"/>
              <a:cs typeface="Calibri"/>
            </a:endParaRPr>
          </a:p>
          <a:p>
            <a:pPr marL="378460" indent="-286385">
              <a:lnSpc>
                <a:spcPct val="100000"/>
              </a:lnSpc>
              <a:buFont typeface="Arial MT"/>
              <a:buChar char="•"/>
              <a:tabLst>
                <a:tab pos="378460" algn="l"/>
              </a:tabLst>
            </a:pPr>
            <a:r>
              <a:rPr sz="1600" spc="-10" dirty="0">
                <a:latin typeface="Calibri"/>
                <a:cs typeface="Calibri"/>
              </a:rPr>
              <a:t>requires</a:t>
            </a:r>
            <a:r>
              <a:rPr sz="1600" spc="-35" dirty="0">
                <a:latin typeface="Calibri"/>
                <a:cs typeface="Calibri"/>
              </a:rPr>
              <a:t> </a:t>
            </a:r>
            <a:r>
              <a:rPr sz="1600" dirty="0">
                <a:latin typeface="Calibri"/>
                <a:cs typeface="Calibri"/>
              </a:rPr>
              <a:t>Python,</a:t>
            </a:r>
            <a:r>
              <a:rPr sz="1600" spc="-55" dirty="0">
                <a:latin typeface="Calibri"/>
                <a:cs typeface="Calibri"/>
              </a:rPr>
              <a:t> </a:t>
            </a:r>
            <a:r>
              <a:rPr sz="1600" dirty="0">
                <a:latin typeface="Calibri"/>
                <a:cs typeface="Calibri"/>
              </a:rPr>
              <a:t>Docker</a:t>
            </a:r>
            <a:r>
              <a:rPr sz="1600" spc="-35" dirty="0">
                <a:latin typeface="Calibri"/>
                <a:cs typeface="Calibri"/>
              </a:rPr>
              <a:t> </a:t>
            </a:r>
            <a:r>
              <a:rPr sz="1600" dirty="0">
                <a:latin typeface="Calibri"/>
                <a:cs typeface="Calibri"/>
              </a:rPr>
              <a:t>and</a:t>
            </a:r>
            <a:r>
              <a:rPr sz="1600" spc="-55" dirty="0">
                <a:latin typeface="Calibri"/>
                <a:cs typeface="Calibri"/>
              </a:rPr>
              <a:t> </a:t>
            </a:r>
            <a:r>
              <a:rPr sz="1600" dirty="0">
                <a:latin typeface="Calibri"/>
                <a:cs typeface="Calibri"/>
              </a:rPr>
              <a:t>Docker</a:t>
            </a:r>
            <a:r>
              <a:rPr sz="1600" spc="-30" dirty="0">
                <a:latin typeface="Calibri"/>
                <a:cs typeface="Calibri"/>
              </a:rPr>
              <a:t> </a:t>
            </a:r>
            <a:r>
              <a:rPr sz="1600" dirty="0">
                <a:latin typeface="Calibri"/>
                <a:cs typeface="Calibri"/>
              </a:rPr>
              <a:t>Compose</a:t>
            </a:r>
            <a:r>
              <a:rPr sz="1600" spc="-45" dirty="0">
                <a:latin typeface="Calibri"/>
                <a:cs typeface="Calibri"/>
              </a:rPr>
              <a:t> </a:t>
            </a:r>
            <a:r>
              <a:rPr sz="1600" spc="-20" dirty="0">
                <a:latin typeface="Calibri"/>
                <a:cs typeface="Calibri"/>
              </a:rPr>
              <a:t>pre-</a:t>
            </a:r>
            <a:r>
              <a:rPr sz="1600" spc="-10" dirty="0">
                <a:latin typeface="Calibri"/>
                <a:cs typeface="Calibri"/>
              </a:rPr>
              <a:t>installed</a:t>
            </a:r>
            <a:endParaRPr sz="1600">
              <a:latin typeface="Calibri"/>
              <a:cs typeface="Calibri"/>
            </a:endParaRPr>
          </a:p>
          <a:p>
            <a:pPr marL="378460" indent="-286385">
              <a:lnSpc>
                <a:spcPct val="100000"/>
              </a:lnSpc>
              <a:buFont typeface="Arial MT"/>
              <a:buChar char="•"/>
              <a:tabLst>
                <a:tab pos="378460" algn="l"/>
              </a:tabLst>
            </a:pPr>
            <a:r>
              <a:rPr sz="1600" dirty="0">
                <a:latin typeface="Calibri"/>
                <a:cs typeface="Calibri"/>
              </a:rPr>
              <a:t>HTTP</a:t>
            </a:r>
            <a:r>
              <a:rPr sz="1600" spc="-40" dirty="0">
                <a:latin typeface="Calibri"/>
                <a:cs typeface="Calibri"/>
              </a:rPr>
              <a:t> </a:t>
            </a:r>
            <a:r>
              <a:rPr sz="1600" dirty="0">
                <a:latin typeface="Calibri"/>
                <a:cs typeface="Calibri"/>
              </a:rPr>
              <a:t>and</a:t>
            </a:r>
            <a:r>
              <a:rPr sz="1600" spc="-30" dirty="0">
                <a:latin typeface="Calibri"/>
                <a:cs typeface="Calibri"/>
              </a:rPr>
              <a:t> </a:t>
            </a:r>
            <a:r>
              <a:rPr sz="1600" dirty="0">
                <a:latin typeface="Calibri"/>
                <a:cs typeface="Calibri"/>
              </a:rPr>
              <a:t>MQTT</a:t>
            </a:r>
            <a:r>
              <a:rPr sz="1600" spc="-40" dirty="0">
                <a:latin typeface="Calibri"/>
                <a:cs typeface="Calibri"/>
              </a:rPr>
              <a:t> </a:t>
            </a:r>
            <a:r>
              <a:rPr sz="1600" dirty="0">
                <a:latin typeface="Calibri"/>
                <a:cs typeface="Calibri"/>
              </a:rPr>
              <a:t>ports</a:t>
            </a:r>
            <a:r>
              <a:rPr sz="1600" spc="-10" dirty="0">
                <a:latin typeface="Calibri"/>
                <a:cs typeface="Calibri"/>
              </a:rPr>
              <a:t> </a:t>
            </a:r>
            <a:r>
              <a:rPr sz="1600" dirty="0">
                <a:latin typeface="Calibri"/>
                <a:cs typeface="Calibri"/>
              </a:rPr>
              <a:t>routed</a:t>
            </a:r>
            <a:r>
              <a:rPr sz="1600" spc="-20" dirty="0">
                <a:latin typeface="Calibri"/>
                <a:cs typeface="Calibri"/>
              </a:rPr>
              <a:t> </a:t>
            </a:r>
            <a:r>
              <a:rPr sz="1600" dirty="0">
                <a:latin typeface="Calibri"/>
                <a:cs typeface="Calibri"/>
              </a:rPr>
              <a:t>to</a:t>
            </a:r>
            <a:r>
              <a:rPr sz="1600" spc="-3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publicly</a:t>
            </a:r>
            <a:r>
              <a:rPr sz="1600" spc="-55" dirty="0">
                <a:latin typeface="Calibri"/>
                <a:cs typeface="Calibri"/>
              </a:rPr>
              <a:t> </a:t>
            </a:r>
            <a:r>
              <a:rPr sz="1600" dirty="0">
                <a:latin typeface="Calibri"/>
                <a:cs typeface="Calibri"/>
              </a:rPr>
              <a:t>accessible</a:t>
            </a:r>
            <a:r>
              <a:rPr sz="1600" spc="-30" dirty="0">
                <a:latin typeface="Calibri"/>
                <a:cs typeface="Calibri"/>
              </a:rPr>
              <a:t> </a:t>
            </a:r>
            <a:r>
              <a:rPr sz="1600" spc="-10" dirty="0">
                <a:latin typeface="Calibri"/>
                <a:cs typeface="Calibri"/>
              </a:rPr>
              <a:t>address</a:t>
            </a:r>
            <a:endParaRPr sz="1600">
              <a:latin typeface="Calibri"/>
              <a:cs typeface="Calibri"/>
            </a:endParaRPr>
          </a:p>
          <a:p>
            <a:pPr marL="378460" indent="-286385">
              <a:lnSpc>
                <a:spcPct val="100000"/>
              </a:lnSpc>
              <a:buFont typeface="Arial MT"/>
              <a:buChar char="•"/>
              <a:tabLst>
                <a:tab pos="378460" algn="l"/>
              </a:tabLst>
            </a:pPr>
            <a:r>
              <a:rPr sz="1600" dirty="0">
                <a:latin typeface="Calibri"/>
                <a:cs typeface="Calibri"/>
              </a:rPr>
              <a:t>See</a:t>
            </a:r>
            <a:r>
              <a:rPr sz="1600" spc="-5" dirty="0">
                <a:latin typeface="Calibri"/>
                <a:cs typeface="Calibri"/>
              </a:rPr>
              <a:t> </a:t>
            </a:r>
            <a:r>
              <a:rPr sz="1600" spc="-10" dirty="0">
                <a:latin typeface="Calibri"/>
                <a:cs typeface="Calibri"/>
              </a:rPr>
              <a:t>documentation</a:t>
            </a:r>
            <a:r>
              <a:rPr sz="1600" spc="-20" dirty="0">
                <a:latin typeface="Calibri"/>
                <a:cs typeface="Calibri"/>
              </a:rPr>
              <a:t> </a:t>
            </a:r>
            <a:r>
              <a:rPr sz="1600" dirty="0">
                <a:latin typeface="Calibri"/>
                <a:cs typeface="Calibri"/>
              </a:rPr>
              <a:t>at</a:t>
            </a:r>
            <a:r>
              <a:rPr sz="1600" spc="-10" dirty="0">
                <a:latin typeface="Calibri"/>
                <a:cs typeface="Calibri"/>
              </a:rPr>
              <a:t> </a:t>
            </a:r>
            <a:r>
              <a:rPr sz="1600" u="sng" spc="-10" dirty="0">
                <a:solidFill>
                  <a:srgbClr val="2B83CC"/>
                </a:solidFill>
                <a:uFill>
                  <a:solidFill>
                    <a:srgbClr val="2B83CC"/>
                  </a:solidFill>
                </a:uFill>
                <a:latin typeface="Calibri"/>
                <a:cs typeface="Calibri"/>
                <a:hlinkClick r:id="rId4"/>
              </a:rPr>
              <a:t>https://docs.wis2box.wis.wmo.int</a:t>
            </a:r>
            <a:endParaRPr sz="16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0" y="-5105"/>
            <a:ext cx="12204700" cy="747395"/>
            <a:chOff x="-6350" y="-5105"/>
            <a:chExt cx="12204700" cy="747395"/>
          </a:xfrm>
        </p:grpSpPr>
        <p:sp>
          <p:nvSpPr>
            <p:cNvPr id="3" name="object 3"/>
            <p:cNvSpPr/>
            <p:nvPr/>
          </p:nvSpPr>
          <p:spPr>
            <a:xfrm>
              <a:off x="3175" y="-62"/>
              <a:ext cx="12188825" cy="1905"/>
            </a:xfrm>
            <a:custGeom>
              <a:avLst/>
              <a:gdLst/>
              <a:ahLst/>
              <a:cxnLst/>
              <a:rect l="l" t="t" r="r" b="b"/>
              <a:pathLst>
                <a:path w="12188825" h="1905">
                  <a:moveTo>
                    <a:pt x="0" y="1306"/>
                  </a:moveTo>
                  <a:lnTo>
                    <a:pt x="12188825" y="1306"/>
                  </a:lnTo>
                  <a:lnTo>
                    <a:pt x="12188825" y="0"/>
                  </a:lnTo>
                  <a:lnTo>
                    <a:pt x="0" y="0"/>
                  </a:lnTo>
                  <a:lnTo>
                    <a:pt x="0" y="1306"/>
                  </a:lnTo>
                  <a:close/>
                </a:path>
              </a:pathLst>
            </a:custGeom>
            <a:solidFill>
              <a:srgbClr val="45AB91"/>
            </a:solidFill>
          </p:spPr>
          <p:txBody>
            <a:bodyPr wrap="square" lIns="0" tIns="0" rIns="0" bIns="0" rtlCol="0"/>
            <a:lstStyle/>
            <a:p>
              <a:endParaRPr/>
            </a:p>
          </p:txBody>
        </p:sp>
        <p:sp>
          <p:nvSpPr>
            <p:cNvPr id="4" name="object 4"/>
            <p:cNvSpPr/>
            <p:nvPr/>
          </p:nvSpPr>
          <p:spPr>
            <a:xfrm>
              <a:off x="0" y="1244"/>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endParaRPr/>
            </a:p>
          </p:txBody>
        </p:sp>
        <p:sp>
          <p:nvSpPr>
            <p:cNvPr id="5" name="object 5"/>
            <p:cNvSpPr/>
            <p:nvPr/>
          </p:nvSpPr>
          <p:spPr>
            <a:xfrm>
              <a:off x="0" y="1244"/>
              <a:ext cx="12192000" cy="734695"/>
            </a:xfrm>
            <a:custGeom>
              <a:avLst/>
              <a:gdLst/>
              <a:ahLst/>
              <a:cxnLst/>
              <a:rect l="l" t="t" r="r" b="b"/>
              <a:pathLst>
                <a:path w="12192000" h="734695">
                  <a:moveTo>
                    <a:pt x="0" y="734212"/>
                  </a:moveTo>
                  <a:lnTo>
                    <a:pt x="12192000" y="734212"/>
                  </a:lnTo>
                  <a:lnTo>
                    <a:pt x="12192000" y="0"/>
                  </a:lnTo>
                  <a:lnTo>
                    <a:pt x="0" y="0"/>
                  </a:lnTo>
                </a:path>
              </a:pathLst>
            </a:custGeom>
            <a:ln w="12699">
              <a:solidFill>
                <a:srgbClr val="45AB91"/>
              </a:solidFill>
            </a:ln>
          </p:spPr>
          <p:txBody>
            <a:bodyPr wrap="square" lIns="0" tIns="0" rIns="0" bIns="0" rtlCol="0"/>
            <a:lstStyle/>
            <a:p>
              <a:endParaRPr/>
            </a:p>
          </p:txBody>
        </p:sp>
      </p:grpSp>
      <p:sp>
        <p:nvSpPr>
          <p:cNvPr id="6" name="object 6"/>
          <p:cNvSpPr txBox="1"/>
          <p:nvPr/>
        </p:nvSpPr>
        <p:spPr>
          <a:xfrm>
            <a:off x="11284457" y="6072022"/>
            <a:ext cx="419100" cy="608330"/>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Calibri"/>
                <a:cs typeface="Calibri"/>
              </a:rPr>
              <a:t>24</a:t>
            </a:r>
            <a:endParaRPr sz="1200">
              <a:latin typeface="Calibri"/>
              <a:cs typeface="Calibri"/>
            </a:endParaRPr>
          </a:p>
          <a:p>
            <a:pPr>
              <a:lnSpc>
                <a:spcPct val="100000"/>
              </a:lnSpc>
              <a:spcBef>
                <a:spcPts val="600"/>
              </a:spcBef>
            </a:pPr>
            <a:endParaRPr sz="1200">
              <a:latin typeface="Calibri"/>
              <a:cs typeface="Calibri"/>
            </a:endParaRPr>
          </a:p>
          <a:p>
            <a:pPr marR="5080" algn="r">
              <a:lnSpc>
                <a:spcPct val="100000"/>
              </a:lnSpc>
            </a:pPr>
            <a:r>
              <a:rPr sz="900" spc="-25" dirty="0">
                <a:latin typeface="Calibri"/>
                <a:cs typeface="Calibri"/>
              </a:rPr>
              <a:t>24</a:t>
            </a:r>
            <a:endParaRPr sz="900">
              <a:latin typeface="Calibri"/>
              <a:cs typeface="Calibri"/>
            </a:endParaRPr>
          </a:p>
        </p:txBody>
      </p:sp>
      <p:sp>
        <p:nvSpPr>
          <p:cNvPr id="7" name="object 7"/>
          <p:cNvSpPr txBox="1"/>
          <p:nvPr/>
        </p:nvSpPr>
        <p:spPr>
          <a:xfrm>
            <a:off x="375005" y="1026921"/>
            <a:ext cx="5128895" cy="635635"/>
          </a:xfrm>
          <a:prstGeom prst="rect">
            <a:avLst/>
          </a:prstGeom>
        </p:spPr>
        <p:txBody>
          <a:bodyPr vert="horz" wrap="square" lIns="0" tIns="13335" rIns="0" bIns="0" rtlCol="0">
            <a:spAutoFit/>
          </a:bodyPr>
          <a:lstStyle/>
          <a:p>
            <a:pPr marL="12700" marR="5080">
              <a:lnSpc>
                <a:spcPct val="100000"/>
              </a:lnSpc>
              <a:spcBef>
                <a:spcPts val="105"/>
              </a:spcBef>
            </a:pPr>
            <a:r>
              <a:rPr sz="2000" b="1" dirty="0">
                <a:solidFill>
                  <a:srgbClr val="47525B"/>
                </a:solidFill>
                <a:latin typeface="Calibri"/>
                <a:cs typeface="Calibri"/>
              </a:rPr>
              <a:t>WIS2</a:t>
            </a:r>
            <a:r>
              <a:rPr sz="2000" b="1" spc="-20" dirty="0">
                <a:solidFill>
                  <a:srgbClr val="47525B"/>
                </a:solidFill>
                <a:latin typeface="Calibri"/>
                <a:cs typeface="Calibri"/>
              </a:rPr>
              <a:t> </a:t>
            </a:r>
            <a:r>
              <a:rPr sz="2000" b="1" dirty="0">
                <a:solidFill>
                  <a:srgbClr val="47525B"/>
                </a:solidFill>
                <a:latin typeface="Calibri"/>
                <a:cs typeface="Calibri"/>
              </a:rPr>
              <a:t>in</a:t>
            </a:r>
            <a:r>
              <a:rPr sz="2000" b="1" spc="-25" dirty="0">
                <a:solidFill>
                  <a:srgbClr val="47525B"/>
                </a:solidFill>
                <a:latin typeface="Calibri"/>
                <a:cs typeface="Calibri"/>
              </a:rPr>
              <a:t> </a:t>
            </a:r>
            <a:r>
              <a:rPr sz="2000" b="1" dirty="0">
                <a:solidFill>
                  <a:srgbClr val="47525B"/>
                </a:solidFill>
                <a:latin typeface="Calibri"/>
                <a:cs typeface="Calibri"/>
              </a:rPr>
              <a:t>a</a:t>
            </a:r>
            <a:r>
              <a:rPr sz="2000" b="1" spc="-30" dirty="0">
                <a:solidFill>
                  <a:srgbClr val="47525B"/>
                </a:solidFill>
                <a:latin typeface="Calibri"/>
                <a:cs typeface="Calibri"/>
              </a:rPr>
              <a:t> </a:t>
            </a:r>
            <a:r>
              <a:rPr sz="2000" b="1" dirty="0">
                <a:solidFill>
                  <a:srgbClr val="47525B"/>
                </a:solidFill>
                <a:latin typeface="Calibri"/>
                <a:cs typeface="Calibri"/>
              </a:rPr>
              <a:t>box</a:t>
            </a:r>
            <a:r>
              <a:rPr sz="2000" b="1" spc="-20" dirty="0">
                <a:solidFill>
                  <a:srgbClr val="47525B"/>
                </a:solidFill>
                <a:latin typeface="Calibri"/>
                <a:cs typeface="Calibri"/>
              </a:rPr>
              <a:t> </a:t>
            </a:r>
            <a:r>
              <a:rPr sz="2000" b="1" dirty="0">
                <a:solidFill>
                  <a:srgbClr val="47525B"/>
                </a:solidFill>
                <a:latin typeface="Calibri"/>
                <a:cs typeface="Calibri"/>
              </a:rPr>
              <a:t>is</a:t>
            </a:r>
            <a:r>
              <a:rPr sz="2000" b="1" spc="-30" dirty="0">
                <a:solidFill>
                  <a:srgbClr val="47525B"/>
                </a:solidFill>
                <a:latin typeface="Calibri"/>
                <a:cs typeface="Calibri"/>
              </a:rPr>
              <a:t> </a:t>
            </a:r>
            <a:r>
              <a:rPr sz="2000" b="1" dirty="0">
                <a:solidFill>
                  <a:srgbClr val="47525B"/>
                </a:solidFill>
                <a:latin typeface="Calibri"/>
                <a:cs typeface="Calibri"/>
              </a:rPr>
              <a:t>a</a:t>
            </a:r>
            <a:r>
              <a:rPr sz="2000" b="1" spc="-30" dirty="0">
                <a:solidFill>
                  <a:srgbClr val="47525B"/>
                </a:solidFill>
                <a:latin typeface="Calibri"/>
                <a:cs typeface="Calibri"/>
              </a:rPr>
              <a:t> </a:t>
            </a:r>
            <a:r>
              <a:rPr sz="2000" b="1" spc="-10" dirty="0">
                <a:solidFill>
                  <a:srgbClr val="47525B"/>
                </a:solidFill>
                <a:latin typeface="Calibri"/>
                <a:cs typeface="Calibri"/>
              </a:rPr>
              <a:t>reference</a:t>
            </a:r>
            <a:r>
              <a:rPr sz="2000" b="1" spc="10" dirty="0">
                <a:solidFill>
                  <a:srgbClr val="47525B"/>
                </a:solidFill>
                <a:latin typeface="Calibri"/>
                <a:cs typeface="Calibri"/>
              </a:rPr>
              <a:t> </a:t>
            </a:r>
            <a:r>
              <a:rPr sz="2000" b="1" spc="-10" dirty="0">
                <a:solidFill>
                  <a:srgbClr val="47525B"/>
                </a:solidFill>
                <a:latin typeface="Calibri"/>
                <a:cs typeface="Calibri"/>
              </a:rPr>
              <a:t>implementation</a:t>
            </a:r>
            <a:r>
              <a:rPr sz="2000" b="1" spc="-55" dirty="0">
                <a:solidFill>
                  <a:srgbClr val="47525B"/>
                </a:solidFill>
                <a:latin typeface="Calibri"/>
                <a:cs typeface="Calibri"/>
              </a:rPr>
              <a:t> </a:t>
            </a:r>
            <a:r>
              <a:rPr sz="2000" b="1" dirty="0">
                <a:solidFill>
                  <a:srgbClr val="47525B"/>
                </a:solidFill>
                <a:latin typeface="Calibri"/>
                <a:cs typeface="Calibri"/>
              </a:rPr>
              <a:t>of</a:t>
            </a:r>
            <a:r>
              <a:rPr sz="2000" b="1" spc="-25" dirty="0">
                <a:solidFill>
                  <a:srgbClr val="47525B"/>
                </a:solidFill>
                <a:latin typeface="Calibri"/>
                <a:cs typeface="Calibri"/>
              </a:rPr>
              <a:t> </a:t>
            </a:r>
            <a:r>
              <a:rPr sz="2000" b="1" spc="-50" dirty="0">
                <a:solidFill>
                  <a:srgbClr val="47525B"/>
                </a:solidFill>
                <a:latin typeface="Calibri"/>
                <a:cs typeface="Calibri"/>
              </a:rPr>
              <a:t>a </a:t>
            </a:r>
            <a:r>
              <a:rPr sz="2000" b="1" dirty="0">
                <a:solidFill>
                  <a:srgbClr val="47525B"/>
                </a:solidFill>
                <a:latin typeface="Calibri"/>
                <a:cs typeface="Calibri"/>
              </a:rPr>
              <a:t>WIS2 </a:t>
            </a:r>
            <a:r>
              <a:rPr sz="2000" b="1" spc="-20" dirty="0">
                <a:solidFill>
                  <a:srgbClr val="47525B"/>
                </a:solidFill>
                <a:latin typeface="Calibri"/>
                <a:cs typeface="Calibri"/>
              </a:rPr>
              <a:t>Node</a:t>
            </a:r>
            <a:endParaRPr sz="2000">
              <a:latin typeface="Calibri"/>
              <a:cs typeface="Calibri"/>
            </a:endParaRPr>
          </a:p>
        </p:txBody>
      </p:sp>
      <p:sp>
        <p:nvSpPr>
          <p:cNvPr id="8" name="object 8"/>
          <p:cNvSpPr txBox="1"/>
          <p:nvPr/>
        </p:nvSpPr>
        <p:spPr>
          <a:xfrm>
            <a:off x="832205" y="1637319"/>
            <a:ext cx="835025" cy="727710"/>
          </a:xfrm>
          <a:prstGeom prst="rect">
            <a:avLst/>
          </a:prstGeom>
        </p:spPr>
        <p:txBody>
          <a:bodyPr vert="horz" wrap="square" lIns="0" tIns="89535" rIns="0" bIns="0" rtlCol="0">
            <a:spAutoFit/>
          </a:bodyPr>
          <a:lstStyle/>
          <a:p>
            <a:pPr marL="240665" indent="-227965">
              <a:lnSpc>
                <a:spcPct val="100000"/>
              </a:lnSpc>
              <a:spcBef>
                <a:spcPts val="705"/>
              </a:spcBef>
              <a:buFont typeface="Arial MT"/>
              <a:buChar char="•"/>
              <a:tabLst>
                <a:tab pos="240665" algn="l"/>
              </a:tabLst>
            </a:pPr>
            <a:r>
              <a:rPr sz="1800" b="1" spc="-20" dirty="0">
                <a:solidFill>
                  <a:srgbClr val="47525B"/>
                </a:solidFill>
                <a:latin typeface="Calibri"/>
                <a:cs typeface="Calibri"/>
              </a:rPr>
              <a:t>MQTT</a:t>
            </a:r>
            <a:endParaRPr sz="1800">
              <a:latin typeface="Calibri"/>
              <a:cs typeface="Calibri"/>
            </a:endParaRPr>
          </a:p>
          <a:p>
            <a:pPr marL="240665" indent="-227965">
              <a:lnSpc>
                <a:spcPct val="100000"/>
              </a:lnSpc>
              <a:spcBef>
                <a:spcPts val="600"/>
              </a:spcBef>
              <a:buFont typeface="Arial MT"/>
              <a:buChar char="•"/>
              <a:tabLst>
                <a:tab pos="240665" algn="l"/>
              </a:tabLst>
            </a:pPr>
            <a:r>
              <a:rPr sz="1800" b="1" spc="-20" dirty="0">
                <a:solidFill>
                  <a:srgbClr val="47525B"/>
                </a:solidFill>
                <a:latin typeface="Calibri"/>
                <a:cs typeface="Calibri"/>
              </a:rPr>
              <a:t>HTTP</a:t>
            </a:r>
            <a:endParaRPr sz="1800">
              <a:latin typeface="Calibri"/>
              <a:cs typeface="Calibri"/>
            </a:endParaRPr>
          </a:p>
        </p:txBody>
      </p:sp>
      <p:sp>
        <p:nvSpPr>
          <p:cNvPr id="9" name="object 9"/>
          <p:cNvSpPr txBox="1"/>
          <p:nvPr/>
        </p:nvSpPr>
        <p:spPr>
          <a:xfrm>
            <a:off x="375005" y="2338552"/>
            <a:ext cx="5207000" cy="1092835"/>
          </a:xfrm>
          <a:prstGeom prst="rect">
            <a:avLst/>
          </a:prstGeom>
        </p:spPr>
        <p:txBody>
          <a:bodyPr vert="horz" wrap="square" lIns="0" tIns="88900" rIns="0" bIns="0" rtlCol="0">
            <a:spAutoFit/>
          </a:bodyPr>
          <a:lstStyle/>
          <a:p>
            <a:pPr marL="12700">
              <a:lnSpc>
                <a:spcPct val="100000"/>
              </a:lnSpc>
              <a:spcBef>
                <a:spcPts val="700"/>
              </a:spcBef>
            </a:pPr>
            <a:r>
              <a:rPr sz="2000" b="1" dirty="0">
                <a:solidFill>
                  <a:srgbClr val="47525B"/>
                </a:solidFill>
                <a:latin typeface="Calibri"/>
                <a:cs typeface="Calibri"/>
              </a:rPr>
              <a:t>Software</a:t>
            </a:r>
            <a:r>
              <a:rPr sz="2000" b="1" spc="-55" dirty="0">
                <a:solidFill>
                  <a:srgbClr val="47525B"/>
                </a:solidFill>
                <a:latin typeface="Calibri"/>
                <a:cs typeface="Calibri"/>
              </a:rPr>
              <a:t> </a:t>
            </a:r>
            <a:r>
              <a:rPr sz="2000" dirty="0">
                <a:solidFill>
                  <a:srgbClr val="47525B"/>
                </a:solidFill>
                <a:latin typeface="Calibri"/>
                <a:cs typeface="Calibri"/>
              </a:rPr>
              <a:t>(not</a:t>
            </a:r>
            <a:r>
              <a:rPr sz="2000" spc="-65" dirty="0">
                <a:solidFill>
                  <a:srgbClr val="47525B"/>
                </a:solidFill>
                <a:latin typeface="Calibri"/>
                <a:cs typeface="Calibri"/>
              </a:rPr>
              <a:t> </a:t>
            </a:r>
            <a:r>
              <a:rPr sz="2000" spc="-10" dirty="0">
                <a:solidFill>
                  <a:srgbClr val="47525B"/>
                </a:solidFill>
                <a:latin typeface="Calibri"/>
                <a:cs typeface="Calibri"/>
              </a:rPr>
              <a:t>hardware)</a:t>
            </a:r>
            <a:endParaRPr sz="2000">
              <a:latin typeface="Calibri"/>
              <a:cs typeface="Calibri"/>
            </a:endParaRPr>
          </a:p>
          <a:p>
            <a:pPr marL="12700">
              <a:lnSpc>
                <a:spcPct val="100000"/>
              </a:lnSpc>
              <a:spcBef>
                <a:spcPts val="600"/>
              </a:spcBef>
            </a:pPr>
            <a:r>
              <a:rPr sz="2000" b="1" dirty="0">
                <a:solidFill>
                  <a:srgbClr val="47525B"/>
                </a:solidFill>
                <a:latin typeface="Calibri"/>
                <a:cs typeface="Calibri"/>
              </a:rPr>
              <a:t>Publishing</a:t>
            </a:r>
            <a:r>
              <a:rPr sz="2000" b="1" spc="-50" dirty="0">
                <a:solidFill>
                  <a:srgbClr val="47525B"/>
                </a:solidFill>
                <a:latin typeface="Calibri"/>
                <a:cs typeface="Calibri"/>
              </a:rPr>
              <a:t> </a:t>
            </a:r>
            <a:r>
              <a:rPr sz="2000" b="1" spc="-10" dirty="0">
                <a:solidFill>
                  <a:srgbClr val="47525B"/>
                </a:solidFill>
                <a:latin typeface="Calibri"/>
                <a:cs typeface="Calibri"/>
              </a:rPr>
              <a:t>facility/capability</a:t>
            </a:r>
            <a:r>
              <a:rPr sz="2000" b="1" spc="-55" dirty="0">
                <a:solidFill>
                  <a:srgbClr val="47525B"/>
                </a:solidFill>
                <a:latin typeface="Calibri"/>
                <a:cs typeface="Calibri"/>
              </a:rPr>
              <a:t> </a:t>
            </a:r>
            <a:r>
              <a:rPr sz="2000" dirty="0">
                <a:solidFill>
                  <a:srgbClr val="47525B"/>
                </a:solidFill>
                <a:latin typeface="Calibri"/>
                <a:cs typeface="Calibri"/>
              </a:rPr>
              <a:t>compliant</a:t>
            </a:r>
            <a:r>
              <a:rPr sz="2000" spc="-10" dirty="0">
                <a:solidFill>
                  <a:srgbClr val="47525B"/>
                </a:solidFill>
                <a:latin typeface="Calibri"/>
                <a:cs typeface="Calibri"/>
              </a:rPr>
              <a:t> </a:t>
            </a:r>
            <a:r>
              <a:rPr sz="2000" dirty="0">
                <a:solidFill>
                  <a:srgbClr val="47525B"/>
                </a:solidFill>
                <a:latin typeface="Calibri"/>
                <a:cs typeface="Calibri"/>
              </a:rPr>
              <a:t>to</a:t>
            </a:r>
            <a:r>
              <a:rPr sz="2000" spc="-15" dirty="0">
                <a:solidFill>
                  <a:srgbClr val="47525B"/>
                </a:solidFill>
                <a:latin typeface="Calibri"/>
                <a:cs typeface="Calibri"/>
              </a:rPr>
              <a:t> </a:t>
            </a:r>
            <a:r>
              <a:rPr sz="2000" dirty="0">
                <a:solidFill>
                  <a:srgbClr val="47525B"/>
                </a:solidFill>
                <a:latin typeface="Calibri"/>
                <a:cs typeface="Calibri"/>
              </a:rPr>
              <a:t>WIS</a:t>
            </a:r>
            <a:r>
              <a:rPr sz="2000" spc="-30" dirty="0">
                <a:solidFill>
                  <a:srgbClr val="47525B"/>
                </a:solidFill>
                <a:latin typeface="Calibri"/>
                <a:cs typeface="Calibri"/>
              </a:rPr>
              <a:t> </a:t>
            </a:r>
            <a:r>
              <a:rPr sz="2000" spc="-25" dirty="0">
                <a:solidFill>
                  <a:srgbClr val="47525B"/>
                </a:solidFill>
                <a:latin typeface="Calibri"/>
                <a:cs typeface="Calibri"/>
              </a:rPr>
              <a:t>2.0</a:t>
            </a:r>
            <a:endParaRPr sz="2000">
              <a:latin typeface="Calibri"/>
              <a:cs typeface="Calibri"/>
            </a:endParaRPr>
          </a:p>
          <a:p>
            <a:pPr marL="12700">
              <a:lnSpc>
                <a:spcPct val="100000"/>
              </a:lnSpc>
            </a:pPr>
            <a:r>
              <a:rPr sz="2000" spc="-10" dirty="0">
                <a:solidFill>
                  <a:srgbClr val="47525B"/>
                </a:solidFill>
                <a:latin typeface="Calibri"/>
                <a:cs typeface="Calibri"/>
              </a:rPr>
              <a:t>Architecture</a:t>
            </a:r>
            <a:endParaRPr sz="2000">
              <a:latin typeface="Calibri"/>
              <a:cs typeface="Calibri"/>
            </a:endParaRPr>
          </a:p>
        </p:txBody>
      </p:sp>
      <p:sp>
        <p:nvSpPr>
          <p:cNvPr id="10" name="object 10"/>
          <p:cNvSpPr txBox="1"/>
          <p:nvPr/>
        </p:nvSpPr>
        <p:spPr>
          <a:xfrm>
            <a:off x="832205" y="3406520"/>
            <a:ext cx="4489450" cy="1000760"/>
          </a:xfrm>
          <a:prstGeom prst="rect">
            <a:avLst/>
          </a:prstGeom>
        </p:spPr>
        <p:txBody>
          <a:bodyPr vert="horz" wrap="square" lIns="0" tIns="88900" rIns="0" bIns="0" rtlCol="0">
            <a:spAutoFit/>
          </a:bodyPr>
          <a:lstStyle/>
          <a:p>
            <a:pPr marL="240665" indent="-227965">
              <a:lnSpc>
                <a:spcPct val="100000"/>
              </a:lnSpc>
              <a:spcBef>
                <a:spcPts val="700"/>
              </a:spcBef>
              <a:buFont typeface="Arial MT"/>
              <a:buChar char="•"/>
              <a:tabLst>
                <a:tab pos="240665" algn="l"/>
              </a:tabLst>
            </a:pPr>
            <a:r>
              <a:rPr sz="1800" spc="-10" dirty="0">
                <a:solidFill>
                  <a:srgbClr val="47525B"/>
                </a:solidFill>
                <a:latin typeface="Calibri"/>
                <a:cs typeface="Calibri"/>
              </a:rPr>
              <a:t>Provides</a:t>
            </a:r>
            <a:r>
              <a:rPr sz="1800" spc="-40" dirty="0">
                <a:solidFill>
                  <a:srgbClr val="47525B"/>
                </a:solidFill>
                <a:latin typeface="Calibri"/>
                <a:cs typeface="Calibri"/>
              </a:rPr>
              <a:t> </a:t>
            </a:r>
            <a:r>
              <a:rPr sz="1800" dirty="0">
                <a:solidFill>
                  <a:srgbClr val="47525B"/>
                </a:solidFill>
                <a:latin typeface="Calibri"/>
                <a:cs typeface="Calibri"/>
              </a:rPr>
              <a:t>basic</a:t>
            </a:r>
            <a:r>
              <a:rPr sz="1800" spc="-45" dirty="0">
                <a:solidFill>
                  <a:srgbClr val="47525B"/>
                </a:solidFill>
                <a:latin typeface="Calibri"/>
                <a:cs typeface="Calibri"/>
              </a:rPr>
              <a:t> </a:t>
            </a:r>
            <a:r>
              <a:rPr sz="1800" dirty="0">
                <a:solidFill>
                  <a:srgbClr val="47525B"/>
                </a:solidFill>
                <a:latin typeface="Calibri"/>
                <a:cs typeface="Calibri"/>
              </a:rPr>
              <a:t>data</a:t>
            </a:r>
            <a:r>
              <a:rPr sz="1800" spc="-45" dirty="0">
                <a:solidFill>
                  <a:srgbClr val="47525B"/>
                </a:solidFill>
                <a:latin typeface="Calibri"/>
                <a:cs typeface="Calibri"/>
              </a:rPr>
              <a:t> </a:t>
            </a:r>
            <a:r>
              <a:rPr sz="1800" spc="-10" dirty="0">
                <a:solidFill>
                  <a:srgbClr val="47525B"/>
                </a:solidFill>
                <a:latin typeface="Calibri"/>
                <a:cs typeface="Calibri"/>
              </a:rPr>
              <a:t>transformation</a:t>
            </a:r>
            <a:endParaRPr sz="1800">
              <a:latin typeface="Calibri"/>
              <a:cs typeface="Calibri"/>
            </a:endParaRPr>
          </a:p>
          <a:p>
            <a:pPr marL="241300" marR="5080" indent="-228600">
              <a:lnSpc>
                <a:spcPct val="100000"/>
              </a:lnSpc>
              <a:spcBef>
                <a:spcPts val="600"/>
              </a:spcBef>
              <a:buFont typeface="Arial MT"/>
              <a:buChar char="•"/>
              <a:tabLst>
                <a:tab pos="241300" algn="l"/>
              </a:tabLst>
            </a:pPr>
            <a:r>
              <a:rPr sz="1800" dirty="0">
                <a:solidFill>
                  <a:srgbClr val="47525B"/>
                </a:solidFill>
                <a:latin typeface="Calibri"/>
                <a:cs typeface="Calibri"/>
              </a:rPr>
              <a:t>Can</a:t>
            </a:r>
            <a:r>
              <a:rPr sz="1800" spc="-45" dirty="0">
                <a:solidFill>
                  <a:srgbClr val="47525B"/>
                </a:solidFill>
                <a:latin typeface="Calibri"/>
                <a:cs typeface="Calibri"/>
              </a:rPr>
              <a:t> </a:t>
            </a:r>
            <a:r>
              <a:rPr sz="1800" b="1" spc="-10" dirty="0">
                <a:solidFill>
                  <a:srgbClr val="47525B"/>
                </a:solidFill>
                <a:latin typeface="Calibri"/>
                <a:cs typeface="Calibri"/>
              </a:rPr>
              <a:t>integrate</a:t>
            </a:r>
            <a:r>
              <a:rPr sz="1800" b="1" spc="-85" dirty="0">
                <a:solidFill>
                  <a:srgbClr val="47525B"/>
                </a:solidFill>
                <a:latin typeface="Calibri"/>
                <a:cs typeface="Calibri"/>
              </a:rPr>
              <a:t> </a:t>
            </a:r>
            <a:r>
              <a:rPr sz="1800" dirty="0">
                <a:solidFill>
                  <a:srgbClr val="47525B"/>
                </a:solidFill>
                <a:latin typeface="Calibri"/>
                <a:cs typeface="Calibri"/>
              </a:rPr>
              <a:t>with</a:t>
            </a:r>
            <a:r>
              <a:rPr sz="1800" spc="-45" dirty="0">
                <a:solidFill>
                  <a:srgbClr val="47525B"/>
                </a:solidFill>
                <a:latin typeface="Calibri"/>
                <a:cs typeface="Calibri"/>
              </a:rPr>
              <a:t> </a:t>
            </a:r>
            <a:r>
              <a:rPr sz="1800" dirty="0">
                <a:solidFill>
                  <a:srgbClr val="47525B"/>
                </a:solidFill>
                <a:latin typeface="Calibri"/>
                <a:cs typeface="Calibri"/>
              </a:rPr>
              <a:t>existing</a:t>
            </a:r>
            <a:r>
              <a:rPr sz="1800" spc="-50" dirty="0">
                <a:solidFill>
                  <a:srgbClr val="47525B"/>
                </a:solidFill>
                <a:latin typeface="Calibri"/>
                <a:cs typeface="Calibri"/>
              </a:rPr>
              <a:t> </a:t>
            </a:r>
            <a:r>
              <a:rPr sz="1800" dirty="0">
                <a:solidFill>
                  <a:srgbClr val="47525B"/>
                </a:solidFill>
                <a:latin typeface="Calibri"/>
                <a:cs typeface="Calibri"/>
              </a:rPr>
              <a:t>data</a:t>
            </a:r>
            <a:r>
              <a:rPr sz="1800" spc="-60" dirty="0">
                <a:solidFill>
                  <a:srgbClr val="47525B"/>
                </a:solidFill>
                <a:latin typeface="Calibri"/>
                <a:cs typeface="Calibri"/>
              </a:rPr>
              <a:t> </a:t>
            </a:r>
            <a:r>
              <a:rPr sz="1800" spc="-10" dirty="0">
                <a:solidFill>
                  <a:srgbClr val="47525B"/>
                </a:solidFill>
                <a:latin typeface="Calibri"/>
                <a:cs typeface="Calibri"/>
              </a:rPr>
              <a:t>management systems</a:t>
            </a:r>
            <a:endParaRPr sz="1800">
              <a:latin typeface="Calibri"/>
              <a:cs typeface="Calibri"/>
            </a:endParaRPr>
          </a:p>
        </p:txBody>
      </p:sp>
      <p:sp>
        <p:nvSpPr>
          <p:cNvPr id="11" name="object 11" descr="$PPTXTitle"/>
          <p:cNvSpPr txBox="1">
            <a:spLocks noGrp="1"/>
          </p:cNvSpPr>
          <p:nvPr>
            <p:ph type="title"/>
          </p:nvPr>
        </p:nvSpPr>
        <p:spPr>
          <a:prstGeom prst="rect">
            <a:avLst/>
          </a:prstGeom>
        </p:spPr>
        <p:txBody>
          <a:bodyPr vert="horz" wrap="square" lIns="0" tIns="63297" rIns="0" bIns="0" rtlCol="0">
            <a:spAutoFit/>
          </a:bodyPr>
          <a:lstStyle/>
          <a:p>
            <a:pPr marL="3473450">
              <a:lnSpc>
                <a:spcPct val="100000"/>
              </a:lnSpc>
              <a:spcBef>
                <a:spcPts val="100"/>
              </a:spcBef>
            </a:pPr>
            <a:r>
              <a:rPr dirty="0"/>
              <a:t>WIS2</a:t>
            </a:r>
            <a:r>
              <a:rPr spc="-35" dirty="0"/>
              <a:t> </a:t>
            </a:r>
            <a:r>
              <a:rPr dirty="0"/>
              <a:t>in</a:t>
            </a:r>
            <a:r>
              <a:rPr spc="-30" dirty="0"/>
              <a:t> </a:t>
            </a:r>
            <a:r>
              <a:rPr dirty="0"/>
              <a:t>a</a:t>
            </a:r>
            <a:r>
              <a:rPr spc="-20" dirty="0"/>
              <a:t> </a:t>
            </a:r>
            <a:r>
              <a:rPr dirty="0"/>
              <a:t>box:</a:t>
            </a:r>
            <a:r>
              <a:rPr spc="-35" dirty="0"/>
              <a:t> </a:t>
            </a:r>
            <a:r>
              <a:rPr dirty="0"/>
              <a:t>What</a:t>
            </a:r>
            <a:r>
              <a:rPr spc="-35" dirty="0"/>
              <a:t> </a:t>
            </a:r>
            <a:r>
              <a:rPr dirty="0"/>
              <a:t>is</a:t>
            </a:r>
            <a:r>
              <a:rPr spc="-20" dirty="0"/>
              <a:t> </a:t>
            </a:r>
            <a:r>
              <a:rPr spc="-25" dirty="0"/>
              <a:t>it?</a:t>
            </a:r>
          </a:p>
        </p:txBody>
      </p:sp>
      <p:grpSp>
        <p:nvGrpSpPr>
          <p:cNvPr id="12" name="object 12"/>
          <p:cNvGrpSpPr/>
          <p:nvPr/>
        </p:nvGrpSpPr>
        <p:grpSpPr>
          <a:xfrm>
            <a:off x="6187821" y="3983545"/>
            <a:ext cx="2613025" cy="2018030"/>
            <a:chOff x="6187821" y="3983545"/>
            <a:chExt cx="2613025" cy="2018030"/>
          </a:xfrm>
        </p:grpSpPr>
        <p:pic>
          <p:nvPicPr>
            <p:cNvPr id="13" name="object 13"/>
            <p:cNvPicPr/>
            <p:nvPr/>
          </p:nvPicPr>
          <p:blipFill>
            <a:blip r:embed="rId2" cstate="print"/>
            <a:stretch>
              <a:fillRect/>
            </a:stretch>
          </p:blipFill>
          <p:spPr>
            <a:xfrm>
              <a:off x="6826758" y="3983545"/>
              <a:ext cx="380758" cy="308673"/>
            </a:xfrm>
            <a:prstGeom prst="rect">
              <a:avLst/>
            </a:prstGeom>
          </p:spPr>
        </p:pic>
        <p:sp>
          <p:nvSpPr>
            <p:cNvPr id="14" name="object 14"/>
            <p:cNvSpPr/>
            <p:nvPr/>
          </p:nvSpPr>
          <p:spPr>
            <a:xfrm>
              <a:off x="6194171" y="4366006"/>
              <a:ext cx="2600325" cy="1628775"/>
            </a:xfrm>
            <a:custGeom>
              <a:avLst/>
              <a:gdLst/>
              <a:ahLst/>
              <a:cxnLst/>
              <a:rect l="l" t="t" r="r" b="b"/>
              <a:pathLst>
                <a:path w="2600325" h="1628775">
                  <a:moveTo>
                    <a:pt x="2328799" y="0"/>
                  </a:moveTo>
                  <a:lnTo>
                    <a:pt x="271525" y="0"/>
                  </a:lnTo>
                  <a:lnTo>
                    <a:pt x="222711" y="4373"/>
                  </a:lnTo>
                  <a:lnTo>
                    <a:pt x="176770" y="16982"/>
                  </a:lnTo>
                  <a:lnTo>
                    <a:pt x="134469" y="37060"/>
                  </a:lnTo>
                  <a:lnTo>
                    <a:pt x="96574" y="63839"/>
                  </a:lnTo>
                  <a:lnTo>
                    <a:pt x="63850" y="96552"/>
                  </a:lnTo>
                  <a:lnTo>
                    <a:pt x="37065" y="134431"/>
                  </a:lnTo>
                  <a:lnTo>
                    <a:pt x="16984" y="176711"/>
                  </a:lnTo>
                  <a:lnTo>
                    <a:pt x="4373" y="222622"/>
                  </a:lnTo>
                  <a:lnTo>
                    <a:pt x="0" y="271399"/>
                  </a:lnTo>
                  <a:lnTo>
                    <a:pt x="0" y="1357287"/>
                  </a:lnTo>
                  <a:lnTo>
                    <a:pt x="4373" y="1406082"/>
                  </a:lnTo>
                  <a:lnTo>
                    <a:pt x="16984" y="1452008"/>
                  </a:lnTo>
                  <a:lnTo>
                    <a:pt x="37065" y="1494298"/>
                  </a:lnTo>
                  <a:lnTo>
                    <a:pt x="63850" y="1532186"/>
                  </a:lnTo>
                  <a:lnTo>
                    <a:pt x="96574" y="1564904"/>
                  </a:lnTo>
                  <a:lnTo>
                    <a:pt x="134469" y="1591686"/>
                  </a:lnTo>
                  <a:lnTo>
                    <a:pt x="176770" y="1611766"/>
                  </a:lnTo>
                  <a:lnTo>
                    <a:pt x="222711" y="1624375"/>
                  </a:lnTo>
                  <a:lnTo>
                    <a:pt x="271525" y="1628749"/>
                  </a:lnTo>
                  <a:lnTo>
                    <a:pt x="2328799" y="1628749"/>
                  </a:lnTo>
                  <a:lnTo>
                    <a:pt x="2377613" y="1624375"/>
                  </a:lnTo>
                  <a:lnTo>
                    <a:pt x="2423554" y="1611766"/>
                  </a:lnTo>
                  <a:lnTo>
                    <a:pt x="2465855" y="1591686"/>
                  </a:lnTo>
                  <a:lnTo>
                    <a:pt x="2503750" y="1564904"/>
                  </a:lnTo>
                  <a:lnTo>
                    <a:pt x="2536474" y="1532186"/>
                  </a:lnTo>
                  <a:lnTo>
                    <a:pt x="2563259" y="1494298"/>
                  </a:lnTo>
                  <a:lnTo>
                    <a:pt x="2583340" y="1452008"/>
                  </a:lnTo>
                  <a:lnTo>
                    <a:pt x="2595951" y="1406082"/>
                  </a:lnTo>
                  <a:lnTo>
                    <a:pt x="2600325" y="1357287"/>
                  </a:lnTo>
                  <a:lnTo>
                    <a:pt x="2600325" y="271399"/>
                  </a:lnTo>
                  <a:lnTo>
                    <a:pt x="2595951" y="222622"/>
                  </a:lnTo>
                  <a:lnTo>
                    <a:pt x="2583340" y="176711"/>
                  </a:lnTo>
                  <a:lnTo>
                    <a:pt x="2563259" y="134431"/>
                  </a:lnTo>
                  <a:lnTo>
                    <a:pt x="2536474" y="96552"/>
                  </a:lnTo>
                  <a:lnTo>
                    <a:pt x="2503750" y="63839"/>
                  </a:lnTo>
                  <a:lnTo>
                    <a:pt x="2465855" y="37060"/>
                  </a:lnTo>
                  <a:lnTo>
                    <a:pt x="2423554" y="16982"/>
                  </a:lnTo>
                  <a:lnTo>
                    <a:pt x="2377613" y="4373"/>
                  </a:lnTo>
                  <a:lnTo>
                    <a:pt x="2328799" y="0"/>
                  </a:lnTo>
                  <a:close/>
                </a:path>
              </a:pathLst>
            </a:custGeom>
            <a:solidFill>
              <a:srgbClr val="DBEDF4"/>
            </a:solidFill>
          </p:spPr>
          <p:txBody>
            <a:bodyPr wrap="square" lIns="0" tIns="0" rIns="0" bIns="0" rtlCol="0"/>
            <a:lstStyle/>
            <a:p>
              <a:endParaRPr/>
            </a:p>
          </p:txBody>
        </p:sp>
        <p:sp>
          <p:nvSpPr>
            <p:cNvPr id="15" name="object 15"/>
            <p:cNvSpPr/>
            <p:nvPr/>
          </p:nvSpPr>
          <p:spPr>
            <a:xfrm>
              <a:off x="6194171" y="4366006"/>
              <a:ext cx="2600325" cy="1628775"/>
            </a:xfrm>
            <a:custGeom>
              <a:avLst/>
              <a:gdLst/>
              <a:ahLst/>
              <a:cxnLst/>
              <a:rect l="l" t="t" r="r" b="b"/>
              <a:pathLst>
                <a:path w="2600325" h="1628775">
                  <a:moveTo>
                    <a:pt x="0" y="271399"/>
                  </a:moveTo>
                  <a:lnTo>
                    <a:pt x="4373" y="222622"/>
                  </a:lnTo>
                  <a:lnTo>
                    <a:pt x="16984" y="176711"/>
                  </a:lnTo>
                  <a:lnTo>
                    <a:pt x="37065" y="134431"/>
                  </a:lnTo>
                  <a:lnTo>
                    <a:pt x="63850" y="96552"/>
                  </a:lnTo>
                  <a:lnTo>
                    <a:pt x="96574" y="63839"/>
                  </a:lnTo>
                  <a:lnTo>
                    <a:pt x="134469" y="37060"/>
                  </a:lnTo>
                  <a:lnTo>
                    <a:pt x="176770" y="16982"/>
                  </a:lnTo>
                  <a:lnTo>
                    <a:pt x="222711" y="4373"/>
                  </a:lnTo>
                  <a:lnTo>
                    <a:pt x="271525" y="0"/>
                  </a:lnTo>
                  <a:lnTo>
                    <a:pt x="2328799" y="0"/>
                  </a:lnTo>
                  <a:lnTo>
                    <a:pt x="2377613" y="4373"/>
                  </a:lnTo>
                  <a:lnTo>
                    <a:pt x="2423554" y="16982"/>
                  </a:lnTo>
                  <a:lnTo>
                    <a:pt x="2465855" y="37060"/>
                  </a:lnTo>
                  <a:lnTo>
                    <a:pt x="2503750" y="63839"/>
                  </a:lnTo>
                  <a:lnTo>
                    <a:pt x="2536474" y="96552"/>
                  </a:lnTo>
                  <a:lnTo>
                    <a:pt x="2563259" y="134431"/>
                  </a:lnTo>
                  <a:lnTo>
                    <a:pt x="2583340" y="176711"/>
                  </a:lnTo>
                  <a:lnTo>
                    <a:pt x="2595951" y="222622"/>
                  </a:lnTo>
                  <a:lnTo>
                    <a:pt x="2600325" y="271399"/>
                  </a:lnTo>
                  <a:lnTo>
                    <a:pt x="2600325" y="1357287"/>
                  </a:lnTo>
                  <a:lnTo>
                    <a:pt x="2595951" y="1406082"/>
                  </a:lnTo>
                  <a:lnTo>
                    <a:pt x="2583340" y="1452008"/>
                  </a:lnTo>
                  <a:lnTo>
                    <a:pt x="2563259" y="1494298"/>
                  </a:lnTo>
                  <a:lnTo>
                    <a:pt x="2536474" y="1532186"/>
                  </a:lnTo>
                  <a:lnTo>
                    <a:pt x="2503750" y="1564904"/>
                  </a:lnTo>
                  <a:lnTo>
                    <a:pt x="2465855" y="1591686"/>
                  </a:lnTo>
                  <a:lnTo>
                    <a:pt x="2423554" y="1611766"/>
                  </a:lnTo>
                  <a:lnTo>
                    <a:pt x="2377613" y="1624375"/>
                  </a:lnTo>
                  <a:lnTo>
                    <a:pt x="2328799" y="1628749"/>
                  </a:lnTo>
                  <a:lnTo>
                    <a:pt x="271525" y="1628749"/>
                  </a:lnTo>
                  <a:lnTo>
                    <a:pt x="222711" y="1624375"/>
                  </a:lnTo>
                  <a:lnTo>
                    <a:pt x="176770" y="1611766"/>
                  </a:lnTo>
                  <a:lnTo>
                    <a:pt x="134469" y="1591686"/>
                  </a:lnTo>
                  <a:lnTo>
                    <a:pt x="96574" y="1564904"/>
                  </a:lnTo>
                  <a:lnTo>
                    <a:pt x="63850" y="1532186"/>
                  </a:lnTo>
                  <a:lnTo>
                    <a:pt x="37065" y="1494298"/>
                  </a:lnTo>
                  <a:lnTo>
                    <a:pt x="16984" y="1452008"/>
                  </a:lnTo>
                  <a:lnTo>
                    <a:pt x="4373" y="1406082"/>
                  </a:lnTo>
                  <a:lnTo>
                    <a:pt x="0" y="1357287"/>
                  </a:lnTo>
                  <a:lnTo>
                    <a:pt x="0" y="271399"/>
                  </a:lnTo>
                  <a:close/>
                </a:path>
              </a:pathLst>
            </a:custGeom>
            <a:ln w="12700">
              <a:solidFill>
                <a:srgbClr val="006FC0"/>
              </a:solidFill>
            </a:ln>
          </p:spPr>
          <p:txBody>
            <a:bodyPr wrap="square" lIns="0" tIns="0" rIns="0" bIns="0" rtlCol="0"/>
            <a:lstStyle/>
            <a:p>
              <a:endParaRPr/>
            </a:p>
          </p:txBody>
        </p:sp>
      </p:grpSp>
      <p:sp>
        <p:nvSpPr>
          <p:cNvPr id="16" name="object 16"/>
          <p:cNvSpPr txBox="1"/>
          <p:nvPr/>
        </p:nvSpPr>
        <p:spPr>
          <a:xfrm>
            <a:off x="4769865" y="5018913"/>
            <a:ext cx="108204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WIS2</a:t>
            </a:r>
            <a:r>
              <a:rPr sz="1800" b="1" spc="-40" dirty="0">
                <a:latin typeface="Calibri"/>
                <a:cs typeface="Calibri"/>
              </a:rPr>
              <a:t> </a:t>
            </a:r>
            <a:r>
              <a:rPr sz="1800" b="1" spc="-20" dirty="0">
                <a:latin typeface="Calibri"/>
                <a:cs typeface="Calibri"/>
              </a:rPr>
              <a:t>Node</a:t>
            </a:r>
            <a:endParaRPr sz="1800">
              <a:latin typeface="Calibri"/>
              <a:cs typeface="Calibri"/>
            </a:endParaRPr>
          </a:p>
        </p:txBody>
      </p:sp>
      <p:grpSp>
        <p:nvGrpSpPr>
          <p:cNvPr id="17" name="object 17"/>
          <p:cNvGrpSpPr/>
          <p:nvPr/>
        </p:nvGrpSpPr>
        <p:grpSpPr>
          <a:xfrm>
            <a:off x="5861939" y="4579620"/>
            <a:ext cx="1551940" cy="936625"/>
            <a:chOff x="5861939" y="4579620"/>
            <a:chExt cx="1551940" cy="936625"/>
          </a:xfrm>
        </p:grpSpPr>
        <p:pic>
          <p:nvPicPr>
            <p:cNvPr id="18" name="object 18"/>
            <p:cNvPicPr/>
            <p:nvPr/>
          </p:nvPicPr>
          <p:blipFill>
            <a:blip r:embed="rId3" cstate="print"/>
            <a:stretch>
              <a:fillRect/>
            </a:stretch>
          </p:blipFill>
          <p:spPr>
            <a:xfrm>
              <a:off x="5861939" y="4844669"/>
              <a:ext cx="664362" cy="671449"/>
            </a:xfrm>
            <a:prstGeom prst="rect">
              <a:avLst/>
            </a:prstGeom>
          </p:spPr>
        </p:pic>
        <p:sp>
          <p:nvSpPr>
            <p:cNvPr id="19" name="object 19"/>
            <p:cNvSpPr/>
            <p:nvPr/>
          </p:nvSpPr>
          <p:spPr>
            <a:xfrm>
              <a:off x="6570980" y="4585970"/>
              <a:ext cx="836930" cy="460375"/>
            </a:xfrm>
            <a:custGeom>
              <a:avLst/>
              <a:gdLst/>
              <a:ahLst/>
              <a:cxnLst/>
              <a:rect l="l" t="t" r="r" b="b"/>
              <a:pathLst>
                <a:path w="836929" h="460375">
                  <a:moveTo>
                    <a:pt x="759841" y="0"/>
                  </a:moveTo>
                  <a:lnTo>
                    <a:pt x="76708" y="0"/>
                  </a:lnTo>
                  <a:lnTo>
                    <a:pt x="46880" y="6020"/>
                  </a:lnTo>
                  <a:lnTo>
                    <a:pt x="22494" y="22447"/>
                  </a:lnTo>
                  <a:lnTo>
                    <a:pt x="6038" y="46827"/>
                  </a:lnTo>
                  <a:lnTo>
                    <a:pt x="0" y="76707"/>
                  </a:lnTo>
                  <a:lnTo>
                    <a:pt x="0" y="383412"/>
                  </a:lnTo>
                  <a:lnTo>
                    <a:pt x="6038" y="413293"/>
                  </a:lnTo>
                  <a:lnTo>
                    <a:pt x="22494" y="437673"/>
                  </a:lnTo>
                  <a:lnTo>
                    <a:pt x="46880" y="454100"/>
                  </a:lnTo>
                  <a:lnTo>
                    <a:pt x="76708" y="460120"/>
                  </a:lnTo>
                  <a:lnTo>
                    <a:pt x="759841" y="460120"/>
                  </a:lnTo>
                  <a:lnTo>
                    <a:pt x="789648" y="454100"/>
                  </a:lnTo>
                  <a:lnTo>
                    <a:pt x="813990" y="437673"/>
                  </a:lnTo>
                  <a:lnTo>
                    <a:pt x="830403" y="413293"/>
                  </a:lnTo>
                  <a:lnTo>
                    <a:pt x="836422" y="383412"/>
                  </a:lnTo>
                  <a:lnTo>
                    <a:pt x="836422" y="76707"/>
                  </a:lnTo>
                  <a:lnTo>
                    <a:pt x="830403" y="46827"/>
                  </a:lnTo>
                  <a:lnTo>
                    <a:pt x="813990" y="22447"/>
                  </a:lnTo>
                  <a:lnTo>
                    <a:pt x="789648" y="6020"/>
                  </a:lnTo>
                  <a:lnTo>
                    <a:pt x="759841" y="0"/>
                  </a:lnTo>
                  <a:close/>
                </a:path>
              </a:pathLst>
            </a:custGeom>
            <a:solidFill>
              <a:srgbClr val="94B3D6"/>
            </a:solidFill>
          </p:spPr>
          <p:txBody>
            <a:bodyPr wrap="square" lIns="0" tIns="0" rIns="0" bIns="0" rtlCol="0"/>
            <a:lstStyle/>
            <a:p>
              <a:endParaRPr/>
            </a:p>
          </p:txBody>
        </p:sp>
        <p:sp>
          <p:nvSpPr>
            <p:cNvPr id="20" name="object 20"/>
            <p:cNvSpPr/>
            <p:nvPr/>
          </p:nvSpPr>
          <p:spPr>
            <a:xfrm>
              <a:off x="6570980" y="4585970"/>
              <a:ext cx="836930" cy="460375"/>
            </a:xfrm>
            <a:custGeom>
              <a:avLst/>
              <a:gdLst/>
              <a:ahLst/>
              <a:cxnLst/>
              <a:rect l="l" t="t" r="r" b="b"/>
              <a:pathLst>
                <a:path w="836929" h="460375">
                  <a:moveTo>
                    <a:pt x="0" y="76707"/>
                  </a:moveTo>
                  <a:lnTo>
                    <a:pt x="6038" y="46827"/>
                  </a:lnTo>
                  <a:lnTo>
                    <a:pt x="22494" y="22447"/>
                  </a:lnTo>
                  <a:lnTo>
                    <a:pt x="46880" y="6020"/>
                  </a:lnTo>
                  <a:lnTo>
                    <a:pt x="76708" y="0"/>
                  </a:lnTo>
                  <a:lnTo>
                    <a:pt x="759841" y="0"/>
                  </a:lnTo>
                  <a:lnTo>
                    <a:pt x="789648" y="6020"/>
                  </a:lnTo>
                  <a:lnTo>
                    <a:pt x="813990" y="22447"/>
                  </a:lnTo>
                  <a:lnTo>
                    <a:pt x="830403" y="46827"/>
                  </a:lnTo>
                  <a:lnTo>
                    <a:pt x="836422" y="76707"/>
                  </a:lnTo>
                  <a:lnTo>
                    <a:pt x="836422" y="383412"/>
                  </a:lnTo>
                  <a:lnTo>
                    <a:pt x="830403" y="413293"/>
                  </a:lnTo>
                  <a:lnTo>
                    <a:pt x="813990" y="437673"/>
                  </a:lnTo>
                  <a:lnTo>
                    <a:pt x="789648" y="454100"/>
                  </a:lnTo>
                  <a:lnTo>
                    <a:pt x="759841" y="460120"/>
                  </a:lnTo>
                  <a:lnTo>
                    <a:pt x="76708" y="460120"/>
                  </a:lnTo>
                  <a:lnTo>
                    <a:pt x="46880" y="454100"/>
                  </a:lnTo>
                  <a:lnTo>
                    <a:pt x="22494" y="437673"/>
                  </a:lnTo>
                  <a:lnTo>
                    <a:pt x="6038" y="413293"/>
                  </a:lnTo>
                  <a:lnTo>
                    <a:pt x="0" y="383412"/>
                  </a:lnTo>
                  <a:lnTo>
                    <a:pt x="0" y="76707"/>
                  </a:lnTo>
                  <a:close/>
                </a:path>
              </a:pathLst>
            </a:custGeom>
            <a:ln w="12700">
              <a:solidFill>
                <a:srgbClr val="006FC0"/>
              </a:solidFill>
            </a:ln>
          </p:spPr>
          <p:txBody>
            <a:bodyPr wrap="square" lIns="0" tIns="0" rIns="0" bIns="0" rtlCol="0"/>
            <a:lstStyle/>
            <a:p>
              <a:endParaRPr/>
            </a:p>
          </p:txBody>
        </p:sp>
      </p:grpSp>
      <p:sp>
        <p:nvSpPr>
          <p:cNvPr id="21" name="object 21"/>
          <p:cNvSpPr txBox="1"/>
          <p:nvPr/>
        </p:nvSpPr>
        <p:spPr>
          <a:xfrm>
            <a:off x="6703821" y="4612385"/>
            <a:ext cx="570865" cy="391160"/>
          </a:xfrm>
          <a:prstGeom prst="rect">
            <a:avLst/>
          </a:prstGeom>
        </p:spPr>
        <p:txBody>
          <a:bodyPr vert="horz" wrap="square" lIns="0" tIns="12700" rIns="0" bIns="0" rtlCol="0">
            <a:spAutoFit/>
          </a:bodyPr>
          <a:lstStyle/>
          <a:p>
            <a:pPr marL="82550" marR="5080" indent="-70485">
              <a:lnSpc>
                <a:spcPct val="100000"/>
              </a:lnSpc>
              <a:spcBef>
                <a:spcPts val="100"/>
              </a:spcBef>
            </a:pPr>
            <a:r>
              <a:rPr sz="1200" spc="-10" dirty="0">
                <a:latin typeface="Calibri"/>
                <a:cs typeface="Calibri"/>
              </a:rPr>
              <a:t>Message Broker</a:t>
            </a:r>
            <a:endParaRPr sz="1200">
              <a:latin typeface="Calibri"/>
              <a:cs typeface="Calibri"/>
            </a:endParaRPr>
          </a:p>
        </p:txBody>
      </p:sp>
      <p:grpSp>
        <p:nvGrpSpPr>
          <p:cNvPr id="22" name="object 22"/>
          <p:cNvGrpSpPr/>
          <p:nvPr/>
        </p:nvGrpSpPr>
        <p:grpSpPr>
          <a:xfrm>
            <a:off x="7746365" y="4456429"/>
            <a:ext cx="958850" cy="1083945"/>
            <a:chOff x="7746365" y="4456429"/>
            <a:chExt cx="958850" cy="1083945"/>
          </a:xfrm>
        </p:grpSpPr>
        <p:sp>
          <p:nvSpPr>
            <p:cNvPr id="23" name="object 23"/>
            <p:cNvSpPr/>
            <p:nvPr/>
          </p:nvSpPr>
          <p:spPr>
            <a:xfrm>
              <a:off x="7752715" y="4908422"/>
              <a:ext cx="946150" cy="626110"/>
            </a:xfrm>
            <a:custGeom>
              <a:avLst/>
              <a:gdLst/>
              <a:ahLst/>
              <a:cxnLst/>
              <a:rect l="l" t="t" r="r" b="b"/>
              <a:pathLst>
                <a:path w="946150" h="626110">
                  <a:moveTo>
                    <a:pt x="472820" y="0"/>
                  </a:moveTo>
                  <a:lnTo>
                    <a:pt x="402955" y="1128"/>
                  </a:lnTo>
                  <a:lnTo>
                    <a:pt x="336271" y="4408"/>
                  </a:lnTo>
                  <a:lnTo>
                    <a:pt x="273500" y="9679"/>
                  </a:lnTo>
                  <a:lnTo>
                    <a:pt x="215373" y="16779"/>
                  </a:lnTo>
                  <a:lnTo>
                    <a:pt x="162623" y="25550"/>
                  </a:lnTo>
                  <a:lnTo>
                    <a:pt x="115981" y="35830"/>
                  </a:lnTo>
                  <a:lnTo>
                    <a:pt x="76179" y="47460"/>
                  </a:lnTo>
                  <a:lnTo>
                    <a:pt x="20020" y="74126"/>
                  </a:lnTo>
                  <a:lnTo>
                    <a:pt x="0" y="104266"/>
                  </a:lnTo>
                  <a:lnTo>
                    <a:pt x="0" y="521334"/>
                  </a:lnTo>
                  <a:lnTo>
                    <a:pt x="43948" y="565267"/>
                  </a:lnTo>
                  <a:lnTo>
                    <a:pt x="115981" y="589719"/>
                  </a:lnTo>
                  <a:lnTo>
                    <a:pt x="162623" y="600008"/>
                  </a:lnTo>
                  <a:lnTo>
                    <a:pt x="215373" y="608790"/>
                  </a:lnTo>
                  <a:lnTo>
                    <a:pt x="273500" y="615902"/>
                  </a:lnTo>
                  <a:lnTo>
                    <a:pt x="336271" y="621183"/>
                  </a:lnTo>
                  <a:lnTo>
                    <a:pt x="402955" y="624470"/>
                  </a:lnTo>
                  <a:lnTo>
                    <a:pt x="472820" y="625601"/>
                  </a:lnTo>
                  <a:lnTo>
                    <a:pt x="542686" y="624470"/>
                  </a:lnTo>
                  <a:lnTo>
                    <a:pt x="609370" y="621183"/>
                  </a:lnTo>
                  <a:lnTo>
                    <a:pt x="672141" y="615902"/>
                  </a:lnTo>
                  <a:lnTo>
                    <a:pt x="730268" y="608790"/>
                  </a:lnTo>
                  <a:lnTo>
                    <a:pt x="783018" y="600008"/>
                  </a:lnTo>
                  <a:lnTo>
                    <a:pt x="829660" y="589719"/>
                  </a:lnTo>
                  <a:lnTo>
                    <a:pt x="869462" y="578085"/>
                  </a:lnTo>
                  <a:lnTo>
                    <a:pt x="925621" y="551428"/>
                  </a:lnTo>
                  <a:lnTo>
                    <a:pt x="945641" y="521334"/>
                  </a:lnTo>
                  <a:lnTo>
                    <a:pt x="945641" y="104266"/>
                  </a:lnTo>
                  <a:lnTo>
                    <a:pt x="901693" y="60279"/>
                  </a:lnTo>
                  <a:lnTo>
                    <a:pt x="829660" y="35830"/>
                  </a:lnTo>
                  <a:lnTo>
                    <a:pt x="783018" y="25550"/>
                  </a:lnTo>
                  <a:lnTo>
                    <a:pt x="730268" y="16779"/>
                  </a:lnTo>
                  <a:lnTo>
                    <a:pt x="672141" y="9679"/>
                  </a:lnTo>
                  <a:lnTo>
                    <a:pt x="609370" y="4408"/>
                  </a:lnTo>
                  <a:lnTo>
                    <a:pt x="542686" y="1128"/>
                  </a:lnTo>
                  <a:lnTo>
                    <a:pt x="472820" y="0"/>
                  </a:lnTo>
                  <a:close/>
                </a:path>
              </a:pathLst>
            </a:custGeom>
            <a:solidFill>
              <a:srgbClr val="00AFEF"/>
            </a:solidFill>
          </p:spPr>
          <p:txBody>
            <a:bodyPr wrap="square" lIns="0" tIns="0" rIns="0" bIns="0" rtlCol="0"/>
            <a:lstStyle/>
            <a:p>
              <a:endParaRPr/>
            </a:p>
          </p:txBody>
        </p:sp>
        <p:sp>
          <p:nvSpPr>
            <p:cNvPr id="24" name="object 24"/>
            <p:cNvSpPr/>
            <p:nvPr/>
          </p:nvSpPr>
          <p:spPr>
            <a:xfrm>
              <a:off x="7752715" y="4908422"/>
              <a:ext cx="946150" cy="626110"/>
            </a:xfrm>
            <a:custGeom>
              <a:avLst/>
              <a:gdLst/>
              <a:ahLst/>
              <a:cxnLst/>
              <a:rect l="l" t="t" r="r" b="b"/>
              <a:pathLst>
                <a:path w="946150" h="626110">
                  <a:moveTo>
                    <a:pt x="945641" y="104266"/>
                  </a:moveTo>
                  <a:lnTo>
                    <a:pt x="901693" y="148199"/>
                  </a:lnTo>
                  <a:lnTo>
                    <a:pt x="829660" y="172651"/>
                  </a:lnTo>
                  <a:lnTo>
                    <a:pt x="783018" y="182940"/>
                  </a:lnTo>
                  <a:lnTo>
                    <a:pt x="730268" y="191722"/>
                  </a:lnTo>
                  <a:lnTo>
                    <a:pt x="672141" y="198834"/>
                  </a:lnTo>
                  <a:lnTo>
                    <a:pt x="609370" y="204115"/>
                  </a:lnTo>
                  <a:lnTo>
                    <a:pt x="542686" y="207402"/>
                  </a:lnTo>
                  <a:lnTo>
                    <a:pt x="472820" y="208533"/>
                  </a:lnTo>
                  <a:lnTo>
                    <a:pt x="402955" y="207402"/>
                  </a:lnTo>
                  <a:lnTo>
                    <a:pt x="336271" y="204115"/>
                  </a:lnTo>
                  <a:lnTo>
                    <a:pt x="273500" y="198834"/>
                  </a:lnTo>
                  <a:lnTo>
                    <a:pt x="215373" y="191722"/>
                  </a:lnTo>
                  <a:lnTo>
                    <a:pt x="162623" y="182940"/>
                  </a:lnTo>
                  <a:lnTo>
                    <a:pt x="115981" y="172651"/>
                  </a:lnTo>
                  <a:lnTo>
                    <a:pt x="76179" y="161017"/>
                  </a:lnTo>
                  <a:lnTo>
                    <a:pt x="20020" y="134360"/>
                  </a:lnTo>
                  <a:lnTo>
                    <a:pt x="5127" y="119662"/>
                  </a:lnTo>
                  <a:lnTo>
                    <a:pt x="0" y="104266"/>
                  </a:lnTo>
                </a:path>
                <a:path w="946150" h="626110">
                  <a:moveTo>
                    <a:pt x="0" y="104266"/>
                  </a:moveTo>
                  <a:lnTo>
                    <a:pt x="43948" y="60279"/>
                  </a:lnTo>
                  <a:lnTo>
                    <a:pt x="115981" y="35830"/>
                  </a:lnTo>
                  <a:lnTo>
                    <a:pt x="162623" y="25550"/>
                  </a:lnTo>
                  <a:lnTo>
                    <a:pt x="215373" y="16779"/>
                  </a:lnTo>
                  <a:lnTo>
                    <a:pt x="273500" y="9679"/>
                  </a:lnTo>
                  <a:lnTo>
                    <a:pt x="336271" y="4408"/>
                  </a:lnTo>
                  <a:lnTo>
                    <a:pt x="402955" y="1128"/>
                  </a:lnTo>
                  <a:lnTo>
                    <a:pt x="472820" y="0"/>
                  </a:lnTo>
                  <a:lnTo>
                    <a:pt x="542686" y="1128"/>
                  </a:lnTo>
                  <a:lnTo>
                    <a:pt x="609370" y="4408"/>
                  </a:lnTo>
                  <a:lnTo>
                    <a:pt x="672141" y="9679"/>
                  </a:lnTo>
                  <a:lnTo>
                    <a:pt x="730268" y="16779"/>
                  </a:lnTo>
                  <a:lnTo>
                    <a:pt x="783018" y="25550"/>
                  </a:lnTo>
                  <a:lnTo>
                    <a:pt x="829660" y="35830"/>
                  </a:lnTo>
                  <a:lnTo>
                    <a:pt x="869462" y="47460"/>
                  </a:lnTo>
                  <a:lnTo>
                    <a:pt x="925621" y="74126"/>
                  </a:lnTo>
                  <a:lnTo>
                    <a:pt x="945641" y="104266"/>
                  </a:lnTo>
                  <a:lnTo>
                    <a:pt x="945641" y="521334"/>
                  </a:lnTo>
                  <a:lnTo>
                    <a:pt x="901693" y="565267"/>
                  </a:lnTo>
                  <a:lnTo>
                    <a:pt x="829660" y="589719"/>
                  </a:lnTo>
                  <a:lnTo>
                    <a:pt x="783018" y="600008"/>
                  </a:lnTo>
                  <a:lnTo>
                    <a:pt x="730268" y="608790"/>
                  </a:lnTo>
                  <a:lnTo>
                    <a:pt x="672141" y="615902"/>
                  </a:lnTo>
                  <a:lnTo>
                    <a:pt x="609370" y="621183"/>
                  </a:lnTo>
                  <a:lnTo>
                    <a:pt x="542686" y="624470"/>
                  </a:lnTo>
                  <a:lnTo>
                    <a:pt x="472820" y="625601"/>
                  </a:lnTo>
                  <a:lnTo>
                    <a:pt x="402955" y="624470"/>
                  </a:lnTo>
                  <a:lnTo>
                    <a:pt x="336271" y="621183"/>
                  </a:lnTo>
                  <a:lnTo>
                    <a:pt x="273500" y="615902"/>
                  </a:lnTo>
                  <a:lnTo>
                    <a:pt x="215373" y="608790"/>
                  </a:lnTo>
                  <a:lnTo>
                    <a:pt x="162623" y="600008"/>
                  </a:lnTo>
                  <a:lnTo>
                    <a:pt x="115981" y="589719"/>
                  </a:lnTo>
                  <a:lnTo>
                    <a:pt x="76179" y="578085"/>
                  </a:lnTo>
                  <a:lnTo>
                    <a:pt x="20020" y="551428"/>
                  </a:lnTo>
                  <a:lnTo>
                    <a:pt x="0" y="521334"/>
                  </a:lnTo>
                  <a:lnTo>
                    <a:pt x="0" y="104266"/>
                  </a:lnTo>
                  <a:close/>
                </a:path>
              </a:pathLst>
            </a:custGeom>
            <a:ln w="12700">
              <a:solidFill>
                <a:srgbClr val="006FC0"/>
              </a:solidFill>
            </a:ln>
          </p:spPr>
          <p:txBody>
            <a:bodyPr wrap="square" lIns="0" tIns="0" rIns="0" bIns="0" rtlCol="0"/>
            <a:lstStyle/>
            <a:p>
              <a:endParaRPr/>
            </a:p>
          </p:txBody>
        </p:sp>
        <p:sp>
          <p:nvSpPr>
            <p:cNvPr id="25" name="object 25"/>
            <p:cNvSpPr/>
            <p:nvPr/>
          </p:nvSpPr>
          <p:spPr>
            <a:xfrm>
              <a:off x="7752715" y="4462779"/>
              <a:ext cx="946150" cy="626110"/>
            </a:xfrm>
            <a:custGeom>
              <a:avLst/>
              <a:gdLst/>
              <a:ahLst/>
              <a:cxnLst/>
              <a:rect l="l" t="t" r="r" b="b"/>
              <a:pathLst>
                <a:path w="946150" h="626110">
                  <a:moveTo>
                    <a:pt x="472820" y="0"/>
                  </a:moveTo>
                  <a:lnTo>
                    <a:pt x="402955" y="1128"/>
                  </a:lnTo>
                  <a:lnTo>
                    <a:pt x="336271" y="4408"/>
                  </a:lnTo>
                  <a:lnTo>
                    <a:pt x="273500" y="9679"/>
                  </a:lnTo>
                  <a:lnTo>
                    <a:pt x="215373" y="16779"/>
                  </a:lnTo>
                  <a:lnTo>
                    <a:pt x="162623" y="25550"/>
                  </a:lnTo>
                  <a:lnTo>
                    <a:pt x="115981" y="35830"/>
                  </a:lnTo>
                  <a:lnTo>
                    <a:pt x="76179" y="47460"/>
                  </a:lnTo>
                  <a:lnTo>
                    <a:pt x="20020" y="74126"/>
                  </a:lnTo>
                  <a:lnTo>
                    <a:pt x="0" y="104267"/>
                  </a:lnTo>
                  <a:lnTo>
                    <a:pt x="0" y="521335"/>
                  </a:lnTo>
                  <a:lnTo>
                    <a:pt x="43948" y="565267"/>
                  </a:lnTo>
                  <a:lnTo>
                    <a:pt x="115981" y="589719"/>
                  </a:lnTo>
                  <a:lnTo>
                    <a:pt x="162623" y="600008"/>
                  </a:lnTo>
                  <a:lnTo>
                    <a:pt x="215373" y="608790"/>
                  </a:lnTo>
                  <a:lnTo>
                    <a:pt x="273500" y="615902"/>
                  </a:lnTo>
                  <a:lnTo>
                    <a:pt x="336271" y="621183"/>
                  </a:lnTo>
                  <a:lnTo>
                    <a:pt x="402955" y="624470"/>
                  </a:lnTo>
                  <a:lnTo>
                    <a:pt x="472820" y="625602"/>
                  </a:lnTo>
                  <a:lnTo>
                    <a:pt x="542686" y="624470"/>
                  </a:lnTo>
                  <a:lnTo>
                    <a:pt x="609370" y="621183"/>
                  </a:lnTo>
                  <a:lnTo>
                    <a:pt x="672141" y="615902"/>
                  </a:lnTo>
                  <a:lnTo>
                    <a:pt x="730268" y="608790"/>
                  </a:lnTo>
                  <a:lnTo>
                    <a:pt x="783018" y="600008"/>
                  </a:lnTo>
                  <a:lnTo>
                    <a:pt x="829660" y="589719"/>
                  </a:lnTo>
                  <a:lnTo>
                    <a:pt x="869462" y="578085"/>
                  </a:lnTo>
                  <a:lnTo>
                    <a:pt x="925621" y="551428"/>
                  </a:lnTo>
                  <a:lnTo>
                    <a:pt x="945641" y="521335"/>
                  </a:lnTo>
                  <a:lnTo>
                    <a:pt x="945641" y="104267"/>
                  </a:lnTo>
                  <a:lnTo>
                    <a:pt x="901693" y="60279"/>
                  </a:lnTo>
                  <a:lnTo>
                    <a:pt x="829660" y="35830"/>
                  </a:lnTo>
                  <a:lnTo>
                    <a:pt x="783018" y="25550"/>
                  </a:lnTo>
                  <a:lnTo>
                    <a:pt x="730268" y="16779"/>
                  </a:lnTo>
                  <a:lnTo>
                    <a:pt x="672141" y="9679"/>
                  </a:lnTo>
                  <a:lnTo>
                    <a:pt x="609370" y="4408"/>
                  </a:lnTo>
                  <a:lnTo>
                    <a:pt x="542686" y="1128"/>
                  </a:lnTo>
                  <a:lnTo>
                    <a:pt x="472820" y="0"/>
                  </a:lnTo>
                  <a:close/>
                </a:path>
              </a:pathLst>
            </a:custGeom>
            <a:solidFill>
              <a:srgbClr val="548ED4"/>
            </a:solidFill>
          </p:spPr>
          <p:txBody>
            <a:bodyPr wrap="square" lIns="0" tIns="0" rIns="0" bIns="0" rtlCol="0"/>
            <a:lstStyle/>
            <a:p>
              <a:endParaRPr/>
            </a:p>
          </p:txBody>
        </p:sp>
        <p:sp>
          <p:nvSpPr>
            <p:cNvPr id="26" name="object 26"/>
            <p:cNvSpPr/>
            <p:nvPr/>
          </p:nvSpPr>
          <p:spPr>
            <a:xfrm>
              <a:off x="7752715" y="4462779"/>
              <a:ext cx="946150" cy="626110"/>
            </a:xfrm>
            <a:custGeom>
              <a:avLst/>
              <a:gdLst/>
              <a:ahLst/>
              <a:cxnLst/>
              <a:rect l="l" t="t" r="r" b="b"/>
              <a:pathLst>
                <a:path w="946150" h="626110">
                  <a:moveTo>
                    <a:pt x="945641" y="104267"/>
                  </a:moveTo>
                  <a:lnTo>
                    <a:pt x="901693" y="148199"/>
                  </a:lnTo>
                  <a:lnTo>
                    <a:pt x="829660" y="172651"/>
                  </a:lnTo>
                  <a:lnTo>
                    <a:pt x="783018" y="182940"/>
                  </a:lnTo>
                  <a:lnTo>
                    <a:pt x="730268" y="191722"/>
                  </a:lnTo>
                  <a:lnTo>
                    <a:pt x="672141" y="198834"/>
                  </a:lnTo>
                  <a:lnTo>
                    <a:pt x="609370" y="204115"/>
                  </a:lnTo>
                  <a:lnTo>
                    <a:pt x="542686" y="207402"/>
                  </a:lnTo>
                  <a:lnTo>
                    <a:pt x="472820" y="208534"/>
                  </a:lnTo>
                  <a:lnTo>
                    <a:pt x="402955" y="207402"/>
                  </a:lnTo>
                  <a:lnTo>
                    <a:pt x="336271" y="204115"/>
                  </a:lnTo>
                  <a:lnTo>
                    <a:pt x="273500" y="198834"/>
                  </a:lnTo>
                  <a:lnTo>
                    <a:pt x="215373" y="191722"/>
                  </a:lnTo>
                  <a:lnTo>
                    <a:pt x="162623" y="182940"/>
                  </a:lnTo>
                  <a:lnTo>
                    <a:pt x="115981" y="172651"/>
                  </a:lnTo>
                  <a:lnTo>
                    <a:pt x="76179" y="161017"/>
                  </a:lnTo>
                  <a:lnTo>
                    <a:pt x="20020" y="134360"/>
                  </a:lnTo>
                  <a:lnTo>
                    <a:pt x="5127" y="119662"/>
                  </a:lnTo>
                  <a:lnTo>
                    <a:pt x="0" y="104267"/>
                  </a:lnTo>
                </a:path>
                <a:path w="946150" h="626110">
                  <a:moveTo>
                    <a:pt x="0" y="104267"/>
                  </a:moveTo>
                  <a:lnTo>
                    <a:pt x="43948" y="60279"/>
                  </a:lnTo>
                  <a:lnTo>
                    <a:pt x="115981" y="35830"/>
                  </a:lnTo>
                  <a:lnTo>
                    <a:pt x="162623" y="25550"/>
                  </a:lnTo>
                  <a:lnTo>
                    <a:pt x="215373" y="16779"/>
                  </a:lnTo>
                  <a:lnTo>
                    <a:pt x="273500" y="9679"/>
                  </a:lnTo>
                  <a:lnTo>
                    <a:pt x="336271" y="4408"/>
                  </a:lnTo>
                  <a:lnTo>
                    <a:pt x="402955" y="1128"/>
                  </a:lnTo>
                  <a:lnTo>
                    <a:pt x="472820" y="0"/>
                  </a:lnTo>
                  <a:lnTo>
                    <a:pt x="542686" y="1128"/>
                  </a:lnTo>
                  <a:lnTo>
                    <a:pt x="609370" y="4408"/>
                  </a:lnTo>
                  <a:lnTo>
                    <a:pt x="672141" y="9679"/>
                  </a:lnTo>
                  <a:lnTo>
                    <a:pt x="730268" y="16779"/>
                  </a:lnTo>
                  <a:lnTo>
                    <a:pt x="783018" y="25550"/>
                  </a:lnTo>
                  <a:lnTo>
                    <a:pt x="829660" y="35830"/>
                  </a:lnTo>
                  <a:lnTo>
                    <a:pt x="869462" y="47460"/>
                  </a:lnTo>
                  <a:lnTo>
                    <a:pt x="925621" y="74126"/>
                  </a:lnTo>
                  <a:lnTo>
                    <a:pt x="945641" y="104267"/>
                  </a:lnTo>
                  <a:lnTo>
                    <a:pt x="945641" y="521335"/>
                  </a:lnTo>
                  <a:lnTo>
                    <a:pt x="901693" y="565267"/>
                  </a:lnTo>
                  <a:lnTo>
                    <a:pt x="829660" y="589719"/>
                  </a:lnTo>
                  <a:lnTo>
                    <a:pt x="783018" y="600008"/>
                  </a:lnTo>
                  <a:lnTo>
                    <a:pt x="730268" y="608790"/>
                  </a:lnTo>
                  <a:lnTo>
                    <a:pt x="672141" y="615902"/>
                  </a:lnTo>
                  <a:lnTo>
                    <a:pt x="609370" y="621183"/>
                  </a:lnTo>
                  <a:lnTo>
                    <a:pt x="542686" y="624470"/>
                  </a:lnTo>
                  <a:lnTo>
                    <a:pt x="472820" y="625602"/>
                  </a:lnTo>
                  <a:lnTo>
                    <a:pt x="402955" y="624470"/>
                  </a:lnTo>
                  <a:lnTo>
                    <a:pt x="336271" y="621183"/>
                  </a:lnTo>
                  <a:lnTo>
                    <a:pt x="273500" y="615902"/>
                  </a:lnTo>
                  <a:lnTo>
                    <a:pt x="215373" y="608790"/>
                  </a:lnTo>
                  <a:lnTo>
                    <a:pt x="162623" y="600008"/>
                  </a:lnTo>
                  <a:lnTo>
                    <a:pt x="115981" y="589719"/>
                  </a:lnTo>
                  <a:lnTo>
                    <a:pt x="76179" y="578085"/>
                  </a:lnTo>
                  <a:lnTo>
                    <a:pt x="20020" y="551428"/>
                  </a:lnTo>
                  <a:lnTo>
                    <a:pt x="0" y="521335"/>
                  </a:lnTo>
                  <a:lnTo>
                    <a:pt x="0" y="104267"/>
                  </a:lnTo>
                  <a:close/>
                </a:path>
              </a:pathLst>
            </a:custGeom>
            <a:ln w="12700">
              <a:solidFill>
                <a:srgbClr val="006FC0"/>
              </a:solidFill>
            </a:ln>
          </p:spPr>
          <p:txBody>
            <a:bodyPr wrap="square" lIns="0" tIns="0" rIns="0" bIns="0" rtlCol="0"/>
            <a:lstStyle/>
            <a:p>
              <a:endParaRPr/>
            </a:p>
          </p:txBody>
        </p:sp>
      </p:grpSp>
      <p:sp>
        <p:nvSpPr>
          <p:cNvPr id="27" name="object 27"/>
          <p:cNvSpPr txBox="1"/>
          <p:nvPr/>
        </p:nvSpPr>
        <p:spPr>
          <a:xfrm>
            <a:off x="7857235" y="4697095"/>
            <a:ext cx="739140"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a:cs typeface="Calibri"/>
              </a:rPr>
              <a:t>Core</a:t>
            </a:r>
            <a:r>
              <a:rPr sz="1400" spc="-50" dirty="0">
                <a:latin typeface="Calibri"/>
                <a:cs typeface="Calibri"/>
              </a:rPr>
              <a:t> </a:t>
            </a:r>
            <a:r>
              <a:rPr sz="1400" spc="-20" dirty="0">
                <a:latin typeface="Calibri"/>
                <a:cs typeface="Calibri"/>
              </a:rPr>
              <a:t>Data</a:t>
            </a:r>
            <a:endParaRPr sz="1400">
              <a:latin typeface="Calibri"/>
              <a:cs typeface="Calibri"/>
            </a:endParaRPr>
          </a:p>
        </p:txBody>
      </p:sp>
      <p:sp>
        <p:nvSpPr>
          <p:cNvPr id="28" name="object 28"/>
          <p:cNvSpPr txBox="1"/>
          <p:nvPr/>
        </p:nvSpPr>
        <p:spPr>
          <a:xfrm>
            <a:off x="7740522" y="5195442"/>
            <a:ext cx="96139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a:cs typeface="Calibri"/>
              </a:rPr>
              <a:t>Recommended</a:t>
            </a:r>
            <a:endParaRPr sz="1200">
              <a:latin typeface="Calibri"/>
              <a:cs typeface="Calibri"/>
            </a:endParaRPr>
          </a:p>
        </p:txBody>
      </p:sp>
      <p:grpSp>
        <p:nvGrpSpPr>
          <p:cNvPr id="29" name="object 29"/>
          <p:cNvGrpSpPr/>
          <p:nvPr/>
        </p:nvGrpSpPr>
        <p:grpSpPr>
          <a:xfrm>
            <a:off x="5210683" y="1072641"/>
            <a:ext cx="4047490" cy="2664460"/>
            <a:chOff x="5210683" y="1072641"/>
            <a:chExt cx="4047490" cy="2664460"/>
          </a:xfrm>
        </p:grpSpPr>
        <p:sp>
          <p:nvSpPr>
            <p:cNvPr id="30" name="object 30"/>
            <p:cNvSpPr/>
            <p:nvPr/>
          </p:nvSpPr>
          <p:spPr>
            <a:xfrm>
              <a:off x="5822061" y="1078991"/>
              <a:ext cx="3429635" cy="2651760"/>
            </a:xfrm>
            <a:custGeom>
              <a:avLst/>
              <a:gdLst/>
              <a:ahLst/>
              <a:cxnLst/>
              <a:rect l="l" t="t" r="r" b="b"/>
              <a:pathLst>
                <a:path w="3429634" h="2651760">
                  <a:moveTo>
                    <a:pt x="3172079" y="0"/>
                  </a:moveTo>
                  <a:lnTo>
                    <a:pt x="257175" y="0"/>
                  </a:lnTo>
                  <a:lnTo>
                    <a:pt x="210926" y="4140"/>
                  </a:lnTo>
                  <a:lnTo>
                    <a:pt x="167406" y="16080"/>
                  </a:lnTo>
                  <a:lnTo>
                    <a:pt x="127338" y="35094"/>
                  </a:lnTo>
                  <a:lnTo>
                    <a:pt x="91447" y="60458"/>
                  </a:lnTo>
                  <a:lnTo>
                    <a:pt x="60458" y="91447"/>
                  </a:lnTo>
                  <a:lnTo>
                    <a:pt x="35094" y="127338"/>
                  </a:lnTo>
                  <a:lnTo>
                    <a:pt x="16080" y="167406"/>
                  </a:lnTo>
                  <a:lnTo>
                    <a:pt x="4140" y="210926"/>
                  </a:lnTo>
                  <a:lnTo>
                    <a:pt x="0" y="257175"/>
                  </a:lnTo>
                  <a:lnTo>
                    <a:pt x="0" y="2394458"/>
                  </a:lnTo>
                  <a:lnTo>
                    <a:pt x="4140" y="2440668"/>
                  </a:lnTo>
                  <a:lnTo>
                    <a:pt x="16080" y="2484159"/>
                  </a:lnTo>
                  <a:lnTo>
                    <a:pt x="35094" y="2524204"/>
                  </a:lnTo>
                  <a:lnTo>
                    <a:pt x="60458" y="2560079"/>
                  </a:lnTo>
                  <a:lnTo>
                    <a:pt x="91447" y="2591058"/>
                  </a:lnTo>
                  <a:lnTo>
                    <a:pt x="127338" y="2616416"/>
                  </a:lnTo>
                  <a:lnTo>
                    <a:pt x="167406" y="2635426"/>
                  </a:lnTo>
                  <a:lnTo>
                    <a:pt x="210926" y="2647365"/>
                  </a:lnTo>
                  <a:lnTo>
                    <a:pt x="257175" y="2651506"/>
                  </a:lnTo>
                  <a:lnTo>
                    <a:pt x="3172079" y="2651506"/>
                  </a:lnTo>
                  <a:lnTo>
                    <a:pt x="3218293" y="2647365"/>
                  </a:lnTo>
                  <a:lnTo>
                    <a:pt x="3261796" y="2635426"/>
                  </a:lnTo>
                  <a:lnTo>
                    <a:pt x="3301858" y="2616416"/>
                  </a:lnTo>
                  <a:lnTo>
                    <a:pt x="3337753" y="2591058"/>
                  </a:lnTo>
                  <a:lnTo>
                    <a:pt x="3368753" y="2560079"/>
                  </a:lnTo>
                  <a:lnTo>
                    <a:pt x="3394131" y="2524204"/>
                  </a:lnTo>
                  <a:lnTo>
                    <a:pt x="3413158" y="2484159"/>
                  </a:lnTo>
                  <a:lnTo>
                    <a:pt x="3425108" y="2440668"/>
                  </a:lnTo>
                  <a:lnTo>
                    <a:pt x="3429254" y="2394458"/>
                  </a:lnTo>
                  <a:lnTo>
                    <a:pt x="3429254" y="257175"/>
                  </a:lnTo>
                  <a:lnTo>
                    <a:pt x="3425108" y="210926"/>
                  </a:lnTo>
                  <a:lnTo>
                    <a:pt x="3413158" y="167406"/>
                  </a:lnTo>
                  <a:lnTo>
                    <a:pt x="3394131" y="127338"/>
                  </a:lnTo>
                  <a:lnTo>
                    <a:pt x="3368753" y="91447"/>
                  </a:lnTo>
                  <a:lnTo>
                    <a:pt x="3337753" y="60458"/>
                  </a:lnTo>
                  <a:lnTo>
                    <a:pt x="3301858" y="35094"/>
                  </a:lnTo>
                  <a:lnTo>
                    <a:pt x="3261796" y="16080"/>
                  </a:lnTo>
                  <a:lnTo>
                    <a:pt x="3218293" y="4140"/>
                  </a:lnTo>
                  <a:lnTo>
                    <a:pt x="3172079" y="0"/>
                  </a:lnTo>
                  <a:close/>
                </a:path>
              </a:pathLst>
            </a:custGeom>
            <a:solidFill>
              <a:srgbClr val="DBEDF4"/>
            </a:solidFill>
          </p:spPr>
          <p:txBody>
            <a:bodyPr wrap="square" lIns="0" tIns="0" rIns="0" bIns="0" rtlCol="0"/>
            <a:lstStyle/>
            <a:p>
              <a:endParaRPr/>
            </a:p>
          </p:txBody>
        </p:sp>
        <p:sp>
          <p:nvSpPr>
            <p:cNvPr id="31" name="object 31"/>
            <p:cNvSpPr/>
            <p:nvPr/>
          </p:nvSpPr>
          <p:spPr>
            <a:xfrm>
              <a:off x="5822061" y="1078991"/>
              <a:ext cx="3429635" cy="2651760"/>
            </a:xfrm>
            <a:custGeom>
              <a:avLst/>
              <a:gdLst/>
              <a:ahLst/>
              <a:cxnLst/>
              <a:rect l="l" t="t" r="r" b="b"/>
              <a:pathLst>
                <a:path w="3429634" h="2651760">
                  <a:moveTo>
                    <a:pt x="0" y="257175"/>
                  </a:moveTo>
                  <a:lnTo>
                    <a:pt x="4140" y="210926"/>
                  </a:lnTo>
                  <a:lnTo>
                    <a:pt x="16080" y="167406"/>
                  </a:lnTo>
                  <a:lnTo>
                    <a:pt x="35094" y="127338"/>
                  </a:lnTo>
                  <a:lnTo>
                    <a:pt x="60458" y="91447"/>
                  </a:lnTo>
                  <a:lnTo>
                    <a:pt x="91447" y="60458"/>
                  </a:lnTo>
                  <a:lnTo>
                    <a:pt x="127338" y="35094"/>
                  </a:lnTo>
                  <a:lnTo>
                    <a:pt x="167406" y="16080"/>
                  </a:lnTo>
                  <a:lnTo>
                    <a:pt x="210926" y="4140"/>
                  </a:lnTo>
                  <a:lnTo>
                    <a:pt x="257175" y="0"/>
                  </a:lnTo>
                  <a:lnTo>
                    <a:pt x="3172079" y="0"/>
                  </a:lnTo>
                  <a:lnTo>
                    <a:pt x="3218293" y="4140"/>
                  </a:lnTo>
                  <a:lnTo>
                    <a:pt x="3261796" y="16080"/>
                  </a:lnTo>
                  <a:lnTo>
                    <a:pt x="3301858" y="35094"/>
                  </a:lnTo>
                  <a:lnTo>
                    <a:pt x="3337753" y="60458"/>
                  </a:lnTo>
                  <a:lnTo>
                    <a:pt x="3368753" y="91447"/>
                  </a:lnTo>
                  <a:lnTo>
                    <a:pt x="3394131" y="127338"/>
                  </a:lnTo>
                  <a:lnTo>
                    <a:pt x="3413158" y="167406"/>
                  </a:lnTo>
                  <a:lnTo>
                    <a:pt x="3425108" y="210926"/>
                  </a:lnTo>
                  <a:lnTo>
                    <a:pt x="3429254" y="257175"/>
                  </a:lnTo>
                  <a:lnTo>
                    <a:pt x="3429254" y="2394458"/>
                  </a:lnTo>
                  <a:lnTo>
                    <a:pt x="3425108" y="2440668"/>
                  </a:lnTo>
                  <a:lnTo>
                    <a:pt x="3413158" y="2484159"/>
                  </a:lnTo>
                  <a:lnTo>
                    <a:pt x="3394131" y="2524204"/>
                  </a:lnTo>
                  <a:lnTo>
                    <a:pt x="3368753" y="2560079"/>
                  </a:lnTo>
                  <a:lnTo>
                    <a:pt x="3337753" y="2591058"/>
                  </a:lnTo>
                  <a:lnTo>
                    <a:pt x="3301858" y="2616416"/>
                  </a:lnTo>
                  <a:lnTo>
                    <a:pt x="3261796" y="2635426"/>
                  </a:lnTo>
                  <a:lnTo>
                    <a:pt x="3218293" y="2647365"/>
                  </a:lnTo>
                  <a:lnTo>
                    <a:pt x="3172079" y="2651506"/>
                  </a:lnTo>
                  <a:lnTo>
                    <a:pt x="257175" y="2651506"/>
                  </a:lnTo>
                  <a:lnTo>
                    <a:pt x="210926" y="2647365"/>
                  </a:lnTo>
                  <a:lnTo>
                    <a:pt x="167406" y="2635426"/>
                  </a:lnTo>
                  <a:lnTo>
                    <a:pt x="127338" y="2616416"/>
                  </a:lnTo>
                  <a:lnTo>
                    <a:pt x="91447" y="2591058"/>
                  </a:lnTo>
                  <a:lnTo>
                    <a:pt x="60458" y="2560079"/>
                  </a:lnTo>
                  <a:lnTo>
                    <a:pt x="35094" y="2524204"/>
                  </a:lnTo>
                  <a:lnTo>
                    <a:pt x="16080" y="2484159"/>
                  </a:lnTo>
                  <a:lnTo>
                    <a:pt x="4140" y="2440668"/>
                  </a:lnTo>
                  <a:lnTo>
                    <a:pt x="0" y="2394458"/>
                  </a:lnTo>
                  <a:lnTo>
                    <a:pt x="0" y="257175"/>
                  </a:lnTo>
                  <a:close/>
                </a:path>
              </a:pathLst>
            </a:custGeom>
            <a:ln w="12699">
              <a:solidFill>
                <a:srgbClr val="006FC0"/>
              </a:solidFill>
            </a:ln>
          </p:spPr>
          <p:txBody>
            <a:bodyPr wrap="square" lIns="0" tIns="0" rIns="0" bIns="0" rtlCol="0"/>
            <a:lstStyle/>
            <a:p>
              <a:endParaRPr/>
            </a:p>
          </p:txBody>
        </p:sp>
        <p:pic>
          <p:nvPicPr>
            <p:cNvPr id="32" name="object 32" descr="A picture containing text, balloon, transport, aircraft  Description automatically generated"/>
            <p:cNvPicPr/>
            <p:nvPr/>
          </p:nvPicPr>
          <p:blipFill>
            <a:blip r:embed="rId4" cstate="print"/>
            <a:stretch>
              <a:fillRect/>
            </a:stretch>
          </p:blipFill>
          <p:spPr>
            <a:xfrm>
              <a:off x="5210683" y="1837105"/>
              <a:ext cx="1222692" cy="1135202"/>
            </a:xfrm>
            <a:prstGeom prst="rect">
              <a:avLst/>
            </a:prstGeom>
          </p:spPr>
        </p:pic>
        <p:pic>
          <p:nvPicPr>
            <p:cNvPr id="33" name="object 33"/>
            <p:cNvPicPr/>
            <p:nvPr/>
          </p:nvPicPr>
          <p:blipFill>
            <a:blip r:embed="rId5" cstate="print"/>
            <a:stretch>
              <a:fillRect/>
            </a:stretch>
          </p:blipFill>
          <p:spPr>
            <a:xfrm>
              <a:off x="6547104" y="1929396"/>
              <a:ext cx="1037844" cy="1030211"/>
            </a:xfrm>
            <a:prstGeom prst="rect">
              <a:avLst/>
            </a:prstGeom>
          </p:spPr>
        </p:pic>
        <p:pic>
          <p:nvPicPr>
            <p:cNvPr id="34" name="object 34"/>
            <p:cNvPicPr/>
            <p:nvPr/>
          </p:nvPicPr>
          <p:blipFill>
            <a:blip r:embed="rId6" cstate="print"/>
            <a:stretch>
              <a:fillRect/>
            </a:stretch>
          </p:blipFill>
          <p:spPr>
            <a:xfrm>
              <a:off x="6573012" y="1955228"/>
              <a:ext cx="935837" cy="928687"/>
            </a:xfrm>
            <a:prstGeom prst="rect">
              <a:avLst/>
            </a:prstGeom>
          </p:spPr>
        </p:pic>
      </p:grpSp>
      <p:sp>
        <p:nvSpPr>
          <p:cNvPr id="35" name="object 35"/>
          <p:cNvSpPr txBox="1"/>
          <p:nvPr/>
        </p:nvSpPr>
        <p:spPr>
          <a:xfrm>
            <a:off x="6540500" y="1705482"/>
            <a:ext cx="103759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Calibri"/>
                <a:cs typeface="Calibri"/>
              </a:rPr>
              <a:t>Global</a:t>
            </a:r>
            <a:r>
              <a:rPr sz="1400" b="1" spc="-35" dirty="0">
                <a:latin typeface="Calibri"/>
                <a:cs typeface="Calibri"/>
              </a:rPr>
              <a:t> </a:t>
            </a:r>
            <a:r>
              <a:rPr sz="1400" b="1" spc="-10" dirty="0">
                <a:latin typeface="Calibri"/>
                <a:cs typeface="Calibri"/>
              </a:rPr>
              <a:t>Broker</a:t>
            </a:r>
            <a:endParaRPr sz="1400">
              <a:latin typeface="Calibri"/>
              <a:cs typeface="Calibri"/>
            </a:endParaRPr>
          </a:p>
        </p:txBody>
      </p:sp>
      <p:pic>
        <p:nvPicPr>
          <p:cNvPr id="36" name="object 36"/>
          <p:cNvPicPr/>
          <p:nvPr/>
        </p:nvPicPr>
        <p:blipFill>
          <a:blip r:embed="rId7" cstate="print"/>
          <a:stretch>
            <a:fillRect/>
          </a:stretch>
        </p:blipFill>
        <p:spPr>
          <a:xfrm>
            <a:off x="10972800" y="2581655"/>
            <a:ext cx="697865" cy="897636"/>
          </a:xfrm>
          <a:prstGeom prst="rect">
            <a:avLst/>
          </a:prstGeom>
        </p:spPr>
      </p:pic>
      <p:sp>
        <p:nvSpPr>
          <p:cNvPr id="37" name="object 37"/>
          <p:cNvSpPr txBox="1"/>
          <p:nvPr/>
        </p:nvSpPr>
        <p:spPr>
          <a:xfrm>
            <a:off x="10832972" y="3429127"/>
            <a:ext cx="991235" cy="574040"/>
          </a:xfrm>
          <a:prstGeom prst="rect">
            <a:avLst/>
          </a:prstGeom>
        </p:spPr>
        <p:txBody>
          <a:bodyPr vert="horz" wrap="square" lIns="0" tIns="12700" rIns="0" bIns="0" rtlCol="0">
            <a:spAutoFit/>
          </a:bodyPr>
          <a:lstStyle/>
          <a:p>
            <a:pPr marL="12700" marR="5080" indent="233045">
              <a:lnSpc>
                <a:spcPct val="100000"/>
              </a:lnSpc>
              <a:spcBef>
                <a:spcPts val="100"/>
              </a:spcBef>
            </a:pPr>
            <a:r>
              <a:rPr sz="1800" b="1" spc="-20" dirty="0">
                <a:latin typeface="Calibri"/>
                <a:cs typeface="Calibri"/>
              </a:rPr>
              <a:t>Data </a:t>
            </a:r>
            <a:r>
              <a:rPr sz="1800" b="1" spc="-10" dirty="0">
                <a:latin typeface="Calibri"/>
                <a:cs typeface="Calibri"/>
              </a:rPr>
              <a:t>Consumer</a:t>
            </a:r>
            <a:endParaRPr sz="1800">
              <a:latin typeface="Calibri"/>
              <a:cs typeface="Calibri"/>
            </a:endParaRPr>
          </a:p>
        </p:txBody>
      </p:sp>
      <p:grpSp>
        <p:nvGrpSpPr>
          <p:cNvPr id="38" name="object 38"/>
          <p:cNvGrpSpPr/>
          <p:nvPr/>
        </p:nvGrpSpPr>
        <p:grpSpPr>
          <a:xfrm>
            <a:off x="6809740" y="2433320"/>
            <a:ext cx="4178300" cy="2061210"/>
            <a:chOff x="6809740" y="2433320"/>
            <a:chExt cx="4178300" cy="2061210"/>
          </a:xfrm>
        </p:grpSpPr>
        <p:sp>
          <p:nvSpPr>
            <p:cNvPr id="39" name="object 39"/>
            <p:cNvSpPr/>
            <p:nvPr/>
          </p:nvSpPr>
          <p:spPr>
            <a:xfrm>
              <a:off x="7648575" y="2433320"/>
              <a:ext cx="3339465" cy="480695"/>
            </a:xfrm>
            <a:custGeom>
              <a:avLst/>
              <a:gdLst/>
              <a:ahLst/>
              <a:cxnLst/>
              <a:rect l="l" t="t" r="r" b="b"/>
              <a:pathLst>
                <a:path w="3339465" h="480694">
                  <a:moveTo>
                    <a:pt x="3262454" y="451985"/>
                  </a:moveTo>
                  <a:lnTo>
                    <a:pt x="3258693" y="480313"/>
                  </a:lnTo>
                  <a:lnTo>
                    <a:pt x="3336256" y="453643"/>
                  </a:lnTo>
                  <a:lnTo>
                    <a:pt x="3274949" y="453643"/>
                  </a:lnTo>
                  <a:lnTo>
                    <a:pt x="3262454" y="451985"/>
                  </a:lnTo>
                  <a:close/>
                </a:path>
                <a:path w="3339465" h="480694">
                  <a:moveTo>
                    <a:pt x="3264967" y="433058"/>
                  </a:moveTo>
                  <a:lnTo>
                    <a:pt x="3262454" y="451985"/>
                  </a:lnTo>
                  <a:lnTo>
                    <a:pt x="3274949" y="453643"/>
                  </a:lnTo>
                  <a:lnTo>
                    <a:pt x="3277489" y="434720"/>
                  </a:lnTo>
                  <a:lnTo>
                    <a:pt x="3264967" y="433058"/>
                  </a:lnTo>
                  <a:close/>
                </a:path>
                <a:path w="3339465" h="480694">
                  <a:moveTo>
                    <a:pt x="3268726" y="404749"/>
                  </a:moveTo>
                  <a:lnTo>
                    <a:pt x="3264967" y="433058"/>
                  </a:lnTo>
                  <a:lnTo>
                    <a:pt x="3277489" y="434720"/>
                  </a:lnTo>
                  <a:lnTo>
                    <a:pt x="3274949" y="453643"/>
                  </a:lnTo>
                  <a:lnTo>
                    <a:pt x="3336256" y="453643"/>
                  </a:lnTo>
                  <a:lnTo>
                    <a:pt x="3339210" y="452627"/>
                  </a:lnTo>
                  <a:lnTo>
                    <a:pt x="3268726" y="404749"/>
                  </a:lnTo>
                  <a:close/>
                </a:path>
                <a:path w="3339465" h="480694">
                  <a:moveTo>
                    <a:pt x="2540" y="0"/>
                  </a:moveTo>
                  <a:lnTo>
                    <a:pt x="0" y="18922"/>
                  </a:lnTo>
                  <a:lnTo>
                    <a:pt x="3262454" y="451985"/>
                  </a:lnTo>
                  <a:lnTo>
                    <a:pt x="3264967" y="433058"/>
                  </a:lnTo>
                  <a:lnTo>
                    <a:pt x="2540" y="0"/>
                  </a:lnTo>
                  <a:close/>
                </a:path>
              </a:pathLst>
            </a:custGeom>
            <a:solidFill>
              <a:srgbClr val="006FC0"/>
            </a:solidFill>
          </p:spPr>
          <p:txBody>
            <a:bodyPr wrap="square" lIns="0" tIns="0" rIns="0" bIns="0" rtlCol="0"/>
            <a:lstStyle/>
            <a:p>
              <a:endParaRPr/>
            </a:p>
          </p:txBody>
        </p:sp>
        <p:pic>
          <p:nvPicPr>
            <p:cNvPr id="40" name="object 40"/>
            <p:cNvPicPr/>
            <p:nvPr/>
          </p:nvPicPr>
          <p:blipFill>
            <a:blip r:embed="rId8" cstate="print"/>
            <a:stretch>
              <a:fillRect/>
            </a:stretch>
          </p:blipFill>
          <p:spPr>
            <a:xfrm>
              <a:off x="9265285" y="2707640"/>
              <a:ext cx="654008" cy="553836"/>
            </a:xfrm>
            <a:prstGeom prst="rect">
              <a:avLst/>
            </a:prstGeom>
          </p:spPr>
        </p:pic>
        <p:pic>
          <p:nvPicPr>
            <p:cNvPr id="41" name="object 41"/>
            <p:cNvPicPr/>
            <p:nvPr/>
          </p:nvPicPr>
          <p:blipFill>
            <a:blip r:embed="rId9" cstate="print"/>
            <a:stretch>
              <a:fillRect/>
            </a:stretch>
          </p:blipFill>
          <p:spPr>
            <a:xfrm>
              <a:off x="9942593" y="2931668"/>
              <a:ext cx="715881" cy="349504"/>
            </a:xfrm>
            <a:prstGeom prst="rect">
              <a:avLst/>
            </a:prstGeom>
          </p:spPr>
        </p:pic>
        <p:pic>
          <p:nvPicPr>
            <p:cNvPr id="42" name="object 42"/>
            <p:cNvPicPr/>
            <p:nvPr/>
          </p:nvPicPr>
          <p:blipFill>
            <a:blip r:embed="rId10" cstate="print"/>
            <a:stretch>
              <a:fillRect/>
            </a:stretch>
          </p:blipFill>
          <p:spPr>
            <a:xfrm>
              <a:off x="6809740" y="3898950"/>
              <a:ext cx="393458" cy="433019"/>
            </a:xfrm>
            <a:prstGeom prst="rect">
              <a:avLst/>
            </a:prstGeom>
          </p:spPr>
        </p:pic>
        <p:sp>
          <p:nvSpPr>
            <p:cNvPr id="43" name="object 43"/>
            <p:cNvSpPr/>
            <p:nvPr/>
          </p:nvSpPr>
          <p:spPr>
            <a:xfrm>
              <a:off x="7178167" y="2983357"/>
              <a:ext cx="76200" cy="1511300"/>
            </a:xfrm>
            <a:custGeom>
              <a:avLst/>
              <a:gdLst/>
              <a:ahLst/>
              <a:cxnLst/>
              <a:rect l="l" t="t" r="r" b="b"/>
              <a:pathLst>
                <a:path w="76200" h="1511300">
                  <a:moveTo>
                    <a:pt x="47625" y="63500"/>
                  </a:moveTo>
                  <a:lnTo>
                    <a:pt x="28575" y="63500"/>
                  </a:lnTo>
                  <a:lnTo>
                    <a:pt x="28575" y="1511172"/>
                  </a:lnTo>
                  <a:lnTo>
                    <a:pt x="47625" y="1511172"/>
                  </a:lnTo>
                  <a:lnTo>
                    <a:pt x="47625" y="63500"/>
                  </a:lnTo>
                  <a:close/>
                </a:path>
                <a:path w="76200" h="1511300">
                  <a:moveTo>
                    <a:pt x="38100" y="0"/>
                  </a:moveTo>
                  <a:lnTo>
                    <a:pt x="0" y="76200"/>
                  </a:lnTo>
                  <a:lnTo>
                    <a:pt x="28575" y="76200"/>
                  </a:lnTo>
                  <a:lnTo>
                    <a:pt x="28575" y="63500"/>
                  </a:lnTo>
                  <a:lnTo>
                    <a:pt x="69850" y="63500"/>
                  </a:lnTo>
                  <a:lnTo>
                    <a:pt x="38100" y="0"/>
                  </a:lnTo>
                  <a:close/>
                </a:path>
                <a:path w="76200" h="1511300">
                  <a:moveTo>
                    <a:pt x="69850" y="63500"/>
                  </a:moveTo>
                  <a:lnTo>
                    <a:pt x="47625" y="63500"/>
                  </a:lnTo>
                  <a:lnTo>
                    <a:pt x="47625" y="76200"/>
                  </a:lnTo>
                  <a:lnTo>
                    <a:pt x="76200" y="76200"/>
                  </a:lnTo>
                  <a:lnTo>
                    <a:pt x="69850" y="63500"/>
                  </a:lnTo>
                  <a:close/>
                </a:path>
              </a:pathLst>
            </a:custGeom>
            <a:solidFill>
              <a:srgbClr val="006FC0"/>
            </a:solidFill>
          </p:spPr>
          <p:txBody>
            <a:bodyPr wrap="square" lIns="0" tIns="0" rIns="0" bIns="0" rtlCol="0"/>
            <a:lstStyle/>
            <a:p>
              <a:endParaRPr/>
            </a:p>
          </p:txBody>
        </p:sp>
      </p:grpSp>
      <p:sp>
        <p:nvSpPr>
          <p:cNvPr id="44" name="object 44"/>
          <p:cNvSpPr txBox="1"/>
          <p:nvPr/>
        </p:nvSpPr>
        <p:spPr>
          <a:xfrm>
            <a:off x="6830314" y="3134732"/>
            <a:ext cx="360680" cy="765810"/>
          </a:xfrm>
          <a:prstGeom prst="rect">
            <a:avLst/>
          </a:prstGeom>
        </p:spPr>
        <p:txBody>
          <a:bodyPr vert="vert270" wrap="square" lIns="0" tIns="0" rIns="0" bIns="0" rtlCol="0">
            <a:spAutoFit/>
          </a:bodyPr>
          <a:lstStyle/>
          <a:p>
            <a:pPr marL="12700">
              <a:lnSpc>
                <a:spcPts val="1240"/>
              </a:lnSpc>
            </a:pPr>
            <a:r>
              <a:rPr sz="1200" spc="-10" dirty="0">
                <a:solidFill>
                  <a:srgbClr val="006FC0"/>
                </a:solidFill>
                <a:latin typeface="Calibri"/>
                <a:cs typeface="Calibri"/>
              </a:rPr>
              <a:t>notification</a:t>
            </a:r>
            <a:endParaRPr sz="1200">
              <a:latin typeface="Calibri"/>
              <a:cs typeface="Calibri"/>
            </a:endParaRPr>
          </a:p>
          <a:p>
            <a:pPr marL="15240">
              <a:lnSpc>
                <a:spcPct val="100000"/>
              </a:lnSpc>
            </a:pPr>
            <a:r>
              <a:rPr sz="1200" dirty="0">
                <a:solidFill>
                  <a:srgbClr val="006FC0"/>
                </a:solidFill>
                <a:latin typeface="Calibri"/>
                <a:cs typeface="Calibri"/>
              </a:rPr>
              <a:t>of</a:t>
            </a:r>
            <a:r>
              <a:rPr sz="1200" spc="-15" dirty="0">
                <a:solidFill>
                  <a:srgbClr val="006FC0"/>
                </a:solidFill>
                <a:latin typeface="Calibri"/>
                <a:cs typeface="Calibri"/>
              </a:rPr>
              <a:t> </a:t>
            </a:r>
            <a:r>
              <a:rPr sz="1200" dirty="0">
                <a:solidFill>
                  <a:srgbClr val="006FC0"/>
                </a:solidFill>
                <a:latin typeface="Calibri"/>
                <a:cs typeface="Calibri"/>
              </a:rPr>
              <a:t>new</a:t>
            </a:r>
            <a:r>
              <a:rPr sz="1200" spc="-15" dirty="0">
                <a:solidFill>
                  <a:srgbClr val="006FC0"/>
                </a:solidFill>
                <a:latin typeface="Calibri"/>
                <a:cs typeface="Calibri"/>
              </a:rPr>
              <a:t> </a:t>
            </a:r>
            <a:r>
              <a:rPr sz="1200" spc="-20" dirty="0">
                <a:solidFill>
                  <a:srgbClr val="006FC0"/>
                </a:solidFill>
                <a:latin typeface="Calibri"/>
                <a:cs typeface="Calibri"/>
              </a:rPr>
              <a:t>data</a:t>
            </a:r>
            <a:endParaRPr sz="1200">
              <a:latin typeface="Calibri"/>
              <a:cs typeface="Calibri"/>
            </a:endParaRPr>
          </a:p>
        </p:txBody>
      </p:sp>
      <p:grpSp>
        <p:nvGrpSpPr>
          <p:cNvPr id="45" name="object 45"/>
          <p:cNvGrpSpPr/>
          <p:nvPr/>
        </p:nvGrpSpPr>
        <p:grpSpPr>
          <a:xfrm>
            <a:off x="6740017" y="2039747"/>
            <a:ext cx="4222750" cy="2622550"/>
            <a:chOff x="6740017" y="2039747"/>
            <a:chExt cx="4222750" cy="2622550"/>
          </a:xfrm>
        </p:grpSpPr>
        <p:sp>
          <p:nvSpPr>
            <p:cNvPr id="46" name="object 46"/>
            <p:cNvSpPr/>
            <p:nvPr/>
          </p:nvSpPr>
          <p:spPr>
            <a:xfrm>
              <a:off x="8859266" y="3583050"/>
              <a:ext cx="1912620" cy="913765"/>
            </a:xfrm>
            <a:custGeom>
              <a:avLst/>
              <a:gdLst/>
              <a:ahLst/>
              <a:cxnLst/>
              <a:rect l="l" t="t" r="r" b="b"/>
              <a:pathLst>
                <a:path w="1912620" h="913764">
                  <a:moveTo>
                    <a:pt x="1904110" y="0"/>
                  </a:moveTo>
                  <a:lnTo>
                    <a:pt x="1852549" y="24511"/>
                  </a:lnTo>
                  <a:lnTo>
                    <a:pt x="1860677" y="41656"/>
                  </a:lnTo>
                  <a:lnTo>
                    <a:pt x="1912365" y="17272"/>
                  </a:lnTo>
                  <a:lnTo>
                    <a:pt x="1904110" y="0"/>
                  </a:lnTo>
                  <a:close/>
                </a:path>
                <a:path w="1912620" h="913764">
                  <a:moveTo>
                    <a:pt x="1835277" y="32638"/>
                  </a:moveTo>
                  <a:lnTo>
                    <a:pt x="1783587" y="57023"/>
                  </a:lnTo>
                  <a:lnTo>
                    <a:pt x="1791715" y="74294"/>
                  </a:lnTo>
                  <a:lnTo>
                    <a:pt x="1843404" y="49784"/>
                  </a:lnTo>
                  <a:lnTo>
                    <a:pt x="1835277" y="32638"/>
                  </a:lnTo>
                  <a:close/>
                </a:path>
                <a:path w="1912620" h="913764">
                  <a:moveTo>
                    <a:pt x="1766442" y="65150"/>
                  </a:moveTo>
                  <a:lnTo>
                    <a:pt x="1714753" y="89662"/>
                  </a:lnTo>
                  <a:lnTo>
                    <a:pt x="1722881" y="106806"/>
                  </a:lnTo>
                  <a:lnTo>
                    <a:pt x="1774570" y="82423"/>
                  </a:lnTo>
                  <a:lnTo>
                    <a:pt x="1766442" y="65150"/>
                  </a:lnTo>
                  <a:close/>
                </a:path>
                <a:path w="1912620" h="913764">
                  <a:moveTo>
                    <a:pt x="1697481" y="97790"/>
                  </a:moveTo>
                  <a:lnTo>
                    <a:pt x="1645919" y="122174"/>
                  </a:lnTo>
                  <a:lnTo>
                    <a:pt x="1654048" y="139446"/>
                  </a:lnTo>
                  <a:lnTo>
                    <a:pt x="1705609" y="115062"/>
                  </a:lnTo>
                  <a:lnTo>
                    <a:pt x="1697481" y="97790"/>
                  </a:lnTo>
                  <a:close/>
                </a:path>
                <a:path w="1912620" h="913764">
                  <a:moveTo>
                    <a:pt x="1628648" y="130429"/>
                  </a:moveTo>
                  <a:lnTo>
                    <a:pt x="1576958" y="154812"/>
                  </a:lnTo>
                  <a:lnTo>
                    <a:pt x="1585086" y="172085"/>
                  </a:lnTo>
                  <a:lnTo>
                    <a:pt x="1636776" y="147574"/>
                  </a:lnTo>
                  <a:lnTo>
                    <a:pt x="1628648" y="130429"/>
                  </a:lnTo>
                  <a:close/>
                </a:path>
                <a:path w="1912620" h="913764">
                  <a:moveTo>
                    <a:pt x="1559813" y="162941"/>
                  </a:moveTo>
                  <a:lnTo>
                    <a:pt x="1508125" y="187451"/>
                  </a:lnTo>
                  <a:lnTo>
                    <a:pt x="1516252" y="204597"/>
                  </a:lnTo>
                  <a:lnTo>
                    <a:pt x="1567941" y="180212"/>
                  </a:lnTo>
                  <a:lnTo>
                    <a:pt x="1559813" y="162941"/>
                  </a:lnTo>
                  <a:close/>
                </a:path>
                <a:path w="1912620" h="913764">
                  <a:moveTo>
                    <a:pt x="1490852" y="195580"/>
                  </a:moveTo>
                  <a:lnTo>
                    <a:pt x="1439163" y="219963"/>
                  </a:lnTo>
                  <a:lnTo>
                    <a:pt x="1447418" y="237236"/>
                  </a:lnTo>
                  <a:lnTo>
                    <a:pt x="1498980" y="212725"/>
                  </a:lnTo>
                  <a:lnTo>
                    <a:pt x="1490852" y="195580"/>
                  </a:lnTo>
                  <a:close/>
                </a:path>
                <a:path w="1912620" h="913764">
                  <a:moveTo>
                    <a:pt x="1422018" y="228092"/>
                  </a:moveTo>
                  <a:lnTo>
                    <a:pt x="1370329" y="252603"/>
                  </a:lnTo>
                  <a:lnTo>
                    <a:pt x="1378457" y="269748"/>
                  </a:lnTo>
                  <a:lnTo>
                    <a:pt x="1430147" y="245363"/>
                  </a:lnTo>
                  <a:lnTo>
                    <a:pt x="1422018" y="228092"/>
                  </a:lnTo>
                  <a:close/>
                </a:path>
                <a:path w="1912620" h="913764">
                  <a:moveTo>
                    <a:pt x="1353057" y="260731"/>
                  </a:moveTo>
                  <a:lnTo>
                    <a:pt x="1301495" y="285242"/>
                  </a:lnTo>
                  <a:lnTo>
                    <a:pt x="1309624" y="302387"/>
                  </a:lnTo>
                  <a:lnTo>
                    <a:pt x="1361312" y="278003"/>
                  </a:lnTo>
                  <a:lnTo>
                    <a:pt x="1353057" y="260731"/>
                  </a:lnTo>
                  <a:close/>
                </a:path>
                <a:path w="1912620" h="913764">
                  <a:moveTo>
                    <a:pt x="1284224" y="293369"/>
                  </a:moveTo>
                  <a:lnTo>
                    <a:pt x="1232534" y="317754"/>
                  </a:lnTo>
                  <a:lnTo>
                    <a:pt x="1240789" y="335025"/>
                  </a:lnTo>
                  <a:lnTo>
                    <a:pt x="1292352" y="310515"/>
                  </a:lnTo>
                  <a:lnTo>
                    <a:pt x="1284224" y="293369"/>
                  </a:lnTo>
                  <a:close/>
                </a:path>
                <a:path w="1912620" h="913764">
                  <a:moveTo>
                    <a:pt x="1215389" y="325881"/>
                  </a:moveTo>
                  <a:lnTo>
                    <a:pt x="1163701" y="350393"/>
                  </a:lnTo>
                  <a:lnTo>
                    <a:pt x="1171828" y="367538"/>
                  </a:lnTo>
                  <a:lnTo>
                    <a:pt x="1223517" y="343154"/>
                  </a:lnTo>
                  <a:lnTo>
                    <a:pt x="1215389" y="325881"/>
                  </a:lnTo>
                  <a:close/>
                </a:path>
                <a:path w="1912620" h="913764">
                  <a:moveTo>
                    <a:pt x="1146428" y="358521"/>
                  </a:moveTo>
                  <a:lnTo>
                    <a:pt x="1094866" y="382905"/>
                  </a:lnTo>
                  <a:lnTo>
                    <a:pt x="1102994" y="400176"/>
                  </a:lnTo>
                  <a:lnTo>
                    <a:pt x="1154683" y="375666"/>
                  </a:lnTo>
                  <a:lnTo>
                    <a:pt x="1146428" y="358521"/>
                  </a:lnTo>
                  <a:close/>
                </a:path>
                <a:path w="1912620" h="913764">
                  <a:moveTo>
                    <a:pt x="1077594" y="391032"/>
                  </a:moveTo>
                  <a:lnTo>
                    <a:pt x="1025905" y="415544"/>
                  </a:lnTo>
                  <a:lnTo>
                    <a:pt x="1034033" y="432816"/>
                  </a:lnTo>
                  <a:lnTo>
                    <a:pt x="1085723" y="408305"/>
                  </a:lnTo>
                  <a:lnTo>
                    <a:pt x="1077594" y="391032"/>
                  </a:lnTo>
                  <a:close/>
                </a:path>
                <a:path w="1912620" h="913764">
                  <a:moveTo>
                    <a:pt x="1008760" y="423672"/>
                  </a:moveTo>
                  <a:lnTo>
                    <a:pt x="957072" y="448182"/>
                  </a:lnTo>
                  <a:lnTo>
                    <a:pt x="965200" y="465328"/>
                  </a:lnTo>
                  <a:lnTo>
                    <a:pt x="1016888" y="440944"/>
                  </a:lnTo>
                  <a:lnTo>
                    <a:pt x="1008760" y="423672"/>
                  </a:lnTo>
                  <a:close/>
                </a:path>
                <a:path w="1912620" h="913764">
                  <a:moveTo>
                    <a:pt x="939800" y="456311"/>
                  </a:moveTo>
                  <a:lnTo>
                    <a:pt x="888237" y="480694"/>
                  </a:lnTo>
                  <a:lnTo>
                    <a:pt x="896365" y="497967"/>
                  </a:lnTo>
                  <a:lnTo>
                    <a:pt x="947927" y="473456"/>
                  </a:lnTo>
                  <a:lnTo>
                    <a:pt x="939800" y="456311"/>
                  </a:lnTo>
                  <a:close/>
                </a:path>
                <a:path w="1912620" h="913764">
                  <a:moveTo>
                    <a:pt x="870965" y="488823"/>
                  </a:moveTo>
                  <a:lnTo>
                    <a:pt x="819276" y="513334"/>
                  </a:lnTo>
                  <a:lnTo>
                    <a:pt x="827404" y="530479"/>
                  </a:lnTo>
                  <a:lnTo>
                    <a:pt x="879093" y="506094"/>
                  </a:lnTo>
                  <a:lnTo>
                    <a:pt x="870965" y="488823"/>
                  </a:lnTo>
                  <a:close/>
                </a:path>
                <a:path w="1912620" h="913764">
                  <a:moveTo>
                    <a:pt x="802131" y="521462"/>
                  </a:moveTo>
                  <a:lnTo>
                    <a:pt x="750442" y="545846"/>
                  </a:lnTo>
                  <a:lnTo>
                    <a:pt x="758570" y="563118"/>
                  </a:lnTo>
                  <a:lnTo>
                    <a:pt x="810259" y="538607"/>
                  </a:lnTo>
                  <a:lnTo>
                    <a:pt x="802131" y="521462"/>
                  </a:lnTo>
                  <a:close/>
                </a:path>
                <a:path w="1912620" h="913764">
                  <a:moveTo>
                    <a:pt x="733170" y="553974"/>
                  </a:moveTo>
                  <a:lnTo>
                    <a:pt x="681481" y="578485"/>
                  </a:lnTo>
                  <a:lnTo>
                    <a:pt x="689736" y="595757"/>
                  </a:lnTo>
                  <a:lnTo>
                    <a:pt x="741299" y="571246"/>
                  </a:lnTo>
                  <a:lnTo>
                    <a:pt x="733170" y="553974"/>
                  </a:lnTo>
                  <a:close/>
                </a:path>
                <a:path w="1912620" h="913764">
                  <a:moveTo>
                    <a:pt x="664336" y="586613"/>
                  </a:moveTo>
                  <a:lnTo>
                    <a:pt x="612648" y="611124"/>
                  </a:lnTo>
                  <a:lnTo>
                    <a:pt x="620776" y="628269"/>
                  </a:lnTo>
                  <a:lnTo>
                    <a:pt x="672464" y="603885"/>
                  </a:lnTo>
                  <a:lnTo>
                    <a:pt x="664336" y="586613"/>
                  </a:lnTo>
                  <a:close/>
                </a:path>
                <a:path w="1912620" h="913764">
                  <a:moveTo>
                    <a:pt x="595502" y="619251"/>
                  </a:moveTo>
                  <a:lnTo>
                    <a:pt x="543813" y="643636"/>
                  </a:lnTo>
                  <a:lnTo>
                    <a:pt x="551941" y="660907"/>
                  </a:lnTo>
                  <a:lnTo>
                    <a:pt x="603630" y="636397"/>
                  </a:lnTo>
                  <a:lnTo>
                    <a:pt x="595502" y="619251"/>
                  </a:lnTo>
                  <a:close/>
                </a:path>
                <a:path w="1912620" h="913764">
                  <a:moveTo>
                    <a:pt x="526541" y="651763"/>
                  </a:moveTo>
                  <a:lnTo>
                    <a:pt x="474852" y="676275"/>
                  </a:lnTo>
                  <a:lnTo>
                    <a:pt x="483107" y="693419"/>
                  </a:lnTo>
                  <a:lnTo>
                    <a:pt x="534669" y="669036"/>
                  </a:lnTo>
                  <a:lnTo>
                    <a:pt x="526541" y="651763"/>
                  </a:lnTo>
                  <a:close/>
                </a:path>
                <a:path w="1912620" h="913764">
                  <a:moveTo>
                    <a:pt x="457707" y="684403"/>
                  </a:moveTo>
                  <a:lnTo>
                    <a:pt x="406018" y="708787"/>
                  </a:lnTo>
                  <a:lnTo>
                    <a:pt x="414147" y="726059"/>
                  </a:lnTo>
                  <a:lnTo>
                    <a:pt x="465835" y="701675"/>
                  </a:lnTo>
                  <a:lnTo>
                    <a:pt x="457707" y="684403"/>
                  </a:lnTo>
                  <a:close/>
                </a:path>
                <a:path w="1912620" h="913764">
                  <a:moveTo>
                    <a:pt x="388747" y="717042"/>
                  </a:moveTo>
                  <a:lnTo>
                    <a:pt x="337184" y="741426"/>
                  </a:lnTo>
                  <a:lnTo>
                    <a:pt x="345312" y="758698"/>
                  </a:lnTo>
                  <a:lnTo>
                    <a:pt x="397001" y="734187"/>
                  </a:lnTo>
                  <a:lnTo>
                    <a:pt x="388747" y="717042"/>
                  </a:lnTo>
                  <a:close/>
                </a:path>
                <a:path w="1912620" h="913764">
                  <a:moveTo>
                    <a:pt x="319912" y="749554"/>
                  </a:moveTo>
                  <a:lnTo>
                    <a:pt x="268224" y="774065"/>
                  </a:lnTo>
                  <a:lnTo>
                    <a:pt x="276351" y="791210"/>
                  </a:lnTo>
                  <a:lnTo>
                    <a:pt x="328040" y="766826"/>
                  </a:lnTo>
                  <a:lnTo>
                    <a:pt x="319912" y="749554"/>
                  </a:lnTo>
                  <a:close/>
                </a:path>
                <a:path w="1912620" h="913764">
                  <a:moveTo>
                    <a:pt x="251078" y="782193"/>
                  </a:moveTo>
                  <a:lnTo>
                    <a:pt x="199389" y="806576"/>
                  </a:lnTo>
                  <a:lnTo>
                    <a:pt x="207517" y="823849"/>
                  </a:lnTo>
                  <a:lnTo>
                    <a:pt x="259206" y="799338"/>
                  </a:lnTo>
                  <a:lnTo>
                    <a:pt x="251078" y="782193"/>
                  </a:lnTo>
                  <a:close/>
                </a:path>
                <a:path w="1912620" h="913764">
                  <a:moveTo>
                    <a:pt x="182117" y="814705"/>
                  </a:moveTo>
                  <a:lnTo>
                    <a:pt x="130555" y="839216"/>
                  </a:lnTo>
                  <a:lnTo>
                    <a:pt x="138683" y="856361"/>
                  </a:lnTo>
                  <a:lnTo>
                    <a:pt x="190373" y="831976"/>
                  </a:lnTo>
                  <a:lnTo>
                    <a:pt x="182117" y="814705"/>
                  </a:lnTo>
                  <a:close/>
                </a:path>
                <a:path w="1912620" h="913764">
                  <a:moveTo>
                    <a:pt x="52577" y="844423"/>
                  </a:moveTo>
                  <a:lnTo>
                    <a:pt x="0" y="911479"/>
                  </a:lnTo>
                  <a:lnTo>
                    <a:pt x="85216" y="913257"/>
                  </a:lnTo>
                  <a:lnTo>
                    <a:pt x="73715" y="889000"/>
                  </a:lnTo>
                  <a:lnTo>
                    <a:pt x="69723" y="889000"/>
                  </a:lnTo>
                  <a:lnTo>
                    <a:pt x="61594" y="871728"/>
                  </a:lnTo>
                  <a:lnTo>
                    <a:pt x="64806" y="870212"/>
                  </a:lnTo>
                  <a:lnTo>
                    <a:pt x="52577" y="844423"/>
                  </a:lnTo>
                  <a:close/>
                </a:path>
                <a:path w="1912620" h="913764">
                  <a:moveTo>
                    <a:pt x="64806" y="870212"/>
                  </a:moveTo>
                  <a:lnTo>
                    <a:pt x="61594" y="871728"/>
                  </a:lnTo>
                  <a:lnTo>
                    <a:pt x="69723" y="889000"/>
                  </a:lnTo>
                  <a:lnTo>
                    <a:pt x="72985" y="887461"/>
                  </a:lnTo>
                  <a:lnTo>
                    <a:pt x="64806" y="870212"/>
                  </a:lnTo>
                  <a:close/>
                </a:path>
                <a:path w="1912620" h="913764">
                  <a:moveTo>
                    <a:pt x="72985" y="887461"/>
                  </a:moveTo>
                  <a:lnTo>
                    <a:pt x="69723" y="889000"/>
                  </a:lnTo>
                  <a:lnTo>
                    <a:pt x="73715" y="889000"/>
                  </a:lnTo>
                  <a:lnTo>
                    <a:pt x="72985" y="887461"/>
                  </a:lnTo>
                  <a:close/>
                </a:path>
                <a:path w="1912620" h="913764">
                  <a:moveTo>
                    <a:pt x="113283" y="847344"/>
                  </a:moveTo>
                  <a:lnTo>
                    <a:pt x="64806" y="870212"/>
                  </a:lnTo>
                  <a:lnTo>
                    <a:pt x="72985" y="887461"/>
                  </a:lnTo>
                  <a:lnTo>
                    <a:pt x="121411" y="864616"/>
                  </a:lnTo>
                  <a:lnTo>
                    <a:pt x="113283" y="847344"/>
                  </a:lnTo>
                  <a:close/>
                </a:path>
              </a:pathLst>
            </a:custGeom>
            <a:solidFill>
              <a:srgbClr val="006FC0"/>
            </a:solidFill>
          </p:spPr>
          <p:txBody>
            <a:bodyPr wrap="square" lIns="0" tIns="0" rIns="0" bIns="0" rtlCol="0"/>
            <a:lstStyle/>
            <a:p>
              <a:endParaRPr/>
            </a:p>
          </p:txBody>
        </p:sp>
        <p:pic>
          <p:nvPicPr>
            <p:cNvPr id="47" name="object 47" descr="Shape  Description automatically generated"/>
            <p:cNvPicPr/>
            <p:nvPr/>
          </p:nvPicPr>
          <p:blipFill>
            <a:blip r:embed="rId11" cstate="print"/>
            <a:stretch>
              <a:fillRect/>
            </a:stretch>
          </p:blipFill>
          <p:spPr>
            <a:xfrm>
              <a:off x="8854694" y="4022039"/>
              <a:ext cx="640241" cy="640241"/>
            </a:xfrm>
            <a:prstGeom prst="rect">
              <a:avLst/>
            </a:prstGeom>
          </p:spPr>
        </p:pic>
        <p:pic>
          <p:nvPicPr>
            <p:cNvPr id="48" name="object 48"/>
            <p:cNvPicPr/>
            <p:nvPr/>
          </p:nvPicPr>
          <p:blipFill>
            <a:blip r:embed="rId12" cstate="print"/>
            <a:stretch>
              <a:fillRect/>
            </a:stretch>
          </p:blipFill>
          <p:spPr>
            <a:xfrm>
              <a:off x="9531731" y="4059682"/>
              <a:ext cx="558914" cy="521843"/>
            </a:xfrm>
            <a:prstGeom prst="rect">
              <a:avLst/>
            </a:prstGeom>
          </p:spPr>
        </p:pic>
        <p:pic>
          <p:nvPicPr>
            <p:cNvPr id="49" name="object 49"/>
            <p:cNvPicPr/>
            <p:nvPr/>
          </p:nvPicPr>
          <p:blipFill>
            <a:blip r:embed="rId13" cstate="print"/>
            <a:stretch>
              <a:fillRect/>
            </a:stretch>
          </p:blipFill>
          <p:spPr>
            <a:xfrm>
              <a:off x="9968230" y="3882389"/>
              <a:ext cx="557402" cy="354202"/>
            </a:xfrm>
            <a:prstGeom prst="rect">
              <a:avLst/>
            </a:prstGeom>
          </p:spPr>
        </p:pic>
        <p:sp>
          <p:nvSpPr>
            <p:cNvPr id="50" name="object 50"/>
            <p:cNvSpPr/>
            <p:nvPr/>
          </p:nvSpPr>
          <p:spPr>
            <a:xfrm>
              <a:off x="6740017" y="2264155"/>
              <a:ext cx="4222750" cy="2223135"/>
            </a:xfrm>
            <a:custGeom>
              <a:avLst/>
              <a:gdLst/>
              <a:ahLst/>
              <a:cxnLst/>
              <a:rect l="l" t="t" r="r" b="b"/>
              <a:pathLst>
                <a:path w="4222750" h="2223135">
                  <a:moveTo>
                    <a:pt x="76200" y="2146808"/>
                  </a:moveTo>
                  <a:lnTo>
                    <a:pt x="47625" y="2146808"/>
                  </a:lnTo>
                  <a:lnTo>
                    <a:pt x="47625" y="711962"/>
                  </a:lnTo>
                  <a:lnTo>
                    <a:pt x="28575" y="711962"/>
                  </a:lnTo>
                  <a:lnTo>
                    <a:pt x="28575" y="2146808"/>
                  </a:lnTo>
                  <a:lnTo>
                    <a:pt x="0" y="2146808"/>
                  </a:lnTo>
                  <a:lnTo>
                    <a:pt x="38100" y="2223008"/>
                  </a:lnTo>
                  <a:lnTo>
                    <a:pt x="69850" y="2159508"/>
                  </a:lnTo>
                  <a:lnTo>
                    <a:pt x="76200" y="2146808"/>
                  </a:lnTo>
                  <a:close/>
                </a:path>
                <a:path w="4222750" h="2223135">
                  <a:moveTo>
                    <a:pt x="4222369" y="461518"/>
                  </a:moveTo>
                  <a:lnTo>
                    <a:pt x="959904" y="28333"/>
                  </a:lnTo>
                  <a:lnTo>
                    <a:pt x="960132" y="26670"/>
                  </a:lnTo>
                  <a:lnTo>
                    <a:pt x="963676" y="0"/>
                  </a:lnTo>
                  <a:lnTo>
                    <a:pt x="883158" y="27813"/>
                  </a:lnTo>
                  <a:lnTo>
                    <a:pt x="953643" y="75565"/>
                  </a:lnTo>
                  <a:lnTo>
                    <a:pt x="957389" y="47256"/>
                  </a:lnTo>
                  <a:lnTo>
                    <a:pt x="4219829" y="480314"/>
                  </a:lnTo>
                  <a:lnTo>
                    <a:pt x="4222369" y="461518"/>
                  </a:lnTo>
                  <a:close/>
                </a:path>
              </a:pathLst>
            </a:custGeom>
            <a:solidFill>
              <a:srgbClr val="006FC0"/>
            </a:solidFill>
          </p:spPr>
          <p:txBody>
            <a:bodyPr wrap="square" lIns="0" tIns="0" rIns="0" bIns="0" rtlCol="0"/>
            <a:lstStyle/>
            <a:p>
              <a:endParaRPr/>
            </a:p>
          </p:txBody>
        </p:sp>
        <p:pic>
          <p:nvPicPr>
            <p:cNvPr id="51" name="object 51"/>
            <p:cNvPicPr/>
            <p:nvPr/>
          </p:nvPicPr>
          <p:blipFill>
            <a:blip r:embed="rId14" cstate="print"/>
            <a:stretch>
              <a:fillRect/>
            </a:stretch>
          </p:blipFill>
          <p:spPr>
            <a:xfrm>
              <a:off x="9918065" y="2410205"/>
              <a:ext cx="575527" cy="159385"/>
            </a:xfrm>
            <a:prstGeom prst="rect">
              <a:avLst/>
            </a:prstGeom>
          </p:spPr>
        </p:pic>
        <p:pic>
          <p:nvPicPr>
            <p:cNvPr id="52" name="object 52"/>
            <p:cNvPicPr/>
            <p:nvPr/>
          </p:nvPicPr>
          <p:blipFill>
            <a:blip r:embed="rId15" cstate="print"/>
            <a:stretch>
              <a:fillRect/>
            </a:stretch>
          </p:blipFill>
          <p:spPr>
            <a:xfrm>
              <a:off x="9308846" y="2039747"/>
              <a:ext cx="482848" cy="489179"/>
            </a:xfrm>
            <a:prstGeom prst="rect">
              <a:avLst/>
            </a:prstGeom>
          </p:spPr>
        </p:pic>
      </p:grpSp>
      <p:sp>
        <p:nvSpPr>
          <p:cNvPr id="53" name="object 53"/>
          <p:cNvSpPr txBox="1"/>
          <p:nvPr/>
        </p:nvSpPr>
        <p:spPr>
          <a:xfrm>
            <a:off x="6482588" y="3275651"/>
            <a:ext cx="177800" cy="614680"/>
          </a:xfrm>
          <a:prstGeom prst="rect">
            <a:avLst/>
          </a:prstGeom>
        </p:spPr>
        <p:txBody>
          <a:bodyPr vert="vert270" wrap="square" lIns="0" tIns="0" rIns="0" bIns="0" rtlCol="0">
            <a:spAutoFit/>
          </a:bodyPr>
          <a:lstStyle/>
          <a:p>
            <a:pPr marL="12700">
              <a:lnSpc>
                <a:spcPts val="1240"/>
              </a:lnSpc>
            </a:pPr>
            <a:r>
              <a:rPr sz="1200" spc="-10" dirty="0">
                <a:solidFill>
                  <a:srgbClr val="006FC0"/>
                </a:solidFill>
                <a:latin typeface="Calibri"/>
                <a:cs typeface="Calibri"/>
              </a:rPr>
              <a:t>subscribe</a:t>
            </a:r>
            <a:endParaRPr sz="1200">
              <a:latin typeface="Calibri"/>
              <a:cs typeface="Calibri"/>
            </a:endParaRPr>
          </a:p>
        </p:txBody>
      </p:sp>
      <p:grpSp>
        <p:nvGrpSpPr>
          <p:cNvPr id="54" name="object 54"/>
          <p:cNvGrpSpPr/>
          <p:nvPr/>
        </p:nvGrpSpPr>
        <p:grpSpPr>
          <a:xfrm>
            <a:off x="5732779" y="3880356"/>
            <a:ext cx="3582670" cy="2374265"/>
            <a:chOff x="5732779" y="3880356"/>
            <a:chExt cx="3582670" cy="2374265"/>
          </a:xfrm>
        </p:grpSpPr>
        <p:pic>
          <p:nvPicPr>
            <p:cNvPr id="55" name="object 55"/>
            <p:cNvPicPr/>
            <p:nvPr/>
          </p:nvPicPr>
          <p:blipFill>
            <a:blip r:embed="rId16" cstate="print"/>
            <a:stretch>
              <a:fillRect/>
            </a:stretch>
          </p:blipFill>
          <p:spPr>
            <a:xfrm>
              <a:off x="6296212" y="3880356"/>
              <a:ext cx="432755" cy="455600"/>
            </a:xfrm>
            <a:prstGeom prst="rect">
              <a:avLst/>
            </a:prstGeom>
          </p:spPr>
        </p:pic>
        <p:pic>
          <p:nvPicPr>
            <p:cNvPr id="56" name="object 56"/>
            <p:cNvPicPr/>
            <p:nvPr/>
          </p:nvPicPr>
          <p:blipFill>
            <a:blip r:embed="rId17" cstate="print"/>
            <a:stretch>
              <a:fillRect/>
            </a:stretch>
          </p:blipFill>
          <p:spPr>
            <a:xfrm>
              <a:off x="7099807" y="5180368"/>
              <a:ext cx="541375" cy="788974"/>
            </a:xfrm>
            <a:prstGeom prst="rect">
              <a:avLst/>
            </a:prstGeom>
          </p:spPr>
        </p:pic>
        <p:sp>
          <p:nvSpPr>
            <p:cNvPr id="57" name="object 57"/>
            <p:cNvSpPr/>
            <p:nvPr/>
          </p:nvSpPr>
          <p:spPr>
            <a:xfrm>
              <a:off x="7436103" y="5183631"/>
              <a:ext cx="201930" cy="199390"/>
            </a:xfrm>
            <a:custGeom>
              <a:avLst/>
              <a:gdLst/>
              <a:ahLst/>
              <a:cxnLst/>
              <a:rect l="l" t="t" r="r" b="b"/>
              <a:pathLst>
                <a:path w="201929" h="199389">
                  <a:moveTo>
                    <a:pt x="201802" y="0"/>
                  </a:moveTo>
                  <a:lnTo>
                    <a:pt x="0" y="0"/>
                  </a:lnTo>
                  <a:lnTo>
                    <a:pt x="201802" y="199263"/>
                  </a:lnTo>
                  <a:lnTo>
                    <a:pt x="201802" y="0"/>
                  </a:lnTo>
                  <a:close/>
                </a:path>
              </a:pathLst>
            </a:custGeom>
            <a:solidFill>
              <a:srgbClr val="DBEDF4"/>
            </a:solidFill>
          </p:spPr>
          <p:txBody>
            <a:bodyPr wrap="square" lIns="0" tIns="0" rIns="0" bIns="0" rtlCol="0"/>
            <a:lstStyle/>
            <a:p>
              <a:endParaRPr/>
            </a:p>
          </p:txBody>
        </p:sp>
        <p:sp>
          <p:nvSpPr>
            <p:cNvPr id="58" name="object 58"/>
            <p:cNvSpPr/>
            <p:nvPr/>
          </p:nvSpPr>
          <p:spPr>
            <a:xfrm>
              <a:off x="5739129" y="4170933"/>
              <a:ext cx="3569970" cy="2077720"/>
            </a:xfrm>
            <a:custGeom>
              <a:avLst/>
              <a:gdLst/>
              <a:ahLst/>
              <a:cxnLst/>
              <a:rect l="l" t="t" r="r" b="b"/>
              <a:pathLst>
                <a:path w="3569970" h="2077720">
                  <a:moveTo>
                    <a:pt x="3223514" y="0"/>
                  </a:moveTo>
                  <a:lnTo>
                    <a:pt x="346202" y="0"/>
                  </a:lnTo>
                  <a:lnTo>
                    <a:pt x="299238" y="3161"/>
                  </a:lnTo>
                  <a:lnTo>
                    <a:pt x="254191" y="12371"/>
                  </a:lnTo>
                  <a:lnTo>
                    <a:pt x="211472" y="27217"/>
                  </a:lnTo>
                  <a:lnTo>
                    <a:pt x="171497" y="47286"/>
                  </a:lnTo>
                  <a:lnTo>
                    <a:pt x="134676" y="72165"/>
                  </a:lnTo>
                  <a:lnTo>
                    <a:pt x="101425" y="101441"/>
                  </a:lnTo>
                  <a:lnTo>
                    <a:pt x="72155" y="134702"/>
                  </a:lnTo>
                  <a:lnTo>
                    <a:pt x="47281" y="171534"/>
                  </a:lnTo>
                  <a:lnTo>
                    <a:pt x="27215" y="211526"/>
                  </a:lnTo>
                  <a:lnTo>
                    <a:pt x="12371" y="254264"/>
                  </a:lnTo>
                  <a:lnTo>
                    <a:pt x="3161" y="299336"/>
                  </a:lnTo>
                  <a:lnTo>
                    <a:pt x="0" y="346329"/>
                  </a:lnTo>
                  <a:lnTo>
                    <a:pt x="0" y="1731098"/>
                  </a:lnTo>
                  <a:lnTo>
                    <a:pt x="3161" y="1778078"/>
                  </a:lnTo>
                  <a:lnTo>
                    <a:pt x="12371" y="1823137"/>
                  </a:lnTo>
                  <a:lnTo>
                    <a:pt x="27215" y="1865862"/>
                  </a:lnTo>
                  <a:lnTo>
                    <a:pt x="47281" y="1905841"/>
                  </a:lnTo>
                  <a:lnTo>
                    <a:pt x="72155" y="1942661"/>
                  </a:lnTo>
                  <a:lnTo>
                    <a:pt x="101425" y="1975910"/>
                  </a:lnTo>
                  <a:lnTo>
                    <a:pt x="134676" y="2005176"/>
                  </a:lnTo>
                  <a:lnTo>
                    <a:pt x="171497" y="2030045"/>
                  </a:lnTo>
                  <a:lnTo>
                    <a:pt x="211472" y="2050106"/>
                  </a:lnTo>
                  <a:lnTo>
                    <a:pt x="254191" y="2064946"/>
                  </a:lnTo>
                  <a:lnTo>
                    <a:pt x="299238" y="2074153"/>
                  </a:lnTo>
                  <a:lnTo>
                    <a:pt x="346202" y="2077313"/>
                  </a:lnTo>
                  <a:lnTo>
                    <a:pt x="3223514" y="2077313"/>
                  </a:lnTo>
                  <a:lnTo>
                    <a:pt x="3270504" y="2074153"/>
                  </a:lnTo>
                  <a:lnTo>
                    <a:pt x="3315569" y="2064946"/>
                  </a:lnTo>
                  <a:lnTo>
                    <a:pt x="3358296" y="2050106"/>
                  </a:lnTo>
                  <a:lnTo>
                    <a:pt x="3398275" y="2030045"/>
                  </a:lnTo>
                  <a:lnTo>
                    <a:pt x="3435093" y="2005176"/>
                  </a:lnTo>
                  <a:lnTo>
                    <a:pt x="3468338" y="1975910"/>
                  </a:lnTo>
                  <a:lnTo>
                    <a:pt x="3497598" y="1942661"/>
                  </a:lnTo>
                  <a:lnTo>
                    <a:pt x="3522462" y="1905841"/>
                  </a:lnTo>
                  <a:lnTo>
                    <a:pt x="3542518" y="1865862"/>
                  </a:lnTo>
                  <a:lnTo>
                    <a:pt x="3557353" y="1823137"/>
                  </a:lnTo>
                  <a:lnTo>
                    <a:pt x="3566556" y="1778078"/>
                  </a:lnTo>
                  <a:lnTo>
                    <a:pt x="3569716" y="1731098"/>
                  </a:lnTo>
                  <a:lnTo>
                    <a:pt x="3569716" y="346329"/>
                  </a:lnTo>
                  <a:lnTo>
                    <a:pt x="3566556" y="299336"/>
                  </a:lnTo>
                  <a:lnTo>
                    <a:pt x="3557353" y="254264"/>
                  </a:lnTo>
                  <a:lnTo>
                    <a:pt x="3542518" y="211526"/>
                  </a:lnTo>
                  <a:lnTo>
                    <a:pt x="3522462" y="171534"/>
                  </a:lnTo>
                  <a:lnTo>
                    <a:pt x="3497598" y="134702"/>
                  </a:lnTo>
                  <a:lnTo>
                    <a:pt x="3468338" y="101441"/>
                  </a:lnTo>
                  <a:lnTo>
                    <a:pt x="3435093" y="72165"/>
                  </a:lnTo>
                  <a:lnTo>
                    <a:pt x="3398275" y="47286"/>
                  </a:lnTo>
                  <a:lnTo>
                    <a:pt x="3358296" y="27217"/>
                  </a:lnTo>
                  <a:lnTo>
                    <a:pt x="3315569" y="12371"/>
                  </a:lnTo>
                  <a:lnTo>
                    <a:pt x="3270504" y="3161"/>
                  </a:lnTo>
                  <a:lnTo>
                    <a:pt x="3223514" y="0"/>
                  </a:lnTo>
                  <a:close/>
                </a:path>
              </a:pathLst>
            </a:custGeom>
            <a:solidFill>
              <a:srgbClr val="FF0000">
                <a:alpha val="12940"/>
              </a:srgbClr>
            </a:solidFill>
          </p:spPr>
          <p:txBody>
            <a:bodyPr wrap="square" lIns="0" tIns="0" rIns="0" bIns="0" rtlCol="0"/>
            <a:lstStyle/>
            <a:p>
              <a:endParaRPr/>
            </a:p>
          </p:txBody>
        </p:sp>
        <p:sp>
          <p:nvSpPr>
            <p:cNvPr id="59" name="object 59"/>
            <p:cNvSpPr/>
            <p:nvPr/>
          </p:nvSpPr>
          <p:spPr>
            <a:xfrm>
              <a:off x="5739129" y="4170933"/>
              <a:ext cx="3569970" cy="2077720"/>
            </a:xfrm>
            <a:custGeom>
              <a:avLst/>
              <a:gdLst/>
              <a:ahLst/>
              <a:cxnLst/>
              <a:rect l="l" t="t" r="r" b="b"/>
              <a:pathLst>
                <a:path w="3569970" h="2077720">
                  <a:moveTo>
                    <a:pt x="0" y="346329"/>
                  </a:moveTo>
                  <a:lnTo>
                    <a:pt x="3161" y="299336"/>
                  </a:lnTo>
                  <a:lnTo>
                    <a:pt x="12371" y="254264"/>
                  </a:lnTo>
                  <a:lnTo>
                    <a:pt x="27215" y="211526"/>
                  </a:lnTo>
                  <a:lnTo>
                    <a:pt x="47281" y="171534"/>
                  </a:lnTo>
                  <a:lnTo>
                    <a:pt x="72155" y="134702"/>
                  </a:lnTo>
                  <a:lnTo>
                    <a:pt x="101425" y="101441"/>
                  </a:lnTo>
                  <a:lnTo>
                    <a:pt x="134676" y="72165"/>
                  </a:lnTo>
                  <a:lnTo>
                    <a:pt x="171497" y="47286"/>
                  </a:lnTo>
                  <a:lnTo>
                    <a:pt x="211472" y="27217"/>
                  </a:lnTo>
                  <a:lnTo>
                    <a:pt x="254191" y="12371"/>
                  </a:lnTo>
                  <a:lnTo>
                    <a:pt x="299238" y="3161"/>
                  </a:lnTo>
                  <a:lnTo>
                    <a:pt x="346202" y="0"/>
                  </a:lnTo>
                  <a:lnTo>
                    <a:pt x="3223514" y="0"/>
                  </a:lnTo>
                  <a:lnTo>
                    <a:pt x="3270504" y="3161"/>
                  </a:lnTo>
                  <a:lnTo>
                    <a:pt x="3315569" y="12371"/>
                  </a:lnTo>
                  <a:lnTo>
                    <a:pt x="3358296" y="27217"/>
                  </a:lnTo>
                  <a:lnTo>
                    <a:pt x="3398275" y="47286"/>
                  </a:lnTo>
                  <a:lnTo>
                    <a:pt x="3435093" y="72165"/>
                  </a:lnTo>
                  <a:lnTo>
                    <a:pt x="3468338" y="101441"/>
                  </a:lnTo>
                  <a:lnTo>
                    <a:pt x="3497598" y="134702"/>
                  </a:lnTo>
                  <a:lnTo>
                    <a:pt x="3522462" y="171534"/>
                  </a:lnTo>
                  <a:lnTo>
                    <a:pt x="3542518" y="211526"/>
                  </a:lnTo>
                  <a:lnTo>
                    <a:pt x="3557353" y="254264"/>
                  </a:lnTo>
                  <a:lnTo>
                    <a:pt x="3566556" y="299336"/>
                  </a:lnTo>
                  <a:lnTo>
                    <a:pt x="3569716" y="346329"/>
                  </a:lnTo>
                  <a:lnTo>
                    <a:pt x="3569716" y="1731098"/>
                  </a:lnTo>
                  <a:lnTo>
                    <a:pt x="3566556" y="1778078"/>
                  </a:lnTo>
                  <a:lnTo>
                    <a:pt x="3557353" y="1823137"/>
                  </a:lnTo>
                  <a:lnTo>
                    <a:pt x="3542518" y="1865862"/>
                  </a:lnTo>
                  <a:lnTo>
                    <a:pt x="3522462" y="1905841"/>
                  </a:lnTo>
                  <a:lnTo>
                    <a:pt x="3497598" y="1942661"/>
                  </a:lnTo>
                  <a:lnTo>
                    <a:pt x="3468338" y="1975910"/>
                  </a:lnTo>
                  <a:lnTo>
                    <a:pt x="3435093" y="2005176"/>
                  </a:lnTo>
                  <a:lnTo>
                    <a:pt x="3398275" y="2030045"/>
                  </a:lnTo>
                  <a:lnTo>
                    <a:pt x="3358296" y="2050106"/>
                  </a:lnTo>
                  <a:lnTo>
                    <a:pt x="3315569" y="2064946"/>
                  </a:lnTo>
                  <a:lnTo>
                    <a:pt x="3270504" y="2074153"/>
                  </a:lnTo>
                  <a:lnTo>
                    <a:pt x="3223514" y="2077313"/>
                  </a:lnTo>
                  <a:lnTo>
                    <a:pt x="346202" y="2077313"/>
                  </a:lnTo>
                  <a:lnTo>
                    <a:pt x="299238" y="2074153"/>
                  </a:lnTo>
                  <a:lnTo>
                    <a:pt x="254191" y="2064946"/>
                  </a:lnTo>
                  <a:lnTo>
                    <a:pt x="211472" y="2050106"/>
                  </a:lnTo>
                  <a:lnTo>
                    <a:pt x="171497" y="2030045"/>
                  </a:lnTo>
                  <a:lnTo>
                    <a:pt x="134676" y="2005176"/>
                  </a:lnTo>
                  <a:lnTo>
                    <a:pt x="101425" y="1975910"/>
                  </a:lnTo>
                  <a:lnTo>
                    <a:pt x="72155" y="1942661"/>
                  </a:lnTo>
                  <a:lnTo>
                    <a:pt x="47281" y="1905841"/>
                  </a:lnTo>
                  <a:lnTo>
                    <a:pt x="27215" y="1865862"/>
                  </a:lnTo>
                  <a:lnTo>
                    <a:pt x="12371" y="1823137"/>
                  </a:lnTo>
                  <a:lnTo>
                    <a:pt x="3161" y="1778078"/>
                  </a:lnTo>
                  <a:lnTo>
                    <a:pt x="0" y="1731098"/>
                  </a:lnTo>
                  <a:lnTo>
                    <a:pt x="0" y="346329"/>
                  </a:lnTo>
                  <a:close/>
                </a:path>
              </a:pathLst>
            </a:custGeom>
            <a:ln w="12700">
              <a:solidFill>
                <a:srgbClr val="45AB91"/>
              </a:solidFill>
            </a:ln>
          </p:spPr>
          <p:txBody>
            <a:bodyPr wrap="square" lIns="0" tIns="0" rIns="0" bIns="0" rtlCol="0"/>
            <a:lstStyle/>
            <a:p>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575033" y="6558915"/>
            <a:ext cx="116205" cy="114300"/>
          </a:xfrm>
          <a:prstGeom prst="rect">
            <a:avLst/>
          </a:prstGeom>
        </p:spPr>
        <p:txBody>
          <a:bodyPr vert="horz" wrap="square" lIns="0" tIns="0" rIns="0" bIns="0" rtlCol="0">
            <a:spAutoFit/>
          </a:bodyPr>
          <a:lstStyle/>
          <a:p>
            <a:pPr>
              <a:lnSpc>
                <a:spcPts val="855"/>
              </a:lnSpc>
            </a:pPr>
            <a:r>
              <a:rPr sz="900" spc="-25" dirty="0">
                <a:latin typeface="Calibri"/>
                <a:cs typeface="Calibri"/>
              </a:rPr>
              <a:t>25</a:t>
            </a:r>
            <a:endParaRPr sz="900">
              <a:latin typeface="Calibri"/>
              <a:cs typeface="Calibri"/>
            </a:endParaRPr>
          </a:p>
        </p:txBody>
      </p:sp>
      <p:pic>
        <p:nvPicPr>
          <p:cNvPr id="3" name="object 3" descr="Open Standards Framework: Principles, Declaration and Collaboration For  Building Digital Connectivity Between Startup Ecosystems - Startup Commons"/>
          <p:cNvPicPr/>
          <p:nvPr/>
        </p:nvPicPr>
        <p:blipFill>
          <a:blip r:embed="rId2" cstate="print"/>
          <a:stretch>
            <a:fillRect/>
          </a:stretch>
        </p:blipFill>
        <p:spPr>
          <a:xfrm>
            <a:off x="9846525" y="5449309"/>
            <a:ext cx="1883598" cy="1279863"/>
          </a:xfrm>
          <a:prstGeom prst="rect">
            <a:avLst/>
          </a:prstGeom>
        </p:spPr>
      </p:pic>
      <p:grpSp>
        <p:nvGrpSpPr>
          <p:cNvPr id="4" name="object 4"/>
          <p:cNvGrpSpPr/>
          <p:nvPr/>
        </p:nvGrpSpPr>
        <p:grpSpPr>
          <a:xfrm>
            <a:off x="-6350" y="-6349"/>
            <a:ext cx="12205335" cy="734060"/>
            <a:chOff x="-6350" y="-6349"/>
            <a:chExt cx="12205335" cy="734060"/>
          </a:xfrm>
        </p:grpSpPr>
        <p:sp>
          <p:nvSpPr>
            <p:cNvPr id="5" name="object 5"/>
            <p:cNvSpPr/>
            <p:nvPr/>
          </p:nvSpPr>
          <p:spPr>
            <a:xfrm>
              <a:off x="0" y="0"/>
              <a:ext cx="12192635" cy="721360"/>
            </a:xfrm>
            <a:custGeom>
              <a:avLst/>
              <a:gdLst/>
              <a:ahLst/>
              <a:cxnLst/>
              <a:rect l="l" t="t" r="r" b="b"/>
              <a:pathLst>
                <a:path w="12192635" h="721360">
                  <a:moveTo>
                    <a:pt x="0" y="720851"/>
                  </a:moveTo>
                  <a:lnTo>
                    <a:pt x="12192000" y="720851"/>
                  </a:lnTo>
                  <a:lnTo>
                    <a:pt x="12192058" y="0"/>
                  </a:lnTo>
                  <a:lnTo>
                    <a:pt x="0" y="0"/>
                  </a:lnTo>
                  <a:lnTo>
                    <a:pt x="0" y="720851"/>
                  </a:lnTo>
                  <a:close/>
                </a:path>
              </a:pathLst>
            </a:custGeom>
            <a:solidFill>
              <a:srgbClr val="034D9E"/>
            </a:solidFill>
          </p:spPr>
          <p:txBody>
            <a:bodyPr wrap="square" lIns="0" tIns="0" rIns="0" bIns="0" rtlCol="0"/>
            <a:lstStyle/>
            <a:p>
              <a:endParaRPr/>
            </a:p>
          </p:txBody>
        </p:sp>
        <p:sp>
          <p:nvSpPr>
            <p:cNvPr id="6" name="object 6"/>
            <p:cNvSpPr/>
            <p:nvPr/>
          </p:nvSpPr>
          <p:spPr>
            <a:xfrm>
              <a:off x="0" y="0"/>
              <a:ext cx="12192635" cy="721360"/>
            </a:xfrm>
            <a:custGeom>
              <a:avLst/>
              <a:gdLst/>
              <a:ahLst/>
              <a:cxnLst/>
              <a:rect l="l" t="t" r="r" b="b"/>
              <a:pathLst>
                <a:path w="12192635" h="721360">
                  <a:moveTo>
                    <a:pt x="0" y="720851"/>
                  </a:moveTo>
                  <a:lnTo>
                    <a:pt x="12192000" y="720851"/>
                  </a:lnTo>
                  <a:lnTo>
                    <a:pt x="12192058" y="0"/>
                  </a:lnTo>
                </a:path>
              </a:pathLst>
            </a:custGeom>
            <a:ln w="12700">
              <a:solidFill>
                <a:srgbClr val="45AB91"/>
              </a:solidFill>
            </a:ln>
          </p:spPr>
          <p:txBody>
            <a:bodyPr wrap="square" lIns="0" tIns="0" rIns="0" bIns="0" rtlCol="0"/>
            <a:lstStyle/>
            <a:p>
              <a:endParaRPr/>
            </a:p>
          </p:txBody>
        </p:sp>
      </p:grpSp>
      <p:sp>
        <p:nvSpPr>
          <p:cNvPr id="7" name="object 7" descr="$PPTXTitle"/>
          <p:cNvSpPr txBox="1">
            <a:spLocks noGrp="1"/>
          </p:cNvSpPr>
          <p:nvPr>
            <p:ph type="title"/>
          </p:nvPr>
        </p:nvSpPr>
        <p:spPr>
          <a:prstGeom prst="rect">
            <a:avLst/>
          </a:prstGeom>
        </p:spPr>
        <p:txBody>
          <a:bodyPr vert="horz" wrap="square" lIns="0" tIns="12700" rIns="0" bIns="0" rtlCol="0">
            <a:spAutoFit/>
          </a:bodyPr>
          <a:lstStyle/>
          <a:p>
            <a:pPr marL="3016250">
              <a:lnSpc>
                <a:spcPct val="100000"/>
              </a:lnSpc>
              <a:spcBef>
                <a:spcPts val="100"/>
              </a:spcBef>
            </a:pPr>
            <a:r>
              <a:rPr dirty="0"/>
              <a:t>WIS2</a:t>
            </a:r>
            <a:r>
              <a:rPr spc="-30" dirty="0"/>
              <a:t> </a:t>
            </a:r>
            <a:r>
              <a:rPr dirty="0"/>
              <a:t>in</a:t>
            </a:r>
            <a:r>
              <a:rPr spc="-20" dirty="0"/>
              <a:t> </a:t>
            </a:r>
            <a:r>
              <a:rPr dirty="0"/>
              <a:t>a</a:t>
            </a:r>
            <a:r>
              <a:rPr spc="-30" dirty="0"/>
              <a:t> </a:t>
            </a:r>
            <a:r>
              <a:rPr dirty="0"/>
              <a:t>box</a:t>
            </a:r>
            <a:r>
              <a:rPr spc="-35" dirty="0"/>
              <a:t> </a:t>
            </a:r>
            <a:r>
              <a:rPr dirty="0"/>
              <a:t>is</a:t>
            </a:r>
            <a:r>
              <a:rPr spc="-15" dirty="0"/>
              <a:t> </a:t>
            </a:r>
            <a:r>
              <a:rPr dirty="0"/>
              <a:t>Free</a:t>
            </a:r>
            <a:r>
              <a:rPr spc="-35" dirty="0"/>
              <a:t> </a:t>
            </a:r>
            <a:r>
              <a:rPr dirty="0"/>
              <a:t>and</a:t>
            </a:r>
            <a:r>
              <a:rPr spc="-30" dirty="0"/>
              <a:t> </a:t>
            </a:r>
            <a:r>
              <a:rPr spc="-20" dirty="0"/>
              <a:t>Open</a:t>
            </a:r>
          </a:p>
        </p:txBody>
      </p:sp>
      <p:pic>
        <p:nvPicPr>
          <p:cNvPr id="8" name="object 8" descr="Open Geospatial Consortium · GitHub"/>
          <p:cNvPicPr/>
          <p:nvPr/>
        </p:nvPicPr>
        <p:blipFill>
          <a:blip r:embed="rId3" cstate="print"/>
          <a:stretch>
            <a:fillRect/>
          </a:stretch>
        </p:blipFill>
        <p:spPr>
          <a:xfrm>
            <a:off x="6769232" y="1854784"/>
            <a:ext cx="1021723" cy="1137308"/>
          </a:xfrm>
          <a:prstGeom prst="rect">
            <a:avLst/>
          </a:prstGeom>
        </p:spPr>
      </p:pic>
      <p:pic>
        <p:nvPicPr>
          <p:cNvPr id="9" name="object 9"/>
          <p:cNvPicPr/>
          <p:nvPr/>
        </p:nvPicPr>
        <p:blipFill>
          <a:blip r:embed="rId4" cstate="print"/>
          <a:stretch>
            <a:fillRect/>
          </a:stretch>
        </p:blipFill>
        <p:spPr>
          <a:xfrm>
            <a:off x="7976743" y="2672460"/>
            <a:ext cx="1095375" cy="523875"/>
          </a:xfrm>
          <a:prstGeom prst="rect">
            <a:avLst/>
          </a:prstGeom>
        </p:spPr>
      </p:pic>
      <p:pic>
        <p:nvPicPr>
          <p:cNvPr id="10" name="object 10"/>
          <p:cNvPicPr/>
          <p:nvPr/>
        </p:nvPicPr>
        <p:blipFill>
          <a:blip r:embed="rId5" cstate="print"/>
          <a:stretch>
            <a:fillRect/>
          </a:stretch>
        </p:blipFill>
        <p:spPr>
          <a:xfrm>
            <a:off x="9313544" y="2007247"/>
            <a:ext cx="878738" cy="812279"/>
          </a:xfrm>
          <a:prstGeom prst="rect">
            <a:avLst/>
          </a:prstGeom>
        </p:spPr>
      </p:pic>
      <p:pic>
        <p:nvPicPr>
          <p:cNvPr id="11" name="object 11"/>
          <p:cNvPicPr/>
          <p:nvPr/>
        </p:nvPicPr>
        <p:blipFill>
          <a:blip r:embed="rId6" cstate="print"/>
          <a:stretch>
            <a:fillRect/>
          </a:stretch>
        </p:blipFill>
        <p:spPr>
          <a:xfrm>
            <a:off x="10535793" y="2746629"/>
            <a:ext cx="981075" cy="523875"/>
          </a:xfrm>
          <a:prstGeom prst="rect">
            <a:avLst/>
          </a:prstGeom>
        </p:spPr>
      </p:pic>
      <p:sp>
        <p:nvSpPr>
          <p:cNvPr id="12" name="object 12"/>
          <p:cNvSpPr txBox="1"/>
          <p:nvPr/>
        </p:nvSpPr>
        <p:spPr>
          <a:xfrm>
            <a:off x="6431660" y="927988"/>
            <a:ext cx="5429250" cy="4409440"/>
          </a:xfrm>
          <a:prstGeom prst="rect">
            <a:avLst/>
          </a:prstGeom>
          <a:ln w="15875">
            <a:solidFill>
              <a:srgbClr val="B4B5B8"/>
            </a:solidFill>
          </a:ln>
        </p:spPr>
        <p:txBody>
          <a:bodyPr vert="horz" wrap="square" lIns="0" tIns="204470" rIns="0" bIns="0" rtlCol="0">
            <a:spAutoFit/>
          </a:bodyPr>
          <a:lstStyle/>
          <a:p>
            <a:pPr marR="9525" algn="ctr">
              <a:lnSpc>
                <a:spcPct val="100000"/>
              </a:lnSpc>
              <a:spcBef>
                <a:spcPts val="1610"/>
              </a:spcBef>
            </a:pPr>
            <a:r>
              <a:rPr sz="2000" b="1" dirty="0">
                <a:solidFill>
                  <a:srgbClr val="606169"/>
                </a:solidFill>
                <a:latin typeface="Arial"/>
                <a:cs typeface="Arial"/>
              </a:rPr>
              <a:t>Open</a:t>
            </a:r>
            <a:r>
              <a:rPr sz="2000" b="1" spc="-15" dirty="0">
                <a:solidFill>
                  <a:srgbClr val="606169"/>
                </a:solidFill>
                <a:latin typeface="Arial"/>
                <a:cs typeface="Arial"/>
              </a:rPr>
              <a:t> </a:t>
            </a:r>
            <a:r>
              <a:rPr sz="2000" b="1" spc="-10" dirty="0">
                <a:solidFill>
                  <a:srgbClr val="606169"/>
                </a:solidFill>
                <a:latin typeface="Arial"/>
                <a:cs typeface="Arial"/>
              </a:rPr>
              <a:t>Standards</a:t>
            </a:r>
            <a:endParaRPr sz="2000" dirty="0">
              <a:latin typeface="Arial"/>
              <a:cs typeface="Arial"/>
            </a:endParaRPr>
          </a:p>
          <a:p>
            <a:pPr>
              <a:lnSpc>
                <a:spcPct val="100000"/>
              </a:lnSpc>
            </a:pPr>
            <a:endParaRPr sz="2000" dirty="0">
              <a:latin typeface="Arial"/>
              <a:cs typeface="Arial"/>
            </a:endParaRPr>
          </a:p>
          <a:p>
            <a:pPr>
              <a:lnSpc>
                <a:spcPct val="100000"/>
              </a:lnSpc>
            </a:pPr>
            <a:endParaRPr sz="2000" dirty="0">
              <a:latin typeface="Arial"/>
              <a:cs typeface="Arial"/>
            </a:endParaRPr>
          </a:p>
          <a:p>
            <a:pPr>
              <a:lnSpc>
                <a:spcPct val="100000"/>
              </a:lnSpc>
            </a:pPr>
            <a:endParaRPr sz="2000" dirty="0">
              <a:latin typeface="Arial"/>
              <a:cs typeface="Arial"/>
            </a:endParaRPr>
          </a:p>
          <a:p>
            <a:pPr>
              <a:lnSpc>
                <a:spcPct val="100000"/>
              </a:lnSpc>
            </a:pPr>
            <a:endParaRPr sz="2000" dirty="0">
              <a:latin typeface="Arial"/>
              <a:cs typeface="Arial"/>
            </a:endParaRPr>
          </a:p>
          <a:p>
            <a:pPr>
              <a:lnSpc>
                <a:spcPct val="100000"/>
              </a:lnSpc>
            </a:pPr>
            <a:endParaRPr sz="2000" dirty="0">
              <a:latin typeface="Arial"/>
              <a:cs typeface="Arial"/>
            </a:endParaRPr>
          </a:p>
          <a:p>
            <a:pPr>
              <a:lnSpc>
                <a:spcPct val="100000"/>
              </a:lnSpc>
            </a:pPr>
            <a:endParaRPr sz="2000" dirty="0">
              <a:latin typeface="Arial"/>
              <a:cs typeface="Arial"/>
            </a:endParaRPr>
          </a:p>
          <a:p>
            <a:pPr>
              <a:lnSpc>
                <a:spcPct val="100000"/>
              </a:lnSpc>
              <a:spcBef>
                <a:spcPts val="1485"/>
              </a:spcBef>
            </a:pPr>
            <a:endParaRPr sz="2000" dirty="0">
              <a:latin typeface="Arial"/>
              <a:cs typeface="Arial"/>
            </a:endParaRPr>
          </a:p>
          <a:p>
            <a:pPr marL="2179955" indent="-285115">
              <a:lnSpc>
                <a:spcPct val="100000"/>
              </a:lnSpc>
              <a:buFont typeface="Arial MT"/>
              <a:buChar char="•"/>
              <a:tabLst>
                <a:tab pos="2179955" algn="l"/>
              </a:tabLst>
            </a:pPr>
            <a:r>
              <a:rPr sz="2400" spc="-20" dirty="0">
                <a:latin typeface="Calibri"/>
                <a:cs typeface="Calibri"/>
              </a:rPr>
              <a:t>MQTT</a:t>
            </a:r>
            <a:endParaRPr sz="2400" dirty="0">
              <a:latin typeface="Calibri"/>
              <a:cs typeface="Calibri"/>
            </a:endParaRPr>
          </a:p>
          <a:p>
            <a:pPr marL="2179955" indent="-285115">
              <a:lnSpc>
                <a:spcPct val="100000"/>
              </a:lnSpc>
              <a:buFont typeface="Arial MT"/>
              <a:buChar char="•"/>
              <a:tabLst>
                <a:tab pos="2179955" algn="l"/>
              </a:tabLst>
            </a:pPr>
            <a:r>
              <a:rPr sz="2400" spc="-10" dirty="0">
                <a:latin typeface="Calibri"/>
                <a:cs typeface="Calibri"/>
              </a:rPr>
              <a:t>GeoJSON</a:t>
            </a:r>
            <a:endParaRPr sz="2400" dirty="0">
              <a:latin typeface="Calibri"/>
              <a:cs typeface="Calibri"/>
            </a:endParaRPr>
          </a:p>
          <a:p>
            <a:pPr marL="2179955" indent="-285115">
              <a:lnSpc>
                <a:spcPct val="100000"/>
              </a:lnSpc>
              <a:buFont typeface="Arial MT"/>
              <a:buChar char="•"/>
              <a:tabLst>
                <a:tab pos="2179955" algn="l"/>
              </a:tabLst>
            </a:pPr>
            <a:r>
              <a:rPr sz="2400" dirty="0">
                <a:latin typeface="Calibri"/>
                <a:cs typeface="Calibri"/>
              </a:rPr>
              <a:t>OGC</a:t>
            </a:r>
            <a:r>
              <a:rPr sz="2400" spc="-25" dirty="0">
                <a:latin typeface="Calibri"/>
                <a:cs typeface="Calibri"/>
              </a:rPr>
              <a:t> </a:t>
            </a:r>
            <a:r>
              <a:rPr sz="2400" spc="-20" dirty="0">
                <a:latin typeface="Calibri"/>
                <a:cs typeface="Calibri"/>
              </a:rPr>
              <a:t>APIs</a:t>
            </a:r>
            <a:endParaRPr sz="2400" dirty="0">
              <a:latin typeface="Calibri"/>
              <a:cs typeface="Calibri"/>
            </a:endParaRPr>
          </a:p>
        </p:txBody>
      </p:sp>
      <p:pic>
        <p:nvPicPr>
          <p:cNvPr id="13" name="object 13" descr="Python (programming language) - Wikipedia"/>
          <p:cNvPicPr/>
          <p:nvPr/>
        </p:nvPicPr>
        <p:blipFill>
          <a:blip r:embed="rId7" cstate="print"/>
          <a:stretch>
            <a:fillRect/>
          </a:stretch>
        </p:blipFill>
        <p:spPr>
          <a:xfrm>
            <a:off x="4109973" y="3107283"/>
            <a:ext cx="654964" cy="654964"/>
          </a:xfrm>
          <a:prstGeom prst="rect">
            <a:avLst/>
          </a:prstGeom>
        </p:spPr>
      </p:pic>
      <p:sp>
        <p:nvSpPr>
          <p:cNvPr id="14" name="object 14"/>
          <p:cNvSpPr txBox="1"/>
          <p:nvPr/>
        </p:nvSpPr>
        <p:spPr>
          <a:xfrm>
            <a:off x="595210" y="927988"/>
            <a:ext cx="5429250" cy="4409440"/>
          </a:xfrm>
          <a:prstGeom prst="rect">
            <a:avLst/>
          </a:prstGeom>
          <a:ln w="15875">
            <a:solidFill>
              <a:srgbClr val="B4B5B8"/>
            </a:solidFill>
          </a:ln>
        </p:spPr>
        <p:txBody>
          <a:bodyPr vert="horz" wrap="square" lIns="0" tIns="204470" rIns="0" bIns="0" rtlCol="0">
            <a:spAutoFit/>
          </a:bodyPr>
          <a:lstStyle/>
          <a:p>
            <a:pPr marR="20955" algn="ctr">
              <a:lnSpc>
                <a:spcPct val="100000"/>
              </a:lnSpc>
              <a:spcBef>
                <a:spcPts val="1610"/>
              </a:spcBef>
            </a:pPr>
            <a:r>
              <a:rPr sz="2000" b="1" dirty="0">
                <a:solidFill>
                  <a:srgbClr val="606169"/>
                </a:solidFill>
                <a:latin typeface="Arial"/>
                <a:cs typeface="Arial"/>
              </a:rPr>
              <a:t>Free</a:t>
            </a:r>
            <a:r>
              <a:rPr sz="2000" b="1" spc="-30" dirty="0">
                <a:solidFill>
                  <a:srgbClr val="606169"/>
                </a:solidFill>
                <a:latin typeface="Arial"/>
                <a:cs typeface="Arial"/>
              </a:rPr>
              <a:t> </a:t>
            </a:r>
            <a:r>
              <a:rPr sz="2000" b="1" dirty="0">
                <a:solidFill>
                  <a:srgbClr val="606169"/>
                </a:solidFill>
                <a:latin typeface="Arial"/>
                <a:cs typeface="Arial"/>
              </a:rPr>
              <a:t>and</a:t>
            </a:r>
            <a:r>
              <a:rPr sz="2000" b="1" spc="-15" dirty="0">
                <a:solidFill>
                  <a:srgbClr val="606169"/>
                </a:solidFill>
                <a:latin typeface="Arial"/>
                <a:cs typeface="Arial"/>
              </a:rPr>
              <a:t> </a:t>
            </a:r>
            <a:r>
              <a:rPr sz="2000" b="1" dirty="0">
                <a:solidFill>
                  <a:srgbClr val="606169"/>
                </a:solidFill>
                <a:latin typeface="Arial"/>
                <a:cs typeface="Arial"/>
              </a:rPr>
              <a:t>Open</a:t>
            </a:r>
            <a:r>
              <a:rPr sz="2000" b="1" spc="-30" dirty="0">
                <a:solidFill>
                  <a:srgbClr val="606169"/>
                </a:solidFill>
                <a:latin typeface="Arial"/>
                <a:cs typeface="Arial"/>
              </a:rPr>
              <a:t> </a:t>
            </a:r>
            <a:r>
              <a:rPr sz="2000" b="1" dirty="0">
                <a:solidFill>
                  <a:srgbClr val="606169"/>
                </a:solidFill>
                <a:latin typeface="Arial"/>
                <a:cs typeface="Arial"/>
              </a:rPr>
              <a:t>Source</a:t>
            </a:r>
            <a:r>
              <a:rPr sz="2000" b="1" spc="-25" dirty="0">
                <a:solidFill>
                  <a:srgbClr val="606169"/>
                </a:solidFill>
                <a:latin typeface="Arial"/>
                <a:cs typeface="Arial"/>
              </a:rPr>
              <a:t> </a:t>
            </a:r>
            <a:r>
              <a:rPr sz="2000" b="1" spc="-10" dirty="0">
                <a:solidFill>
                  <a:srgbClr val="606169"/>
                </a:solidFill>
                <a:latin typeface="Arial"/>
                <a:cs typeface="Arial"/>
              </a:rPr>
              <a:t>Software</a:t>
            </a:r>
            <a:endParaRPr sz="2000" dirty="0">
              <a:latin typeface="Arial"/>
              <a:cs typeface="Arial"/>
            </a:endParaRPr>
          </a:p>
        </p:txBody>
      </p:sp>
      <p:pic>
        <p:nvPicPr>
          <p:cNvPr id="15" name="object 15" descr="MinIO | The MinIO Quickstart Guide"/>
          <p:cNvPicPr/>
          <p:nvPr/>
        </p:nvPicPr>
        <p:blipFill>
          <a:blip r:embed="rId8" cstate="print"/>
          <a:stretch>
            <a:fillRect/>
          </a:stretch>
        </p:blipFill>
        <p:spPr>
          <a:xfrm>
            <a:off x="3658361" y="3922953"/>
            <a:ext cx="1392809" cy="210007"/>
          </a:xfrm>
          <a:prstGeom prst="rect">
            <a:avLst/>
          </a:prstGeom>
        </p:spPr>
      </p:pic>
      <p:pic>
        <p:nvPicPr>
          <p:cNvPr id="16" name="object 16" descr="What is Nginx and How It Works? - Matob R"/>
          <p:cNvPicPr/>
          <p:nvPr/>
        </p:nvPicPr>
        <p:blipFill>
          <a:blip r:embed="rId9" cstate="print"/>
          <a:stretch>
            <a:fillRect/>
          </a:stretch>
        </p:blipFill>
        <p:spPr>
          <a:xfrm>
            <a:off x="1939582" y="1725070"/>
            <a:ext cx="1503931" cy="676426"/>
          </a:xfrm>
          <a:prstGeom prst="rect">
            <a:avLst/>
          </a:prstGeom>
        </p:spPr>
      </p:pic>
      <p:pic>
        <p:nvPicPr>
          <p:cNvPr id="17" name="object 17" descr="GitHub - eclipse/mosquitto: Eclipse Mosquitto - An open source MQTT broker"/>
          <p:cNvPicPr/>
          <p:nvPr/>
        </p:nvPicPr>
        <p:blipFill>
          <a:blip r:embed="rId10" cstate="print"/>
          <a:stretch>
            <a:fillRect/>
          </a:stretch>
        </p:blipFill>
        <p:spPr>
          <a:xfrm>
            <a:off x="1627383" y="4279026"/>
            <a:ext cx="937091" cy="916019"/>
          </a:xfrm>
          <a:prstGeom prst="rect">
            <a:avLst/>
          </a:prstGeom>
        </p:spPr>
      </p:pic>
      <p:pic>
        <p:nvPicPr>
          <p:cNvPr id="18" name="object 18" descr="Image result for prometheus monitoring"/>
          <p:cNvPicPr/>
          <p:nvPr/>
        </p:nvPicPr>
        <p:blipFill>
          <a:blip r:embed="rId11" cstate="print"/>
          <a:stretch>
            <a:fillRect/>
          </a:stretch>
        </p:blipFill>
        <p:spPr>
          <a:xfrm>
            <a:off x="3177667" y="4256125"/>
            <a:ext cx="730267" cy="734212"/>
          </a:xfrm>
          <a:prstGeom prst="rect">
            <a:avLst/>
          </a:prstGeom>
        </p:spPr>
      </p:pic>
      <p:pic>
        <p:nvPicPr>
          <p:cNvPr id="19" name="object 19" descr="Image result for grafana monitoring"/>
          <p:cNvPicPr/>
          <p:nvPr/>
        </p:nvPicPr>
        <p:blipFill>
          <a:blip r:embed="rId12" cstate="print"/>
          <a:stretch>
            <a:fillRect/>
          </a:stretch>
        </p:blipFill>
        <p:spPr>
          <a:xfrm>
            <a:off x="950277" y="2413368"/>
            <a:ext cx="917740" cy="937907"/>
          </a:xfrm>
          <a:prstGeom prst="rect">
            <a:avLst/>
          </a:prstGeom>
        </p:spPr>
      </p:pic>
      <p:pic>
        <p:nvPicPr>
          <p:cNvPr id="20" name="object 20" descr="What is Docker? | AWS"/>
          <p:cNvPicPr/>
          <p:nvPr/>
        </p:nvPicPr>
        <p:blipFill>
          <a:blip r:embed="rId13" cstate="print"/>
          <a:stretch>
            <a:fillRect/>
          </a:stretch>
        </p:blipFill>
        <p:spPr>
          <a:xfrm>
            <a:off x="4658301" y="4307833"/>
            <a:ext cx="773780" cy="642956"/>
          </a:xfrm>
          <a:prstGeom prst="rect">
            <a:avLst/>
          </a:prstGeom>
        </p:spPr>
      </p:pic>
      <p:grpSp>
        <p:nvGrpSpPr>
          <p:cNvPr id="21" name="object 21"/>
          <p:cNvGrpSpPr/>
          <p:nvPr/>
        </p:nvGrpSpPr>
        <p:grpSpPr>
          <a:xfrm>
            <a:off x="1050556" y="1511515"/>
            <a:ext cx="4812030" cy="2605405"/>
            <a:chOff x="1050556" y="1511515"/>
            <a:chExt cx="4812030" cy="2605405"/>
          </a:xfrm>
        </p:grpSpPr>
        <p:pic>
          <p:nvPicPr>
            <p:cNvPr id="22" name="object 22" descr="ecCodes"/>
            <p:cNvPicPr/>
            <p:nvPr/>
          </p:nvPicPr>
          <p:blipFill>
            <a:blip r:embed="rId14" cstate="print"/>
            <a:stretch>
              <a:fillRect/>
            </a:stretch>
          </p:blipFill>
          <p:spPr>
            <a:xfrm>
              <a:off x="5031276" y="2723697"/>
              <a:ext cx="638563" cy="590363"/>
            </a:xfrm>
            <a:prstGeom prst="rect">
              <a:avLst/>
            </a:prstGeom>
          </p:spPr>
        </p:pic>
        <p:pic>
          <p:nvPicPr>
            <p:cNvPr id="23" name="object 23" descr="GitHub - geopython/pygeoapi: pygeoapi is a Python server implementation of  the OGC API suite of standards. The project emerged as part of the next  generation OGC API efforts in 2018 and provides"/>
            <p:cNvPicPr/>
            <p:nvPr/>
          </p:nvPicPr>
          <p:blipFill>
            <a:blip r:embed="rId15" cstate="print"/>
            <a:stretch>
              <a:fillRect/>
            </a:stretch>
          </p:blipFill>
          <p:spPr>
            <a:xfrm>
              <a:off x="2357247" y="2637713"/>
              <a:ext cx="1726564" cy="474802"/>
            </a:xfrm>
            <a:prstGeom prst="rect">
              <a:avLst/>
            </a:prstGeom>
          </p:spPr>
        </p:pic>
        <p:pic>
          <p:nvPicPr>
            <p:cNvPr id="24" name="object 24" descr="Vue.js: Good, Bad, and Choice. Is Vue.js the right framework for you? | by  Tim Han | HackerNoon.com | Medium"/>
            <p:cNvPicPr/>
            <p:nvPr/>
          </p:nvPicPr>
          <p:blipFill>
            <a:blip r:embed="rId16" cstate="print"/>
            <a:stretch>
              <a:fillRect/>
            </a:stretch>
          </p:blipFill>
          <p:spPr>
            <a:xfrm>
              <a:off x="3933571" y="1996986"/>
              <a:ext cx="1454785" cy="764628"/>
            </a:xfrm>
            <a:prstGeom prst="rect">
              <a:avLst/>
            </a:prstGeom>
          </p:spPr>
        </p:pic>
        <p:pic>
          <p:nvPicPr>
            <p:cNvPr id="25" name="object 25"/>
            <p:cNvPicPr/>
            <p:nvPr/>
          </p:nvPicPr>
          <p:blipFill>
            <a:blip r:embed="rId17" cstate="print"/>
            <a:stretch>
              <a:fillRect/>
            </a:stretch>
          </p:blipFill>
          <p:spPr>
            <a:xfrm>
              <a:off x="1050556" y="3659377"/>
              <a:ext cx="2181225" cy="457200"/>
            </a:xfrm>
            <a:prstGeom prst="rect">
              <a:avLst/>
            </a:prstGeom>
          </p:spPr>
        </p:pic>
        <p:pic>
          <p:nvPicPr>
            <p:cNvPr id="26" name="object 26" descr="Add Interactive Maps to Websites using Leaflet.Js | by Anjula Shanaka |  JavaScript in Plain English"/>
            <p:cNvPicPr/>
            <p:nvPr/>
          </p:nvPicPr>
          <p:blipFill>
            <a:blip r:embed="rId18" cstate="print"/>
            <a:stretch>
              <a:fillRect/>
            </a:stretch>
          </p:blipFill>
          <p:spPr>
            <a:xfrm>
              <a:off x="4195572" y="1511515"/>
              <a:ext cx="1667002" cy="496862"/>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200"/>
            <a:ext cx="12198350" cy="741045"/>
            <a:chOff x="-3175" y="-3200"/>
            <a:chExt cx="12198350" cy="741045"/>
          </a:xfrm>
        </p:grpSpPr>
        <p:sp>
          <p:nvSpPr>
            <p:cNvPr id="3" name="object 3"/>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6349">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085215">
              <a:lnSpc>
                <a:spcPct val="100000"/>
              </a:lnSpc>
              <a:spcBef>
                <a:spcPts val="100"/>
              </a:spcBef>
            </a:pPr>
            <a:r>
              <a:rPr dirty="0"/>
              <a:t>Docker</a:t>
            </a:r>
            <a:r>
              <a:rPr spc="-80" dirty="0"/>
              <a:t> </a:t>
            </a:r>
            <a:r>
              <a:rPr dirty="0"/>
              <a:t>and</a:t>
            </a:r>
            <a:r>
              <a:rPr spc="-80" dirty="0"/>
              <a:t> </a:t>
            </a:r>
            <a:r>
              <a:rPr dirty="0"/>
              <a:t>Docker</a:t>
            </a:r>
            <a:r>
              <a:rPr spc="-60" dirty="0"/>
              <a:t> </a:t>
            </a:r>
            <a:r>
              <a:rPr spc="-10" dirty="0"/>
              <a:t>Compose</a:t>
            </a:r>
          </a:p>
        </p:txBody>
      </p:sp>
      <p:sp>
        <p:nvSpPr>
          <p:cNvPr id="6" name="object 6"/>
          <p:cNvSpPr txBox="1"/>
          <p:nvPr/>
        </p:nvSpPr>
        <p:spPr>
          <a:xfrm>
            <a:off x="464007" y="925728"/>
            <a:ext cx="9411335" cy="1109345"/>
          </a:xfrm>
          <a:prstGeom prst="rect">
            <a:avLst/>
          </a:prstGeom>
        </p:spPr>
        <p:txBody>
          <a:bodyPr vert="horz" wrap="square" lIns="0" tIns="12700" rIns="0" bIns="0" rtlCol="0">
            <a:spAutoFit/>
          </a:bodyPr>
          <a:lstStyle/>
          <a:p>
            <a:pPr marL="12700" marR="5080" lvl="0" indent="0" defTabSz="914400" eaLnBrk="1" fontAlgn="auto" latinLnBrk="0" hangingPunct="1">
              <a:lnSpc>
                <a:spcPct val="107700"/>
              </a:lnSpc>
              <a:spcBef>
                <a:spcPts val="100"/>
              </a:spcBef>
              <a:spcAft>
                <a:spcPts val="0"/>
              </a:spcAft>
              <a:buClrTx/>
              <a:buSzTx/>
              <a:buFontTx/>
              <a:buNone/>
              <a:tabLst/>
              <a:defRPr/>
            </a:pPr>
            <a:r>
              <a:rPr kumimoji="0" sz="2200" b="1" i="0" u="none" strike="noStrike" kern="0" cap="none" spc="-45" normalizeH="0" baseline="0" noProof="0" dirty="0">
                <a:ln>
                  <a:noFill/>
                </a:ln>
                <a:solidFill>
                  <a:srgbClr val="0F42D2"/>
                </a:solidFill>
                <a:effectLst/>
                <a:uLnTx/>
                <a:uFillTx/>
                <a:latin typeface="Trebuchet MS"/>
                <a:cs typeface="Trebuchet MS"/>
              </a:rPr>
              <a:t>wis2box</a:t>
            </a:r>
            <a:r>
              <a:rPr kumimoji="0" sz="2200" b="1" i="0" u="none" strike="noStrike" kern="0" cap="none" spc="-185" normalizeH="0" baseline="0" noProof="0" dirty="0">
                <a:ln>
                  <a:noFill/>
                </a:ln>
                <a:solidFill>
                  <a:srgbClr val="0F42D2"/>
                </a:solidFill>
                <a:effectLst/>
                <a:uLnTx/>
                <a:uFillTx/>
                <a:latin typeface="Trebuchet MS"/>
                <a:cs typeface="Trebuchet MS"/>
              </a:rPr>
              <a:t> </a:t>
            </a:r>
            <a:r>
              <a:rPr kumimoji="0" sz="2200" b="1" i="0" u="none" strike="noStrike" kern="0" cap="none" spc="65" normalizeH="0" baseline="0" noProof="0" dirty="0">
                <a:ln>
                  <a:noFill/>
                </a:ln>
                <a:solidFill>
                  <a:srgbClr val="0F42D2"/>
                </a:solidFill>
                <a:effectLst/>
                <a:uLnTx/>
                <a:uFillTx/>
                <a:latin typeface="Trebuchet MS"/>
                <a:cs typeface="Trebuchet MS"/>
              </a:rPr>
              <a:t>uses</a:t>
            </a:r>
            <a:r>
              <a:rPr kumimoji="0" sz="2200" b="1" i="0" u="none" strike="noStrike" kern="0" cap="none" spc="-165" normalizeH="0" baseline="0" noProof="0" dirty="0">
                <a:ln>
                  <a:noFill/>
                </a:ln>
                <a:solidFill>
                  <a:srgbClr val="0F42D2"/>
                </a:solidFill>
                <a:effectLst/>
                <a:uLnTx/>
                <a:uFillTx/>
                <a:latin typeface="Trebuchet MS"/>
                <a:cs typeface="Trebuchet MS"/>
              </a:rPr>
              <a:t> </a:t>
            </a:r>
            <a:r>
              <a:rPr kumimoji="0" sz="2200" b="1" i="0" u="none" strike="noStrike" kern="0" cap="none" spc="-10" normalizeH="0" baseline="0" noProof="0" dirty="0">
                <a:ln>
                  <a:noFill/>
                </a:ln>
                <a:solidFill>
                  <a:srgbClr val="0F42D2"/>
                </a:solidFill>
                <a:effectLst/>
                <a:uLnTx/>
                <a:uFillTx/>
                <a:latin typeface="Trebuchet MS"/>
                <a:cs typeface="Trebuchet MS"/>
              </a:rPr>
              <a:t>Docker</a:t>
            </a:r>
            <a:r>
              <a:rPr kumimoji="0" sz="2200" b="1" i="0" u="none" strike="noStrike" kern="0" cap="none" spc="-175" normalizeH="0" baseline="0" noProof="0" dirty="0">
                <a:ln>
                  <a:noFill/>
                </a:ln>
                <a:solidFill>
                  <a:srgbClr val="0F42D2"/>
                </a:solidFill>
                <a:effectLst/>
                <a:uLnTx/>
                <a:uFillTx/>
                <a:latin typeface="Trebuchet MS"/>
                <a:cs typeface="Trebuchet MS"/>
              </a:rPr>
              <a:t> </a:t>
            </a:r>
            <a:r>
              <a:rPr kumimoji="0" sz="2200" b="1" i="0" u="none" strike="noStrike" kern="0" cap="none" spc="0" normalizeH="0" baseline="0" noProof="0" dirty="0">
                <a:ln>
                  <a:noFill/>
                </a:ln>
                <a:solidFill>
                  <a:srgbClr val="0F42D2"/>
                </a:solidFill>
                <a:effectLst/>
                <a:uLnTx/>
                <a:uFillTx/>
                <a:latin typeface="Trebuchet MS"/>
                <a:cs typeface="Trebuchet MS"/>
              </a:rPr>
              <a:t>and</a:t>
            </a:r>
            <a:r>
              <a:rPr kumimoji="0" sz="2200" b="1" i="0" u="none" strike="noStrike" kern="0" cap="none" spc="-190" normalizeH="0" baseline="0" noProof="0" dirty="0">
                <a:ln>
                  <a:noFill/>
                </a:ln>
                <a:solidFill>
                  <a:srgbClr val="0F42D2"/>
                </a:solidFill>
                <a:effectLst/>
                <a:uLnTx/>
                <a:uFillTx/>
                <a:latin typeface="Trebuchet MS"/>
                <a:cs typeface="Trebuchet MS"/>
              </a:rPr>
              <a:t> </a:t>
            </a:r>
            <a:r>
              <a:rPr kumimoji="0" sz="2200" b="1" i="0" u="none" strike="noStrike" kern="0" cap="none" spc="-10" normalizeH="0" baseline="0" noProof="0" dirty="0">
                <a:ln>
                  <a:noFill/>
                </a:ln>
                <a:solidFill>
                  <a:srgbClr val="0F42D2"/>
                </a:solidFill>
                <a:effectLst/>
                <a:uLnTx/>
                <a:uFillTx/>
                <a:latin typeface="Trebuchet MS"/>
                <a:cs typeface="Trebuchet MS"/>
              </a:rPr>
              <a:t>Docker</a:t>
            </a:r>
            <a:r>
              <a:rPr kumimoji="0" sz="2200" b="1" i="0" u="none" strike="noStrike" kern="0" cap="none" spc="-185" normalizeH="0" baseline="0" noProof="0" dirty="0">
                <a:ln>
                  <a:noFill/>
                </a:ln>
                <a:solidFill>
                  <a:srgbClr val="0F42D2"/>
                </a:solidFill>
                <a:effectLst/>
                <a:uLnTx/>
                <a:uFillTx/>
                <a:latin typeface="Trebuchet MS"/>
                <a:cs typeface="Trebuchet MS"/>
              </a:rPr>
              <a:t> </a:t>
            </a:r>
            <a:r>
              <a:rPr kumimoji="0" sz="2200" b="1" i="0" u="none" strike="noStrike" kern="0" cap="none" spc="45" normalizeH="0" baseline="0" noProof="0" dirty="0">
                <a:ln>
                  <a:noFill/>
                </a:ln>
                <a:solidFill>
                  <a:srgbClr val="0F42D2"/>
                </a:solidFill>
                <a:effectLst/>
                <a:uLnTx/>
                <a:uFillTx/>
                <a:latin typeface="Trebuchet MS"/>
                <a:cs typeface="Trebuchet MS"/>
              </a:rPr>
              <a:t>Compose</a:t>
            </a:r>
            <a:r>
              <a:rPr kumimoji="0" sz="2200" b="1" i="0" u="none" strike="noStrike" kern="0" cap="none" spc="-175" normalizeH="0" baseline="0" noProof="0" dirty="0">
                <a:ln>
                  <a:noFill/>
                </a:ln>
                <a:solidFill>
                  <a:srgbClr val="0F42D2"/>
                </a:solidFill>
                <a:effectLst/>
                <a:uLnTx/>
                <a:uFillTx/>
                <a:latin typeface="Trebuchet MS"/>
                <a:cs typeface="Trebuchet MS"/>
              </a:rPr>
              <a:t> </a:t>
            </a:r>
            <a:r>
              <a:rPr kumimoji="0" sz="2200" b="1" i="0" u="none" strike="noStrike" kern="0" cap="none" spc="-65" normalizeH="0" baseline="0" noProof="0" dirty="0">
                <a:ln>
                  <a:noFill/>
                </a:ln>
                <a:solidFill>
                  <a:srgbClr val="0F42D2"/>
                </a:solidFill>
                <a:effectLst/>
                <a:uLnTx/>
                <a:uFillTx/>
                <a:latin typeface="Trebuchet MS"/>
                <a:cs typeface="Trebuchet MS"/>
              </a:rPr>
              <a:t>to</a:t>
            </a:r>
            <a:r>
              <a:rPr kumimoji="0" sz="2200" b="1" i="0" u="none" strike="noStrike" kern="0" cap="none" spc="-175" normalizeH="0" baseline="0" noProof="0" dirty="0">
                <a:ln>
                  <a:noFill/>
                </a:ln>
                <a:solidFill>
                  <a:srgbClr val="0F42D2"/>
                </a:solidFill>
                <a:effectLst/>
                <a:uLnTx/>
                <a:uFillTx/>
                <a:latin typeface="Trebuchet MS"/>
                <a:cs typeface="Trebuchet MS"/>
              </a:rPr>
              <a:t> </a:t>
            </a:r>
            <a:r>
              <a:rPr kumimoji="0" sz="2200" b="1" i="0" u="none" strike="noStrike" kern="0" cap="none" spc="-55" normalizeH="0" baseline="0" noProof="0" dirty="0">
                <a:ln>
                  <a:noFill/>
                </a:ln>
                <a:solidFill>
                  <a:srgbClr val="0F42D2"/>
                </a:solidFill>
                <a:effectLst/>
                <a:uLnTx/>
                <a:uFillTx/>
                <a:latin typeface="Trebuchet MS"/>
                <a:cs typeface="Trebuchet MS"/>
              </a:rPr>
              <a:t>define</a:t>
            </a:r>
            <a:r>
              <a:rPr kumimoji="0" sz="2200" b="1" i="0" u="none" strike="noStrike" kern="0" cap="none" spc="-195" normalizeH="0" baseline="0" noProof="0" dirty="0">
                <a:ln>
                  <a:noFill/>
                </a:ln>
                <a:solidFill>
                  <a:srgbClr val="0F42D2"/>
                </a:solidFill>
                <a:effectLst/>
                <a:uLnTx/>
                <a:uFillTx/>
                <a:latin typeface="Trebuchet MS"/>
                <a:cs typeface="Trebuchet MS"/>
              </a:rPr>
              <a:t> </a:t>
            </a:r>
            <a:r>
              <a:rPr kumimoji="0" sz="2200" b="1" i="0" u="none" strike="noStrike" kern="0" cap="none" spc="0" normalizeH="0" baseline="0" noProof="0" dirty="0">
                <a:ln>
                  <a:noFill/>
                </a:ln>
                <a:solidFill>
                  <a:srgbClr val="0F42D2"/>
                </a:solidFill>
                <a:effectLst/>
                <a:uLnTx/>
                <a:uFillTx/>
                <a:latin typeface="Trebuchet MS"/>
                <a:cs typeface="Trebuchet MS"/>
              </a:rPr>
              <a:t>a</a:t>
            </a:r>
            <a:r>
              <a:rPr kumimoji="0" sz="2200" b="1" i="0" u="none" strike="noStrike" kern="0" cap="none" spc="-185" normalizeH="0" baseline="0" noProof="0" dirty="0">
                <a:ln>
                  <a:noFill/>
                </a:ln>
                <a:solidFill>
                  <a:srgbClr val="0F42D2"/>
                </a:solidFill>
                <a:effectLst/>
                <a:uLnTx/>
                <a:uFillTx/>
                <a:latin typeface="Trebuchet MS"/>
                <a:cs typeface="Trebuchet MS"/>
              </a:rPr>
              <a:t> </a:t>
            </a:r>
            <a:r>
              <a:rPr kumimoji="0" sz="2200" b="1" i="0" u="none" strike="noStrike" kern="0" cap="none" spc="0" normalizeH="0" baseline="0" noProof="0" dirty="0">
                <a:ln>
                  <a:noFill/>
                </a:ln>
                <a:solidFill>
                  <a:srgbClr val="0F42D2"/>
                </a:solidFill>
                <a:effectLst/>
                <a:uLnTx/>
                <a:uFillTx/>
                <a:latin typeface="Trebuchet MS"/>
                <a:cs typeface="Trebuchet MS"/>
              </a:rPr>
              <a:t>set</a:t>
            </a:r>
            <a:r>
              <a:rPr kumimoji="0" sz="2200" b="1" i="0" u="none" strike="noStrike" kern="0" cap="none" spc="-185" normalizeH="0" baseline="0" noProof="0" dirty="0">
                <a:ln>
                  <a:noFill/>
                </a:ln>
                <a:solidFill>
                  <a:srgbClr val="0F42D2"/>
                </a:solidFill>
                <a:effectLst/>
                <a:uLnTx/>
                <a:uFillTx/>
                <a:latin typeface="Trebuchet MS"/>
                <a:cs typeface="Trebuchet MS"/>
              </a:rPr>
              <a:t> </a:t>
            </a:r>
            <a:r>
              <a:rPr kumimoji="0" sz="2200" b="1" i="0" u="none" strike="noStrike" kern="0" cap="none" spc="-50" normalizeH="0" baseline="0" noProof="0" dirty="0">
                <a:ln>
                  <a:noFill/>
                </a:ln>
                <a:solidFill>
                  <a:srgbClr val="0F42D2"/>
                </a:solidFill>
                <a:effectLst/>
                <a:uLnTx/>
                <a:uFillTx/>
                <a:latin typeface="Trebuchet MS"/>
                <a:cs typeface="Trebuchet MS"/>
              </a:rPr>
              <a:t>of</a:t>
            </a:r>
            <a:r>
              <a:rPr kumimoji="0" sz="2200" b="1" i="0" u="none" strike="noStrike" kern="0" cap="none" spc="-190" normalizeH="0" baseline="0" noProof="0" dirty="0">
                <a:ln>
                  <a:noFill/>
                </a:ln>
                <a:solidFill>
                  <a:srgbClr val="0F42D2"/>
                </a:solidFill>
                <a:effectLst/>
                <a:uLnTx/>
                <a:uFillTx/>
                <a:latin typeface="Trebuchet MS"/>
                <a:cs typeface="Trebuchet MS"/>
              </a:rPr>
              <a:t> </a:t>
            </a:r>
            <a:r>
              <a:rPr kumimoji="0" sz="2200" b="1" i="0" u="none" strike="noStrike" kern="0" cap="none" spc="-10" normalizeH="0" baseline="0" noProof="0" dirty="0">
                <a:ln>
                  <a:noFill/>
                </a:ln>
                <a:solidFill>
                  <a:srgbClr val="0F42D2"/>
                </a:solidFill>
                <a:effectLst/>
                <a:uLnTx/>
                <a:uFillTx/>
                <a:latin typeface="Trebuchet MS"/>
                <a:cs typeface="Trebuchet MS"/>
              </a:rPr>
              <a:t>services </a:t>
            </a:r>
            <a:r>
              <a:rPr kumimoji="0" sz="2200" b="0" i="0" u="none" strike="noStrike" kern="0" cap="none" spc="0" normalizeH="0" baseline="0" noProof="0" dirty="0">
                <a:ln>
                  <a:noFill/>
                </a:ln>
                <a:solidFill>
                  <a:sysClr val="windowText" lastClr="000000"/>
                </a:solidFill>
                <a:effectLst/>
                <a:uLnTx/>
                <a:uFillTx/>
                <a:latin typeface="Trebuchet MS"/>
                <a:cs typeface="Trebuchet MS"/>
              </a:rPr>
              <a:t>Using</a:t>
            </a:r>
            <a:r>
              <a:rPr kumimoji="0" sz="2200" b="0" i="0" u="none" strike="noStrike" kern="0" cap="none" spc="-175" normalizeH="0" baseline="0" noProof="0" dirty="0">
                <a:ln>
                  <a:noFill/>
                </a:ln>
                <a:solidFill>
                  <a:sysClr val="windowText" lastClr="000000"/>
                </a:solidFill>
                <a:effectLst/>
                <a:uLnTx/>
                <a:uFillTx/>
                <a:latin typeface="Trebuchet MS"/>
                <a:cs typeface="Trebuchet MS"/>
              </a:rPr>
              <a:t> </a:t>
            </a:r>
            <a:r>
              <a:rPr kumimoji="0" sz="2200" b="0" i="0" u="none" strike="noStrike" kern="0" cap="none" spc="-80" normalizeH="0" baseline="0" noProof="0" dirty="0">
                <a:ln>
                  <a:noFill/>
                </a:ln>
                <a:solidFill>
                  <a:sysClr val="windowText" lastClr="000000"/>
                </a:solidFill>
                <a:effectLst/>
                <a:uLnTx/>
                <a:uFillTx/>
                <a:latin typeface="Trebuchet MS"/>
                <a:cs typeface="Trebuchet MS"/>
              </a:rPr>
              <a:t>pre-</a:t>
            </a:r>
            <a:r>
              <a:rPr kumimoji="0" sz="2200" b="0" i="0" u="none" strike="noStrike" kern="0" cap="none" spc="-70" normalizeH="0" baseline="0" noProof="0" dirty="0">
                <a:ln>
                  <a:noFill/>
                </a:ln>
                <a:solidFill>
                  <a:sysClr val="windowText" lastClr="000000"/>
                </a:solidFill>
                <a:effectLst/>
                <a:uLnTx/>
                <a:uFillTx/>
                <a:latin typeface="Trebuchet MS"/>
                <a:cs typeface="Trebuchet MS"/>
              </a:rPr>
              <a:t>built</a:t>
            </a:r>
            <a:r>
              <a:rPr kumimoji="0" sz="2200" b="0" i="0" u="none" strike="noStrike" kern="0" cap="none" spc="-150" normalizeH="0" baseline="0" noProof="0" dirty="0">
                <a:ln>
                  <a:noFill/>
                </a:ln>
                <a:solidFill>
                  <a:sysClr val="windowText" lastClr="000000"/>
                </a:solidFill>
                <a:effectLst/>
                <a:uLnTx/>
                <a:uFillTx/>
                <a:latin typeface="Trebuchet MS"/>
                <a:cs typeface="Trebuchet MS"/>
              </a:rPr>
              <a:t> </a:t>
            </a:r>
            <a:r>
              <a:rPr kumimoji="0" sz="2200" b="0" i="0" u="none" strike="noStrike" kern="0" cap="none" spc="-10" normalizeH="0" baseline="0" noProof="0" dirty="0">
                <a:ln>
                  <a:noFill/>
                </a:ln>
                <a:solidFill>
                  <a:sysClr val="windowText" lastClr="000000"/>
                </a:solidFill>
                <a:effectLst/>
                <a:uLnTx/>
                <a:uFillTx/>
                <a:latin typeface="Trebuchet MS"/>
                <a:cs typeface="Trebuchet MS"/>
              </a:rPr>
              <a:t>Docker</a:t>
            </a:r>
            <a:r>
              <a:rPr kumimoji="0" sz="2200" b="0" i="0" u="none" strike="noStrike" kern="0" cap="none" spc="-160" normalizeH="0" baseline="0" noProof="0" dirty="0">
                <a:ln>
                  <a:noFill/>
                </a:ln>
                <a:solidFill>
                  <a:sysClr val="windowText" lastClr="000000"/>
                </a:solidFill>
                <a:effectLst/>
                <a:uLnTx/>
                <a:uFillTx/>
                <a:latin typeface="Trebuchet MS"/>
                <a:cs typeface="Trebuchet MS"/>
              </a:rPr>
              <a:t> </a:t>
            </a:r>
            <a:r>
              <a:rPr kumimoji="0" sz="2200" b="0" i="0" u="none" strike="noStrike" kern="0" cap="none" spc="0" normalizeH="0" baseline="0" noProof="0" dirty="0">
                <a:ln>
                  <a:noFill/>
                </a:ln>
                <a:solidFill>
                  <a:sysClr val="windowText" lastClr="000000"/>
                </a:solidFill>
                <a:effectLst/>
                <a:uLnTx/>
                <a:uFillTx/>
                <a:latin typeface="Trebuchet MS"/>
                <a:cs typeface="Trebuchet MS"/>
              </a:rPr>
              <a:t>images</a:t>
            </a:r>
            <a:r>
              <a:rPr kumimoji="0" sz="2200" b="0" i="0" u="none" strike="noStrike" kern="0" cap="none" spc="-145" normalizeH="0" baseline="0" noProof="0" dirty="0">
                <a:ln>
                  <a:noFill/>
                </a:ln>
                <a:solidFill>
                  <a:sysClr val="windowText" lastClr="000000"/>
                </a:solidFill>
                <a:effectLst/>
                <a:uLnTx/>
                <a:uFillTx/>
                <a:latin typeface="Trebuchet MS"/>
                <a:cs typeface="Trebuchet MS"/>
              </a:rPr>
              <a:t> </a:t>
            </a:r>
            <a:r>
              <a:rPr kumimoji="0" sz="2200" b="0" i="0" u="none" strike="noStrike" kern="0" cap="none" spc="-80" normalizeH="0" baseline="0" noProof="0" dirty="0">
                <a:ln>
                  <a:noFill/>
                </a:ln>
                <a:solidFill>
                  <a:sysClr val="windowText" lastClr="000000"/>
                </a:solidFill>
                <a:effectLst/>
                <a:uLnTx/>
                <a:uFillTx/>
                <a:latin typeface="Trebuchet MS"/>
                <a:cs typeface="Trebuchet MS"/>
              </a:rPr>
              <a:t>to</a:t>
            </a:r>
            <a:r>
              <a:rPr kumimoji="0" sz="2200" b="0" i="0" u="none" strike="noStrike" kern="0" cap="none" spc="-165" normalizeH="0" baseline="0" noProof="0" dirty="0">
                <a:ln>
                  <a:noFill/>
                </a:ln>
                <a:solidFill>
                  <a:sysClr val="windowText" lastClr="000000"/>
                </a:solidFill>
                <a:effectLst/>
                <a:uLnTx/>
                <a:uFillTx/>
                <a:latin typeface="Trebuchet MS"/>
                <a:cs typeface="Trebuchet MS"/>
              </a:rPr>
              <a:t> </a:t>
            </a:r>
            <a:r>
              <a:rPr kumimoji="0" sz="2200" b="0" i="0" u="none" strike="noStrike" kern="0" cap="none" spc="-75" normalizeH="0" baseline="0" noProof="0" dirty="0">
                <a:ln>
                  <a:noFill/>
                </a:ln>
                <a:solidFill>
                  <a:sysClr val="windowText" lastClr="000000"/>
                </a:solidFill>
                <a:effectLst/>
                <a:uLnTx/>
                <a:uFillTx/>
                <a:latin typeface="Trebuchet MS"/>
                <a:cs typeface="Trebuchet MS"/>
              </a:rPr>
              <a:t>create</a:t>
            </a:r>
            <a:r>
              <a:rPr kumimoji="0" sz="2200" b="0" i="0" u="none" strike="noStrike" kern="0" cap="none" spc="-145" normalizeH="0" baseline="0" noProof="0" dirty="0">
                <a:ln>
                  <a:noFill/>
                </a:ln>
                <a:solidFill>
                  <a:sysClr val="windowText" lastClr="000000"/>
                </a:solidFill>
                <a:effectLst/>
                <a:uLnTx/>
                <a:uFillTx/>
                <a:latin typeface="Trebuchet MS"/>
                <a:cs typeface="Trebuchet MS"/>
              </a:rPr>
              <a:t> </a:t>
            </a:r>
            <a:r>
              <a:rPr kumimoji="0" sz="2200" b="0" i="0" u="none" strike="noStrike" kern="0" cap="none" spc="-30" normalizeH="0" baseline="0" noProof="0" dirty="0">
                <a:ln>
                  <a:noFill/>
                </a:ln>
                <a:solidFill>
                  <a:sysClr val="windowText" lastClr="000000"/>
                </a:solidFill>
                <a:effectLst/>
                <a:uLnTx/>
                <a:uFillTx/>
                <a:latin typeface="Trebuchet MS"/>
                <a:cs typeface="Trebuchet MS"/>
              </a:rPr>
              <a:t>containers</a:t>
            </a:r>
            <a:r>
              <a:rPr kumimoji="0" sz="2200" b="0" i="0" u="none" strike="noStrike" kern="0" cap="none" spc="-130" normalizeH="0" baseline="0" noProof="0" dirty="0">
                <a:ln>
                  <a:noFill/>
                </a:ln>
                <a:solidFill>
                  <a:sysClr val="windowText" lastClr="000000"/>
                </a:solidFill>
                <a:effectLst/>
                <a:uLnTx/>
                <a:uFillTx/>
                <a:latin typeface="Trebuchet MS"/>
                <a:cs typeface="Trebuchet MS"/>
              </a:rPr>
              <a:t> </a:t>
            </a:r>
            <a:r>
              <a:rPr kumimoji="0" sz="2200" b="0" i="0" u="none" strike="noStrike" kern="0" cap="none" spc="-65" normalizeH="0" baseline="0" noProof="0" dirty="0">
                <a:ln>
                  <a:noFill/>
                </a:ln>
                <a:solidFill>
                  <a:sysClr val="windowText" lastClr="000000"/>
                </a:solidFill>
                <a:effectLst/>
                <a:uLnTx/>
                <a:uFillTx/>
                <a:latin typeface="Trebuchet MS"/>
                <a:cs typeface="Trebuchet MS"/>
              </a:rPr>
              <a:t>providing</a:t>
            </a:r>
            <a:r>
              <a:rPr kumimoji="0" sz="2200" b="0" i="0" u="none" strike="noStrike" kern="0" cap="none" spc="-155" normalizeH="0" baseline="0" noProof="0" dirty="0">
                <a:ln>
                  <a:noFill/>
                </a:ln>
                <a:solidFill>
                  <a:sysClr val="windowText" lastClr="000000"/>
                </a:solidFill>
                <a:effectLst/>
                <a:uLnTx/>
                <a:uFillTx/>
                <a:latin typeface="Trebuchet MS"/>
                <a:cs typeface="Trebuchet MS"/>
              </a:rPr>
              <a:t> </a:t>
            </a:r>
            <a:r>
              <a:rPr kumimoji="0" sz="2200" b="0" i="0" u="none" strike="noStrike" kern="0" cap="none" spc="0" normalizeH="0" baseline="0" noProof="0" dirty="0">
                <a:ln>
                  <a:noFill/>
                </a:ln>
                <a:solidFill>
                  <a:sysClr val="windowText" lastClr="000000"/>
                </a:solidFill>
                <a:effectLst/>
                <a:uLnTx/>
                <a:uFillTx/>
                <a:latin typeface="Trebuchet MS"/>
                <a:cs typeface="Trebuchet MS"/>
              </a:rPr>
              <a:t>a</a:t>
            </a:r>
            <a:r>
              <a:rPr kumimoji="0" sz="2200" b="0" i="0" u="none" strike="noStrike" kern="0" cap="none" spc="-175" normalizeH="0" baseline="0" noProof="0" dirty="0">
                <a:ln>
                  <a:noFill/>
                </a:ln>
                <a:solidFill>
                  <a:sysClr val="windowText" lastClr="000000"/>
                </a:solidFill>
                <a:effectLst/>
                <a:uLnTx/>
                <a:uFillTx/>
                <a:latin typeface="Trebuchet MS"/>
                <a:cs typeface="Trebuchet MS"/>
              </a:rPr>
              <a:t> </a:t>
            </a:r>
            <a:r>
              <a:rPr kumimoji="0" sz="2200" b="0" i="0" u="none" strike="noStrike" kern="0" cap="none" spc="-25" normalizeH="0" baseline="0" noProof="0" dirty="0">
                <a:ln>
                  <a:noFill/>
                </a:ln>
                <a:solidFill>
                  <a:sysClr val="windowText" lastClr="000000"/>
                </a:solidFill>
                <a:effectLst/>
                <a:uLnTx/>
                <a:uFillTx/>
                <a:latin typeface="Trebuchet MS"/>
                <a:cs typeface="Trebuchet MS"/>
              </a:rPr>
              <a:t>specific</a:t>
            </a:r>
            <a:r>
              <a:rPr kumimoji="0" sz="2200" b="0" i="0" u="none" strike="noStrike" kern="0" cap="none" spc="-145" normalizeH="0" baseline="0" noProof="0" dirty="0">
                <a:ln>
                  <a:noFill/>
                </a:ln>
                <a:solidFill>
                  <a:sysClr val="windowText" lastClr="000000"/>
                </a:solidFill>
                <a:effectLst/>
                <a:uLnTx/>
                <a:uFillTx/>
                <a:latin typeface="Trebuchet MS"/>
                <a:cs typeface="Trebuchet MS"/>
              </a:rPr>
              <a:t> </a:t>
            </a:r>
            <a:r>
              <a:rPr kumimoji="0" sz="2200" b="0" i="0" u="none" strike="noStrike" kern="0" cap="none" spc="-10" normalizeH="0" baseline="0" noProof="0" dirty="0">
                <a:ln>
                  <a:noFill/>
                </a:ln>
                <a:solidFill>
                  <a:sysClr val="windowText" lastClr="000000"/>
                </a:solidFill>
                <a:effectLst/>
                <a:uLnTx/>
                <a:uFillTx/>
                <a:latin typeface="Trebuchet MS"/>
                <a:cs typeface="Trebuchet MS"/>
              </a:rPr>
              <a:t>service </a:t>
            </a:r>
            <a:r>
              <a:rPr kumimoji="0" sz="2200" b="1" i="0" u="sng" strike="noStrike" kern="0" cap="none" spc="-60" normalizeH="0" baseline="0" noProof="0" dirty="0">
                <a:ln>
                  <a:noFill/>
                </a:ln>
                <a:solidFill>
                  <a:sysClr val="windowText" lastClr="000000"/>
                </a:solidFill>
                <a:effectLst/>
                <a:uLnTx/>
                <a:uFill>
                  <a:solidFill>
                    <a:srgbClr val="000000"/>
                  </a:solidFill>
                </a:uFill>
                <a:latin typeface="Trebuchet MS"/>
                <a:cs typeface="Trebuchet MS"/>
              </a:rPr>
              <a:t>NOTE:</a:t>
            </a:r>
            <a:r>
              <a:rPr kumimoji="0" sz="2200" b="1" i="0" u="sng" strike="noStrike" kern="0" cap="none" spc="-18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50" normalizeH="0" baseline="0" noProof="0" dirty="0">
                <a:ln>
                  <a:noFill/>
                </a:ln>
                <a:solidFill>
                  <a:sysClr val="windowText" lastClr="000000"/>
                </a:solidFill>
                <a:effectLst/>
                <a:uLnTx/>
                <a:uFill>
                  <a:solidFill>
                    <a:srgbClr val="000000"/>
                  </a:solidFill>
                </a:uFill>
                <a:latin typeface="Trebuchet MS"/>
                <a:cs typeface="Trebuchet MS"/>
              </a:rPr>
              <a:t>you</a:t>
            </a:r>
            <a:r>
              <a:rPr kumimoji="0" sz="2200" b="1" i="0" u="sng" strike="noStrike" kern="0" cap="none" spc="-18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do</a:t>
            </a:r>
            <a:r>
              <a:rPr kumimoji="0" sz="2200" b="1" i="0" u="sng" strike="noStrike" kern="0" cap="none" spc="-19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50" normalizeH="0" baseline="0" noProof="0" dirty="0">
                <a:ln>
                  <a:noFill/>
                </a:ln>
                <a:solidFill>
                  <a:sysClr val="windowText" lastClr="000000"/>
                </a:solidFill>
                <a:effectLst/>
                <a:uLnTx/>
                <a:uFill>
                  <a:solidFill>
                    <a:srgbClr val="000000"/>
                  </a:solidFill>
                </a:uFill>
                <a:latin typeface="Trebuchet MS"/>
                <a:cs typeface="Trebuchet MS"/>
              </a:rPr>
              <a:t>not</a:t>
            </a:r>
            <a:r>
              <a:rPr kumimoji="0" sz="2200" b="1" i="0" u="sng" strike="noStrike" kern="0" cap="none" spc="-18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35" normalizeH="0" baseline="0" noProof="0" dirty="0">
                <a:ln>
                  <a:noFill/>
                </a:ln>
                <a:solidFill>
                  <a:sysClr val="windowText" lastClr="000000"/>
                </a:solidFill>
                <a:effectLst/>
                <a:uLnTx/>
                <a:uFill>
                  <a:solidFill>
                    <a:srgbClr val="000000"/>
                  </a:solidFill>
                </a:uFill>
                <a:latin typeface="Trebuchet MS"/>
                <a:cs typeface="Trebuchet MS"/>
              </a:rPr>
              <a:t>need</a:t>
            </a:r>
            <a:r>
              <a:rPr kumimoji="0" sz="2200" b="1" i="0" u="sng" strike="noStrike" kern="0" cap="none" spc="-18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65" normalizeH="0" baseline="0" noProof="0" dirty="0">
                <a:ln>
                  <a:noFill/>
                </a:ln>
                <a:solidFill>
                  <a:sysClr val="windowText" lastClr="000000"/>
                </a:solidFill>
                <a:effectLst/>
                <a:uLnTx/>
                <a:uFill>
                  <a:solidFill>
                    <a:srgbClr val="000000"/>
                  </a:solidFill>
                </a:uFill>
                <a:latin typeface="Trebuchet MS"/>
                <a:cs typeface="Trebuchet MS"/>
              </a:rPr>
              <a:t>to</a:t>
            </a:r>
            <a:r>
              <a:rPr kumimoji="0" sz="2200" b="1" i="0" u="sng" strike="noStrike" kern="0" cap="none" spc="-19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30" normalizeH="0" baseline="0" noProof="0" dirty="0">
                <a:ln>
                  <a:noFill/>
                </a:ln>
                <a:solidFill>
                  <a:sysClr val="windowText" lastClr="000000"/>
                </a:solidFill>
                <a:effectLst/>
                <a:uLnTx/>
                <a:uFill>
                  <a:solidFill>
                    <a:srgbClr val="000000"/>
                  </a:solidFill>
                </a:uFill>
                <a:latin typeface="Trebuchet MS"/>
                <a:cs typeface="Trebuchet MS"/>
              </a:rPr>
              <a:t>be</a:t>
            </a:r>
            <a:r>
              <a:rPr kumimoji="0" sz="2200" b="1" i="0" u="sng" strike="noStrike" kern="0" cap="none" spc="-18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50" normalizeH="0" baseline="0" noProof="0" dirty="0">
                <a:ln>
                  <a:noFill/>
                </a:ln>
                <a:solidFill>
                  <a:sysClr val="windowText" lastClr="000000"/>
                </a:solidFill>
                <a:effectLst/>
                <a:uLnTx/>
                <a:uFill>
                  <a:solidFill>
                    <a:srgbClr val="000000"/>
                  </a:solidFill>
                </a:uFill>
                <a:latin typeface="Trebuchet MS"/>
                <a:cs typeface="Trebuchet MS"/>
              </a:rPr>
              <a:t>familiar</a:t>
            </a:r>
            <a:r>
              <a:rPr kumimoji="0" sz="2200" b="1" i="0" u="sng" strike="noStrike" kern="0" cap="none" spc="-20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80" normalizeH="0" baseline="0" noProof="0" dirty="0">
                <a:ln>
                  <a:noFill/>
                </a:ln>
                <a:solidFill>
                  <a:sysClr val="windowText" lastClr="000000"/>
                </a:solidFill>
                <a:effectLst/>
                <a:uLnTx/>
                <a:uFill>
                  <a:solidFill>
                    <a:srgbClr val="000000"/>
                  </a:solidFill>
                </a:uFill>
                <a:latin typeface="Trebuchet MS"/>
                <a:cs typeface="Trebuchet MS"/>
              </a:rPr>
              <a:t>with</a:t>
            </a:r>
            <a:r>
              <a:rPr kumimoji="0" sz="2200" b="1" i="0" u="sng" strike="noStrike" kern="0" cap="none" spc="-17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Docker</a:t>
            </a:r>
            <a:r>
              <a:rPr kumimoji="0" sz="2200" b="1" i="0" u="sng" strike="noStrike" kern="0" cap="none" spc="-17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65" normalizeH="0" baseline="0" noProof="0" dirty="0">
                <a:ln>
                  <a:noFill/>
                </a:ln>
                <a:solidFill>
                  <a:sysClr val="windowText" lastClr="000000"/>
                </a:solidFill>
                <a:effectLst/>
                <a:uLnTx/>
                <a:uFill>
                  <a:solidFill>
                    <a:srgbClr val="000000"/>
                  </a:solidFill>
                </a:uFill>
                <a:latin typeface="Trebuchet MS"/>
                <a:cs typeface="Trebuchet MS"/>
              </a:rPr>
              <a:t>to</a:t>
            </a:r>
            <a:r>
              <a:rPr kumimoji="0" sz="2200" b="1" i="0" u="sng" strike="noStrike" kern="0" cap="none" spc="-185"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75" normalizeH="0" baseline="0" noProof="0" dirty="0">
                <a:ln>
                  <a:noFill/>
                </a:ln>
                <a:solidFill>
                  <a:sysClr val="windowText" lastClr="000000"/>
                </a:solidFill>
                <a:effectLst/>
                <a:uLnTx/>
                <a:uFill>
                  <a:solidFill>
                    <a:srgbClr val="000000"/>
                  </a:solidFill>
                </a:uFill>
                <a:latin typeface="Trebuchet MS"/>
                <a:cs typeface="Trebuchet MS"/>
              </a:rPr>
              <a:t>run</a:t>
            </a:r>
            <a:r>
              <a:rPr kumimoji="0" sz="2200" b="1" i="0" u="sng" strike="noStrike" kern="0" cap="none" spc="-190" normalizeH="0" baseline="0" noProof="0" dirty="0">
                <a:ln>
                  <a:noFill/>
                </a:ln>
                <a:solidFill>
                  <a:sysClr val="windowText" lastClr="000000"/>
                </a:solidFill>
                <a:effectLst/>
                <a:uLnTx/>
                <a:uFill>
                  <a:solidFill>
                    <a:srgbClr val="000000"/>
                  </a:solidFill>
                </a:uFill>
                <a:latin typeface="Trebuchet MS"/>
                <a:cs typeface="Trebuchet MS"/>
              </a:rPr>
              <a:t> </a:t>
            </a:r>
            <a:r>
              <a:rPr kumimoji="0" sz="2200" b="1"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wis2box</a:t>
            </a:r>
            <a:endParaRPr kumimoji="0" sz="2200" b="0" i="0" u="none" strike="noStrike" kern="0" cap="none" spc="0" normalizeH="0" baseline="0" noProof="0">
              <a:ln>
                <a:noFill/>
              </a:ln>
              <a:solidFill>
                <a:sysClr val="windowText" lastClr="000000"/>
              </a:solidFill>
              <a:effectLst/>
              <a:uLnTx/>
              <a:uFillTx/>
              <a:latin typeface="Trebuchet MS"/>
              <a:cs typeface="Trebuchet MS"/>
            </a:endParaRPr>
          </a:p>
        </p:txBody>
      </p:sp>
      <p:pic>
        <p:nvPicPr>
          <p:cNvPr id="7" name="object 7" descr="logo docker-compose"/>
          <p:cNvPicPr/>
          <p:nvPr/>
        </p:nvPicPr>
        <p:blipFill>
          <a:blip r:embed="rId2" cstate="print"/>
          <a:stretch>
            <a:fillRect/>
          </a:stretch>
        </p:blipFill>
        <p:spPr>
          <a:xfrm>
            <a:off x="2703601" y="3456960"/>
            <a:ext cx="1703519" cy="813910"/>
          </a:xfrm>
          <a:prstGeom prst="rect">
            <a:avLst/>
          </a:prstGeom>
        </p:spPr>
      </p:pic>
      <p:sp>
        <p:nvSpPr>
          <p:cNvPr id="8" name="object 8"/>
          <p:cNvSpPr txBox="1"/>
          <p:nvPr/>
        </p:nvSpPr>
        <p:spPr>
          <a:xfrm>
            <a:off x="6279260" y="3317494"/>
            <a:ext cx="175133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10" normalizeH="0" baseline="0" noProof="0" dirty="0">
                <a:ln>
                  <a:noFill/>
                </a:ln>
                <a:solidFill>
                  <a:sysClr val="windowText" lastClr="000000"/>
                </a:solidFill>
                <a:effectLst/>
                <a:uLnTx/>
                <a:uFillTx/>
                <a:latin typeface="Calibri"/>
                <a:cs typeface="Calibri"/>
              </a:rPr>
              <a:t>management:1.3.0</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pic>
        <p:nvPicPr>
          <p:cNvPr id="9" name="object 9"/>
          <p:cNvPicPr/>
          <p:nvPr/>
        </p:nvPicPr>
        <p:blipFill>
          <a:blip r:embed="rId3" cstate="print"/>
          <a:stretch>
            <a:fillRect/>
          </a:stretch>
        </p:blipFill>
        <p:spPr>
          <a:xfrm>
            <a:off x="6436995" y="2548267"/>
            <a:ext cx="655002" cy="680199"/>
          </a:xfrm>
          <a:prstGeom prst="rect">
            <a:avLst/>
          </a:prstGeom>
        </p:spPr>
      </p:pic>
      <p:sp>
        <p:nvSpPr>
          <p:cNvPr id="10" name="object 10"/>
          <p:cNvSpPr txBox="1"/>
          <p:nvPr/>
        </p:nvSpPr>
        <p:spPr>
          <a:xfrm>
            <a:off x="6367398" y="4376673"/>
            <a:ext cx="111633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10" normalizeH="0" baseline="0" noProof="0" dirty="0">
                <a:ln>
                  <a:noFill/>
                </a:ln>
                <a:solidFill>
                  <a:sysClr val="windowText" lastClr="000000"/>
                </a:solidFill>
                <a:effectLst/>
                <a:uLnTx/>
                <a:uFillTx/>
                <a:latin typeface="Calibri"/>
                <a:cs typeface="Calibri"/>
              </a:rPr>
              <a:t>api:1.3.0</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1" name="object 11"/>
          <p:cNvSpPr txBox="1"/>
          <p:nvPr/>
        </p:nvSpPr>
        <p:spPr>
          <a:xfrm>
            <a:off x="8986773" y="3258692"/>
            <a:ext cx="206565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Calibri"/>
                <a:cs typeface="Calibri"/>
              </a:rPr>
              <a:t>container:</a:t>
            </a:r>
            <a:r>
              <a:rPr kumimoji="0" sz="1200" b="0" i="0" u="none" strike="noStrike" kern="0" cap="none" spc="10" normalizeH="0" baseline="0" noProof="0" dirty="0">
                <a:ln>
                  <a:noFill/>
                </a:ln>
                <a:solidFill>
                  <a:sysClr val="windowText" lastClr="000000"/>
                </a:solidFill>
                <a:effectLst/>
                <a:uLnTx/>
                <a:uFillTx/>
                <a:latin typeface="Calibri"/>
                <a:cs typeface="Calibri"/>
              </a:rPr>
              <a:t> </a:t>
            </a: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10" normalizeH="0" baseline="0" noProof="0" dirty="0">
                <a:ln>
                  <a:noFill/>
                </a:ln>
                <a:solidFill>
                  <a:sysClr val="windowText" lastClr="000000"/>
                </a:solidFill>
                <a:effectLst/>
                <a:uLnTx/>
                <a:uFillTx/>
                <a:latin typeface="Calibri"/>
                <a:cs typeface="Calibri"/>
              </a:rPr>
              <a:t>management</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2" name="object 12"/>
          <p:cNvSpPr txBox="1"/>
          <p:nvPr/>
        </p:nvSpPr>
        <p:spPr>
          <a:xfrm>
            <a:off x="9007220" y="4353305"/>
            <a:ext cx="143065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Calibri"/>
                <a:cs typeface="Calibri"/>
              </a:rPr>
              <a:t>container:</a:t>
            </a:r>
            <a:r>
              <a:rPr kumimoji="0" sz="1200" b="0" i="0" u="none" strike="noStrike" kern="0" cap="none" spc="5" normalizeH="0" baseline="0" noProof="0" dirty="0">
                <a:ln>
                  <a:noFill/>
                </a:ln>
                <a:solidFill>
                  <a:sysClr val="windowText" lastClr="000000"/>
                </a:solidFill>
                <a:effectLst/>
                <a:uLnTx/>
                <a:uFillTx/>
                <a:latin typeface="Calibri"/>
                <a:cs typeface="Calibri"/>
              </a:rPr>
              <a:t> </a:t>
            </a: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25" normalizeH="0" baseline="0" noProof="0" dirty="0">
                <a:ln>
                  <a:noFill/>
                </a:ln>
                <a:solidFill>
                  <a:sysClr val="windowText" lastClr="000000"/>
                </a:solidFill>
                <a:effectLst/>
                <a:uLnTx/>
                <a:uFillTx/>
                <a:latin typeface="Calibri"/>
                <a:cs typeface="Calibri"/>
              </a:rPr>
              <a:t>api</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3" name="object 13"/>
          <p:cNvSpPr txBox="1"/>
          <p:nvPr/>
        </p:nvSpPr>
        <p:spPr>
          <a:xfrm>
            <a:off x="6355460" y="5432247"/>
            <a:ext cx="128079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10" normalizeH="0" baseline="0" noProof="0" dirty="0">
                <a:ln>
                  <a:noFill/>
                </a:ln>
                <a:solidFill>
                  <a:sysClr val="windowText" lastClr="000000"/>
                </a:solidFill>
                <a:effectLst/>
                <a:uLnTx/>
                <a:uFillTx/>
                <a:latin typeface="Calibri"/>
                <a:cs typeface="Calibri"/>
              </a:rPr>
              <a:t>minio:1.3.0</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4" name="object 14"/>
          <p:cNvSpPr txBox="1"/>
          <p:nvPr/>
        </p:nvSpPr>
        <p:spPr>
          <a:xfrm>
            <a:off x="9037701" y="5384419"/>
            <a:ext cx="159448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latin typeface="Calibri"/>
                <a:cs typeface="Calibri"/>
              </a:rPr>
              <a:t>container:</a:t>
            </a:r>
            <a:r>
              <a:rPr kumimoji="0" sz="1200" b="0" i="0" u="none" strike="noStrike" kern="0" cap="none" spc="5" normalizeH="0" baseline="0" noProof="0" dirty="0">
                <a:ln>
                  <a:noFill/>
                </a:ln>
                <a:solidFill>
                  <a:sysClr val="windowText" lastClr="000000"/>
                </a:solidFill>
                <a:effectLst/>
                <a:uLnTx/>
                <a:uFillTx/>
                <a:latin typeface="Calibri"/>
                <a:cs typeface="Calibri"/>
              </a:rPr>
              <a:t> </a:t>
            </a:r>
            <a:r>
              <a:rPr kumimoji="0" sz="1200" b="0" i="0" u="none" strike="noStrike" kern="0" cap="none" spc="-20" normalizeH="0" baseline="0" noProof="0" dirty="0">
                <a:ln>
                  <a:noFill/>
                </a:ln>
                <a:solidFill>
                  <a:sysClr val="windowText" lastClr="000000"/>
                </a:solidFill>
                <a:effectLst/>
                <a:uLnTx/>
                <a:uFillTx/>
                <a:latin typeface="Calibri"/>
                <a:cs typeface="Calibri"/>
              </a:rPr>
              <a:t>wis2box-</a:t>
            </a:r>
            <a:r>
              <a:rPr kumimoji="0" sz="1200" b="0" i="0" u="none" strike="noStrike" kern="0" cap="none" spc="-10" normalizeH="0" baseline="0" noProof="0" dirty="0">
                <a:ln>
                  <a:noFill/>
                </a:ln>
                <a:solidFill>
                  <a:sysClr val="windowText" lastClr="000000"/>
                </a:solidFill>
                <a:effectLst/>
                <a:uLnTx/>
                <a:uFillTx/>
                <a:latin typeface="Calibri"/>
                <a:cs typeface="Calibri"/>
              </a:rPr>
              <a:t>minio</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5" name="object 15"/>
          <p:cNvSpPr/>
          <p:nvPr/>
        </p:nvSpPr>
        <p:spPr>
          <a:xfrm>
            <a:off x="4580636" y="2997961"/>
            <a:ext cx="1707514" cy="2945765"/>
          </a:xfrm>
          <a:custGeom>
            <a:avLst/>
            <a:gdLst/>
            <a:ahLst/>
            <a:cxnLst/>
            <a:rect l="l" t="t" r="r" b="b"/>
            <a:pathLst>
              <a:path w="1707514" h="2945765">
                <a:moveTo>
                  <a:pt x="1707134" y="0"/>
                </a:moveTo>
                <a:lnTo>
                  <a:pt x="1622044" y="1270"/>
                </a:lnTo>
                <a:lnTo>
                  <a:pt x="1636649" y="29502"/>
                </a:lnTo>
                <a:lnTo>
                  <a:pt x="2159" y="878586"/>
                </a:lnTo>
                <a:lnTo>
                  <a:pt x="5080" y="884237"/>
                </a:lnTo>
                <a:lnTo>
                  <a:pt x="0" y="887984"/>
                </a:lnTo>
                <a:lnTo>
                  <a:pt x="1455813" y="2887599"/>
                </a:lnTo>
                <a:lnTo>
                  <a:pt x="1430147" y="2906280"/>
                </a:lnTo>
                <a:lnTo>
                  <a:pt x="1505839" y="2945447"/>
                </a:lnTo>
                <a:lnTo>
                  <a:pt x="1497850" y="2897860"/>
                </a:lnTo>
                <a:lnTo>
                  <a:pt x="1491742" y="2861424"/>
                </a:lnTo>
                <a:lnTo>
                  <a:pt x="1466088" y="2880106"/>
                </a:lnTo>
                <a:lnTo>
                  <a:pt x="33362" y="912380"/>
                </a:lnTo>
                <a:lnTo>
                  <a:pt x="1440307" y="1923897"/>
                </a:lnTo>
                <a:lnTo>
                  <a:pt x="1421765" y="1949704"/>
                </a:lnTo>
                <a:lnTo>
                  <a:pt x="1505839" y="1963293"/>
                </a:lnTo>
                <a:lnTo>
                  <a:pt x="1489024" y="1931289"/>
                </a:lnTo>
                <a:lnTo>
                  <a:pt x="1466215" y="1887855"/>
                </a:lnTo>
                <a:lnTo>
                  <a:pt x="1447685" y="1913623"/>
                </a:lnTo>
                <a:lnTo>
                  <a:pt x="24650" y="890524"/>
                </a:lnTo>
                <a:lnTo>
                  <a:pt x="1477645" y="890524"/>
                </a:lnTo>
                <a:lnTo>
                  <a:pt x="1477645" y="922274"/>
                </a:lnTo>
                <a:lnTo>
                  <a:pt x="1541145" y="890524"/>
                </a:lnTo>
                <a:lnTo>
                  <a:pt x="1553845" y="884174"/>
                </a:lnTo>
                <a:lnTo>
                  <a:pt x="1541145" y="877824"/>
                </a:lnTo>
                <a:lnTo>
                  <a:pt x="1477645" y="846074"/>
                </a:lnTo>
                <a:lnTo>
                  <a:pt x="1477645" y="877824"/>
                </a:lnTo>
                <a:lnTo>
                  <a:pt x="31216" y="877824"/>
                </a:lnTo>
                <a:lnTo>
                  <a:pt x="1642503" y="40792"/>
                </a:lnTo>
                <a:lnTo>
                  <a:pt x="1657096" y="68961"/>
                </a:lnTo>
                <a:lnTo>
                  <a:pt x="1689989" y="23622"/>
                </a:lnTo>
                <a:lnTo>
                  <a:pt x="1707134" y="0"/>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p:cNvSpPr/>
          <p:nvPr/>
        </p:nvSpPr>
        <p:spPr>
          <a:xfrm>
            <a:off x="7361555" y="2850260"/>
            <a:ext cx="1275715" cy="76200"/>
          </a:xfrm>
          <a:custGeom>
            <a:avLst/>
            <a:gdLst/>
            <a:ahLst/>
            <a:cxnLst/>
            <a:rect l="l" t="t" r="r" b="b"/>
            <a:pathLst>
              <a:path w="1275715" h="76200">
                <a:moveTo>
                  <a:pt x="1199515" y="0"/>
                </a:moveTo>
                <a:lnTo>
                  <a:pt x="1199515" y="76200"/>
                </a:lnTo>
                <a:lnTo>
                  <a:pt x="1263015" y="44450"/>
                </a:lnTo>
                <a:lnTo>
                  <a:pt x="1212215" y="44450"/>
                </a:lnTo>
                <a:lnTo>
                  <a:pt x="1212215" y="31750"/>
                </a:lnTo>
                <a:lnTo>
                  <a:pt x="1263015" y="31750"/>
                </a:lnTo>
                <a:lnTo>
                  <a:pt x="1199515" y="0"/>
                </a:lnTo>
                <a:close/>
              </a:path>
              <a:path w="1275715" h="76200">
                <a:moveTo>
                  <a:pt x="1199515" y="31750"/>
                </a:moveTo>
                <a:lnTo>
                  <a:pt x="0" y="31750"/>
                </a:lnTo>
                <a:lnTo>
                  <a:pt x="0" y="44450"/>
                </a:lnTo>
                <a:lnTo>
                  <a:pt x="1199515" y="44450"/>
                </a:lnTo>
                <a:lnTo>
                  <a:pt x="1199515" y="31750"/>
                </a:lnTo>
                <a:close/>
              </a:path>
              <a:path w="1275715" h="76200">
                <a:moveTo>
                  <a:pt x="1263015" y="31750"/>
                </a:moveTo>
                <a:lnTo>
                  <a:pt x="1212215" y="31750"/>
                </a:lnTo>
                <a:lnTo>
                  <a:pt x="1212215" y="44450"/>
                </a:lnTo>
                <a:lnTo>
                  <a:pt x="1263015" y="44450"/>
                </a:lnTo>
                <a:lnTo>
                  <a:pt x="1275715" y="38100"/>
                </a:lnTo>
                <a:lnTo>
                  <a:pt x="1263015" y="31750"/>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p:nvPr/>
        </p:nvSpPr>
        <p:spPr>
          <a:xfrm>
            <a:off x="7361555" y="3900296"/>
            <a:ext cx="1275715" cy="76200"/>
          </a:xfrm>
          <a:custGeom>
            <a:avLst/>
            <a:gdLst/>
            <a:ahLst/>
            <a:cxnLst/>
            <a:rect l="l" t="t" r="r" b="b"/>
            <a:pathLst>
              <a:path w="1275715" h="76200">
                <a:moveTo>
                  <a:pt x="1199515" y="0"/>
                </a:moveTo>
                <a:lnTo>
                  <a:pt x="1199515" y="76200"/>
                </a:lnTo>
                <a:lnTo>
                  <a:pt x="1263015" y="44450"/>
                </a:lnTo>
                <a:lnTo>
                  <a:pt x="1212215" y="44450"/>
                </a:lnTo>
                <a:lnTo>
                  <a:pt x="1212215" y="31750"/>
                </a:lnTo>
                <a:lnTo>
                  <a:pt x="1263015" y="31750"/>
                </a:lnTo>
                <a:lnTo>
                  <a:pt x="1199515" y="0"/>
                </a:lnTo>
                <a:close/>
              </a:path>
              <a:path w="1275715" h="76200">
                <a:moveTo>
                  <a:pt x="1199515" y="31750"/>
                </a:moveTo>
                <a:lnTo>
                  <a:pt x="0" y="31750"/>
                </a:lnTo>
                <a:lnTo>
                  <a:pt x="0" y="44450"/>
                </a:lnTo>
                <a:lnTo>
                  <a:pt x="1199515" y="44450"/>
                </a:lnTo>
                <a:lnTo>
                  <a:pt x="1199515" y="31750"/>
                </a:lnTo>
                <a:close/>
              </a:path>
              <a:path w="1275715" h="76200">
                <a:moveTo>
                  <a:pt x="1263015" y="31750"/>
                </a:moveTo>
                <a:lnTo>
                  <a:pt x="1212215" y="31750"/>
                </a:lnTo>
                <a:lnTo>
                  <a:pt x="1212215" y="44450"/>
                </a:lnTo>
                <a:lnTo>
                  <a:pt x="1263015" y="44450"/>
                </a:lnTo>
                <a:lnTo>
                  <a:pt x="1275715" y="38100"/>
                </a:lnTo>
                <a:lnTo>
                  <a:pt x="1263015" y="31750"/>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p:cNvSpPr/>
          <p:nvPr/>
        </p:nvSpPr>
        <p:spPr>
          <a:xfrm>
            <a:off x="7386955" y="4981321"/>
            <a:ext cx="1275715" cy="76200"/>
          </a:xfrm>
          <a:custGeom>
            <a:avLst/>
            <a:gdLst/>
            <a:ahLst/>
            <a:cxnLst/>
            <a:rect l="l" t="t" r="r" b="b"/>
            <a:pathLst>
              <a:path w="1275715" h="76200">
                <a:moveTo>
                  <a:pt x="1199515" y="0"/>
                </a:moveTo>
                <a:lnTo>
                  <a:pt x="1199515" y="76199"/>
                </a:lnTo>
                <a:lnTo>
                  <a:pt x="1263015" y="44449"/>
                </a:lnTo>
                <a:lnTo>
                  <a:pt x="1212215" y="44449"/>
                </a:lnTo>
                <a:lnTo>
                  <a:pt x="1212215" y="31749"/>
                </a:lnTo>
                <a:lnTo>
                  <a:pt x="1263015" y="31749"/>
                </a:lnTo>
                <a:lnTo>
                  <a:pt x="1199515" y="0"/>
                </a:lnTo>
                <a:close/>
              </a:path>
              <a:path w="1275715" h="76200">
                <a:moveTo>
                  <a:pt x="1199515" y="31749"/>
                </a:moveTo>
                <a:lnTo>
                  <a:pt x="0" y="31749"/>
                </a:lnTo>
                <a:lnTo>
                  <a:pt x="0" y="44449"/>
                </a:lnTo>
                <a:lnTo>
                  <a:pt x="1199515" y="44449"/>
                </a:lnTo>
                <a:lnTo>
                  <a:pt x="1199515" y="31749"/>
                </a:lnTo>
                <a:close/>
              </a:path>
              <a:path w="1275715" h="76200">
                <a:moveTo>
                  <a:pt x="1263015" y="31749"/>
                </a:moveTo>
                <a:lnTo>
                  <a:pt x="1212215" y="31749"/>
                </a:lnTo>
                <a:lnTo>
                  <a:pt x="1212215" y="44449"/>
                </a:lnTo>
                <a:lnTo>
                  <a:pt x="1263015" y="44449"/>
                </a:lnTo>
                <a:lnTo>
                  <a:pt x="1275715" y="38099"/>
                </a:lnTo>
                <a:lnTo>
                  <a:pt x="1263015" y="31749"/>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9" name="object 19"/>
          <p:cNvPicPr/>
          <p:nvPr/>
        </p:nvPicPr>
        <p:blipFill>
          <a:blip r:embed="rId4" cstate="print"/>
          <a:stretch>
            <a:fillRect/>
          </a:stretch>
        </p:blipFill>
        <p:spPr>
          <a:xfrm>
            <a:off x="8906891" y="2582314"/>
            <a:ext cx="934304" cy="663678"/>
          </a:xfrm>
          <a:prstGeom prst="rect">
            <a:avLst/>
          </a:prstGeom>
        </p:spPr>
      </p:pic>
      <p:pic>
        <p:nvPicPr>
          <p:cNvPr id="20" name="object 20"/>
          <p:cNvPicPr/>
          <p:nvPr/>
        </p:nvPicPr>
        <p:blipFill>
          <a:blip r:embed="rId3" cstate="print"/>
          <a:stretch>
            <a:fillRect/>
          </a:stretch>
        </p:blipFill>
        <p:spPr>
          <a:xfrm>
            <a:off x="6436995" y="3613797"/>
            <a:ext cx="655002" cy="680199"/>
          </a:xfrm>
          <a:prstGeom prst="rect">
            <a:avLst/>
          </a:prstGeom>
        </p:spPr>
      </p:pic>
      <p:pic>
        <p:nvPicPr>
          <p:cNvPr id="21" name="object 21"/>
          <p:cNvPicPr/>
          <p:nvPr/>
        </p:nvPicPr>
        <p:blipFill>
          <a:blip r:embed="rId3" cstate="print"/>
          <a:stretch>
            <a:fillRect/>
          </a:stretch>
        </p:blipFill>
        <p:spPr>
          <a:xfrm>
            <a:off x="6436995" y="4679327"/>
            <a:ext cx="655002" cy="680199"/>
          </a:xfrm>
          <a:prstGeom prst="rect">
            <a:avLst/>
          </a:prstGeom>
        </p:spPr>
      </p:pic>
      <p:pic>
        <p:nvPicPr>
          <p:cNvPr id="22" name="object 22"/>
          <p:cNvPicPr/>
          <p:nvPr/>
        </p:nvPicPr>
        <p:blipFill>
          <a:blip r:embed="rId3" cstate="print"/>
          <a:stretch>
            <a:fillRect/>
          </a:stretch>
        </p:blipFill>
        <p:spPr>
          <a:xfrm>
            <a:off x="6436995" y="5744857"/>
            <a:ext cx="655002" cy="680199"/>
          </a:xfrm>
          <a:prstGeom prst="rect">
            <a:avLst/>
          </a:prstGeom>
        </p:spPr>
      </p:pic>
      <p:sp>
        <p:nvSpPr>
          <p:cNvPr id="23" name="object 23"/>
          <p:cNvSpPr txBox="1"/>
          <p:nvPr/>
        </p:nvSpPr>
        <p:spPr>
          <a:xfrm>
            <a:off x="6619113" y="6513068"/>
            <a:ext cx="16954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ysClr val="windowText" lastClr="000000"/>
                </a:solidFill>
                <a:effectLst/>
                <a:uLnTx/>
                <a:uFillTx/>
                <a:latin typeface="Calibri"/>
                <a:cs typeface="Calibri"/>
              </a:rPr>
              <a:t>….</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24" name="object 24"/>
          <p:cNvSpPr/>
          <p:nvPr/>
        </p:nvSpPr>
        <p:spPr>
          <a:xfrm>
            <a:off x="7386955" y="6046596"/>
            <a:ext cx="1275715" cy="76200"/>
          </a:xfrm>
          <a:custGeom>
            <a:avLst/>
            <a:gdLst/>
            <a:ahLst/>
            <a:cxnLst/>
            <a:rect l="l" t="t" r="r" b="b"/>
            <a:pathLst>
              <a:path w="1275715" h="76200">
                <a:moveTo>
                  <a:pt x="1199515" y="0"/>
                </a:moveTo>
                <a:lnTo>
                  <a:pt x="1199515" y="76199"/>
                </a:lnTo>
                <a:lnTo>
                  <a:pt x="1263015" y="44449"/>
                </a:lnTo>
                <a:lnTo>
                  <a:pt x="1212215" y="44449"/>
                </a:lnTo>
                <a:lnTo>
                  <a:pt x="1212215" y="31749"/>
                </a:lnTo>
                <a:lnTo>
                  <a:pt x="1263015" y="31749"/>
                </a:lnTo>
                <a:lnTo>
                  <a:pt x="1199515" y="0"/>
                </a:lnTo>
                <a:close/>
              </a:path>
              <a:path w="1275715" h="76200">
                <a:moveTo>
                  <a:pt x="1199515" y="31749"/>
                </a:moveTo>
                <a:lnTo>
                  <a:pt x="0" y="31749"/>
                </a:lnTo>
                <a:lnTo>
                  <a:pt x="0" y="44449"/>
                </a:lnTo>
                <a:lnTo>
                  <a:pt x="1199515" y="44449"/>
                </a:lnTo>
                <a:lnTo>
                  <a:pt x="1199515" y="31749"/>
                </a:lnTo>
                <a:close/>
              </a:path>
              <a:path w="1275715" h="76200">
                <a:moveTo>
                  <a:pt x="1263015" y="31749"/>
                </a:moveTo>
                <a:lnTo>
                  <a:pt x="1212215" y="31749"/>
                </a:lnTo>
                <a:lnTo>
                  <a:pt x="1212215" y="44449"/>
                </a:lnTo>
                <a:lnTo>
                  <a:pt x="1263015" y="44449"/>
                </a:lnTo>
                <a:lnTo>
                  <a:pt x="1275715" y="38099"/>
                </a:lnTo>
                <a:lnTo>
                  <a:pt x="1263015" y="31749"/>
                </a:lnTo>
                <a:close/>
              </a:path>
            </a:pathLst>
          </a:custGeom>
          <a:solidFill>
            <a:srgbClr val="4471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25"/>
          <p:cNvPicPr/>
          <p:nvPr/>
        </p:nvPicPr>
        <p:blipFill>
          <a:blip r:embed="rId4" cstate="print"/>
          <a:stretch>
            <a:fillRect/>
          </a:stretch>
        </p:blipFill>
        <p:spPr>
          <a:xfrm>
            <a:off x="8906891" y="3662831"/>
            <a:ext cx="934304" cy="663678"/>
          </a:xfrm>
          <a:prstGeom prst="rect">
            <a:avLst/>
          </a:prstGeom>
        </p:spPr>
      </p:pic>
      <p:pic>
        <p:nvPicPr>
          <p:cNvPr id="26" name="object 26"/>
          <p:cNvPicPr/>
          <p:nvPr/>
        </p:nvPicPr>
        <p:blipFill>
          <a:blip r:embed="rId4" cstate="print"/>
          <a:stretch>
            <a:fillRect/>
          </a:stretch>
        </p:blipFill>
        <p:spPr>
          <a:xfrm>
            <a:off x="8957691" y="4743474"/>
            <a:ext cx="934304" cy="663678"/>
          </a:xfrm>
          <a:prstGeom prst="rect">
            <a:avLst/>
          </a:prstGeom>
        </p:spPr>
      </p:pic>
      <p:pic>
        <p:nvPicPr>
          <p:cNvPr id="27" name="object 27"/>
          <p:cNvPicPr/>
          <p:nvPr/>
        </p:nvPicPr>
        <p:blipFill>
          <a:blip r:embed="rId4" cstate="print"/>
          <a:stretch>
            <a:fillRect/>
          </a:stretch>
        </p:blipFill>
        <p:spPr>
          <a:xfrm>
            <a:off x="8957691" y="5824091"/>
            <a:ext cx="934304" cy="663678"/>
          </a:xfrm>
          <a:prstGeom prst="rect">
            <a:avLst/>
          </a:prstGeom>
        </p:spPr>
      </p:pic>
      <p:sp>
        <p:nvSpPr>
          <p:cNvPr id="28" name="object 28"/>
          <p:cNvSpPr txBox="1"/>
          <p:nvPr/>
        </p:nvSpPr>
        <p:spPr>
          <a:xfrm>
            <a:off x="9171813" y="6510019"/>
            <a:ext cx="168910" cy="2089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dirty="0">
                <a:ln>
                  <a:noFill/>
                </a:ln>
                <a:solidFill>
                  <a:sysClr val="windowText" lastClr="000000"/>
                </a:solidFill>
                <a:effectLst/>
                <a:uLnTx/>
                <a:uFillTx/>
                <a:latin typeface="Calibri"/>
                <a:cs typeface="Calibri"/>
              </a:rPr>
              <a:t>….</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200"/>
            <a:ext cx="12198350" cy="741045"/>
            <a:chOff x="-3175" y="-3200"/>
            <a:chExt cx="12198350" cy="741045"/>
          </a:xfrm>
        </p:grpSpPr>
        <p:sp>
          <p:nvSpPr>
            <p:cNvPr id="3" name="object 3"/>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6349">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085215">
              <a:lnSpc>
                <a:spcPct val="100000"/>
              </a:lnSpc>
              <a:spcBef>
                <a:spcPts val="100"/>
              </a:spcBef>
            </a:pPr>
            <a:r>
              <a:rPr dirty="0"/>
              <a:t>Docker</a:t>
            </a:r>
            <a:r>
              <a:rPr spc="-80" dirty="0"/>
              <a:t> </a:t>
            </a:r>
            <a:r>
              <a:rPr dirty="0"/>
              <a:t>and</a:t>
            </a:r>
            <a:r>
              <a:rPr spc="-80" dirty="0"/>
              <a:t> </a:t>
            </a:r>
            <a:r>
              <a:rPr dirty="0"/>
              <a:t>Docker</a:t>
            </a:r>
            <a:r>
              <a:rPr spc="-60" dirty="0"/>
              <a:t> </a:t>
            </a:r>
            <a:r>
              <a:rPr spc="-10" dirty="0"/>
              <a:t>Compose</a:t>
            </a:r>
          </a:p>
        </p:txBody>
      </p:sp>
      <p:sp>
        <p:nvSpPr>
          <p:cNvPr id="6" name="object 6"/>
          <p:cNvSpPr txBox="1"/>
          <p:nvPr/>
        </p:nvSpPr>
        <p:spPr>
          <a:xfrm>
            <a:off x="2377185" y="914648"/>
            <a:ext cx="8316595" cy="4794250"/>
          </a:xfrm>
          <a:prstGeom prst="rect">
            <a:avLst/>
          </a:prstGeom>
        </p:spPr>
        <p:txBody>
          <a:bodyPr vert="horz" wrap="square" lIns="0" tIns="118745" rIns="0" bIns="0" rtlCol="0">
            <a:spAutoFit/>
          </a:bodyPr>
          <a:lstStyle/>
          <a:p>
            <a:pPr marL="12700" marR="0" lvl="0" indent="0" defTabSz="914400" eaLnBrk="1" fontAlgn="auto" latinLnBrk="0" hangingPunct="1">
              <a:lnSpc>
                <a:spcPct val="100000"/>
              </a:lnSpc>
              <a:spcBef>
                <a:spcPts val="935"/>
              </a:spcBef>
              <a:spcAft>
                <a:spcPts val="0"/>
              </a:spcAft>
              <a:buClrTx/>
              <a:buSzTx/>
              <a:buFontTx/>
              <a:buNone/>
              <a:tabLst/>
              <a:defRPr/>
            </a:pPr>
            <a:r>
              <a:rPr kumimoji="0" sz="2000" b="1" i="0" u="none" strike="noStrike" kern="0" cap="none" spc="0" normalizeH="0" baseline="0" noProof="0" dirty="0">
                <a:ln>
                  <a:noFill/>
                </a:ln>
                <a:solidFill>
                  <a:srgbClr val="1F3863"/>
                </a:solidFill>
                <a:effectLst/>
                <a:uLnTx/>
                <a:uFillTx/>
                <a:latin typeface="Trebuchet MS"/>
                <a:cs typeface="Trebuchet MS"/>
              </a:rPr>
              <a:t>Why</a:t>
            </a:r>
            <a:r>
              <a:rPr kumimoji="0" sz="2000" b="1" i="0" u="none" strike="noStrike" kern="0" cap="none" spc="-150" normalizeH="0" baseline="0" noProof="0" dirty="0">
                <a:ln>
                  <a:noFill/>
                </a:ln>
                <a:solidFill>
                  <a:srgbClr val="1F3863"/>
                </a:solidFill>
                <a:effectLst/>
                <a:uLnTx/>
                <a:uFillTx/>
                <a:latin typeface="Trebuchet MS"/>
                <a:cs typeface="Trebuchet MS"/>
              </a:rPr>
              <a:t> </a:t>
            </a:r>
            <a:r>
              <a:rPr kumimoji="0" sz="2000" b="1" i="0" u="none" strike="noStrike" kern="0" cap="none" spc="50" normalizeH="0" baseline="0" noProof="0" dirty="0">
                <a:ln>
                  <a:noFill/>
                </a:ln>
                <a:solidFill>
                  <a:srgbClr val="1F3863"/>
                </a:solidFill>
                <a:effectLst/>
                <a:uLnTx/>
                <a:uFillTx/>
                <a:latin typeface="Trebuchet MS"/>
                <a:cs typeface="Trebuchet MS"/>
              </a:rPr>
              <a:t>is</a:t>
            </a:r>
            <a:r>
              <a:rPr kumimoji="0" sz="2000" b="1" i="0" u="none" strike="noStrike" kern="0" cap="none" spc="-150" normalizeH="0" baseline="0" noProof="0" dirty="0">
                <a:ln>
                  <a:noFill/>
                </a:ln>
                <a:solidFill>
                  <a:srgbClr val="1F3863"/>
                </a:solidFill>
                <a:effectLst/>
                <a:uLnTx/>
                <a:uFillTx/>
                <a:latin typeface="Trebuchet MS"/>
                <a:cs typeface="Trebuchet MS"/>
              </a:rPr>
              <a:t> </a:t>
            </a:r>
            <a:r>
              <a:rPr kumimoji="0" sz="2000" b="1" i="0" u="none" strike="noStrike" kern="0" cap="none" spc="-40" normalizeH="0" baseline="0" noProof="0" dirty="0">
                <a:ln>
                  <a:noFill/>
                </a:ln>
                <a:solidFill>
                  <a:srgbClr val="1F3863"/>
                </a:solidFill>
                <a:effectLst/>
                <a:uLnTx/>
                <a:uFillTx/>
                <a:latin typeface="Trebuchet MS"/>
                <a:cs typeface="Trebuchet MS"/>
              </a:rPr>
              <a:t>wis2box</a:t>
            </a:r>
            <a:r>
              <a:rPr kumimoji="0" sz="2000" b="1" i="0" u="none" strike="noStrike" kern="0" cap="none" spc="-160" normalizeH="0" baseline="0" noProof="0" dirty="0">
                <a:ln>
                  <a:noFill/>
                </a:ln>
                <a:solidFill>
                  <a:srgbClr val="1F3863"/>
                </a:solidFill>
                <a:effectLst/>
                <a:uLnTx/>
                <a:uFillTx/>
                <a:latin typeface="Trebuchet MS"/>
                <a:cs typeface="Trebuchet MS"/>
              </a:rPr>
              <a:t> </a:t>
            </a:r>
            <a:r>
              <a:rPr kumimoji="0" sz="2000" b="1" i="0" u="none" strike="noStrike" kern="0" cap="none" spc="0" normalizeH="0" baseline="0" noProof="0" dirty="0">
                <a:ln>
                  <a:noFill/>
                </a:ln>
                <a:solidFill>
                  <a:srgbClr val="1F3863"/>
                </a:solidFill>
                <a:effectLst/>
                <a:uLnTx/>
                <a:uFillTx/>
                <a:latin typeface="Trebuchet MS"/>
                <a:cs typeface="Trebuchet MS"/>
              </a:rPr>
              <a:t>composed</a:t>
            </a:r>
            <a:r>
              <a:rPr kumimoji="0" sz="2000" b="1" i="0" u="none" strike="noStrike" kern="0" cap="none" spc="-155" normalizeH="0" baseline="0" noProof="0" dirty="0">
                <a:ln>
                  <a:noFill/>
                </a:ln>
                <a:solidFill>
                  <a:srgbClr val="1F3863"/>
                </a:solidFill>
                <a:effectLst/>
                <a:uLnTx/>
                <a:uFillTx/>
                <a:latin typeface="Trebuchet MS"/>
                <a:cs typeface="Trebuchet MS"/>
              </a:rPr>
              <a:t> </a:t>
            </a:r>
            <a:r>
              <a:rPr kumimoji="0" sz="2000" b="1" i="0" u="none" strike="noStrike" kern="0" cap="none" spc="95" normalizeH="0" baseline="0" noProof="0" dirty="0">
                <a:ln>
                  <a:noFill/>
                </a:ln>
                <a:solidFill>
                  <a:srgbClr val="1F3863"/>
                </a:solidFill>
                <a:effectLst/>
                <a:uLnTx/>
                <a:uFillTx/>
                <a:latin typeface="Trebuchet MS"/>
                <a:cs typeface="Trebuchet MS"/>
              </a:rPr>
              <a:t>as</a:t>
            </a:r>
            <a:r>
              <a:rPr kumimoji="0" sz="2000" b="1" i="0" u="none" strike="noStrike" kern="0" cap="none" spc="-135" normalizeH="0" baseline="0" noProof="0" dirty="0">
                <a:ln>
                  <a:noFill/>
                </a:ln>
                <a:solidFill>
                  <a:srgbClr val="1F3863"/>
                </a:solidFill>
                <a:effectLst/>
                <a:uLnTx/>
                <a:uFillTx/>
                <a:latin typeface="Trebuchet MS"/>
                <a:cs typeface="Trebuchet MS"/>
              </a:rPr>
              <a:t> </a:t>
            </a:r>
            <a:r>
              <a:rPr kumimoji="0" sz="2000" b="1" i="0" u="none" strike="noStrike" kern="0" cap="none" spc="0" normalizeH="0" baseline="0" noProof="0" dirty="0">
                <a:ln>
                  <a:noFill/>
                </a:ln>
                <a:solidFill>
                  <a:srgbClr val="1F3863"/>
                </a:solidFill>
                <a:effectLst/>
                <a:uLnTx/>
                <a:uFillTx/>
                <a:latin typeface="Trebuchet MS"/>
                <a:cs typeface="Trebuchet MS"/>
              </a:rPr>
              <a:t>a</a:t>
            </a:r>
            <a:r>
              <a:rPr kumimoji="0" sz="2000" b="1" i="0" u="none" strike="noStrike" kern="0" cap="none" spc="-160" normalizeH="0" baseline="0" noProof="0" dirty="0">
                <a:ln>
                  <a:noFill/>
                </a:ln>
                <a:solidFill>
                  <a:srgbClr val="1F3863"/>
                </a:solidFill>
                <a:effectLst/>
                <a:uLnTx/>
                <a:uFillTx/>
                <a:latin typeface="Trebuchet MS"/>
                <a:cs typeface="Trebuchet MS"/>
              </a:rPr>
              <a:t> </a:t>
            </a:r>
            <a:r>
              <a:rPr kumimoji="0" sz="2000" b="1" i="0" u="none" strike="noStrike" kern="0" cap="none" spc="0" normalizeH="0" baseline="0" noProof="0" dirty="0">
                <a:ln>
                  <a:noFill/>
                </a:ln>
                <a:solidFill>
                  <a:srgbClr val="1F3863"/>
                </a:solidFill>
                <a:effectLst/>
                <a:uLnTx/>
                <a:uFillTx/>
                <a:latin typeface="Trebuchet MS"/>
                <a:cs typeface="Trebuchet MS"/>
              </a:rPr>
              <a:t>set</a:t>
            </a:r>
            <a:r>
              <a:rPr kumimoji="0" sz="2000" b="1" i="0" u="none" strike="noStrike" kern="0" cap="none" spc="-150" normalizeH="0" baseline="0" noProof="0" dirty="0">
                <a:ln>
                  <a:noFill/>
                </a:ln>
                <a:solidFill>
                  <a:srgbClr val="1F3863"/>
                </a:solidFill>
                <a:effectLst/>
                <a:uLnTx/>
                <a:uFillTx/>
                <a:latin typeface="Trebuchet MS"/>
                <a:cs typeface="Trebuchet MS"/>
              </a:rPr>
              <a:t> </a:t>
            </a:r>
            <a:r>
              <a:rPr kumimoji="0" sz="2000" b="1" i="0" u="none" strike="noStrike" kern="0" cap="none" spc="-35" normalizeH="0" baseline="0" noProof="0" dirty="0">
                <a:ln>
                  <a:noFill/>
                </a:ln>
                <a:solidFill>
                  <a:srgbClr val="1F3863"/>
                </a:solidFill>
                <a:effectLst/>
                <a:uLnTx/>
                <a:uFillTx/>
                <a:latin typeface="Trebuchet MS"/>
                <a:cs typeface="Trebuchet MS"/>
              </a:rPr>
              <a:t>of</a:t>
            </a:r>
            <a:r>
              <a:rPr kumimoji="0" sz="2000" b="1" i="0" u="none" strike="noStrike" kern="0" cap="none" spc="-155" normalizeH="0" baseline="0" noProof="0" dirty="0">
                <a:ln>
                  <a:noFill/>
                </a:ln>
                <a:solidFill>
                  <a:srgbClr val="1F3863"/>
                </a:solidFill>
                <a:effectLst/>
                <a:uLnTx/>
                <a:uFillTx/>
                <a:latin typeface="Trebuchet MS"/>
                <a:cs typeface="Trebuchet MS"/>
              </a:rPr>
              <a:t> </a:t>
            </a:r>
            <a:r>
              <a:rPr kumimoji="0" sz="2000" b="1" i="0" u="none" strike="noStrike" kern="0" cap="none" spc="-10" normalizeH="0" baseline="0" noProof="0" dirty="0">
                <a:ln>
                  <a:noFill/>
                </a:ln>
                <a:solidFill>
                  <a:srgbClr val="1F3863"/>
                </a:solidFill>
                <a:effectLst/>
                <a:uLnTx/>
                <a:uFillTx/>
                <a:latin typeface="Trebuchet MS"/>
                <a:cs typeface="Trebuchet MS"/>
              </a:rPr>
              <a:t>Docker</a:t>
            </a:r>
            <a:r>
              <a:rPr kumimoji="0" sz="2000" b="1" i="0" u="none" strike="noStrike" kern="0" cap="none" spc="-160" normalizeH="0" baseline="0" noProof="0" dirty="0">
                <a:ln>
                  <a:noFill/>
                </a:ln>
                <a:solidFill>
                  <a:srgbClr val="1F3863"/>
                </a:solidFill>
                <a:effectLst/>
                <a:uLnTx/>
                <a:uFillTx/>
                <a:latin typeface="Trebuchet MS"/>
                <a:cs typeface="Trebuchet MS"/>
              </a:rPr>
              <a:t> </a:t>
            </a:r>
            <a:r>
              <a:rPr kumimoji="0" sz="2000" b="1" i="0" u="none" strike="noStrike" kern="0" cap="none" spc="-10" normalizeH="0" baseline="0" noProof="0" dirty="0">
                <a:ln>
                  <a:noFill/>
                </a:ln>
                <a:solidFill>
                  <a:srgbClr val="1F3863"/>
                </a:solidFill>
                <a:effectLst/>
                <a:uLnTx/>
                <a:uFillTx/>
                <a:latin typeface="Trebuchet MS"/>
                <a:cs typeface="Trebuchet MS"/>
              </a:rPr>
              <a:t>containers?</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240029" marR="15240" lvl="0" indent="-227329" defTabSz="914400" eaLnBrk="1" fontAlgn="auto" latinLnBrk="0" hangingPunct="1">
              <a:lnSpc>
                <a:spcPts val="2050"/>
              </a:lnSpc>
              <a:spcBef>
                <a:spcPts val="1045"/>
              </a:spcBef>
              <a:spcAft>
                <a:spcPts val="0"/>
              </a:spcAft>
              <a:buClrTx/>
              <a:buSzTx/>
              <a:buFont typeface="Arial MT"/>
              <a:buChar char="•"/>
              <a:tabLst>
                <a:tab pos="241300" algn="l"/>
              </a:tabLst>
              <a:defRPr/>
            </a:pPr>
            <a:r>
              <a:rPr kumimoji="0" sz="1900" b="0" i="0" u="none" strike="noStrike" kern="0" cap="none" spc="-10" normalizeH="0" baseline="0" noProof="0" dirty="0">
                <a:ln>
                  <a:noFill/>
                </a:ln>
                <a:solidFill>
                  <a:sysClr val="windowText" lastClr="000000"/>
                </a:solidFill>
                <a:effectLst/>
                <a:uLnTx/>
                <a:uFillTx/>
                <a:latin typeface="Trebuchet MS"/>
                <a:cs typeface="Trebuchet MS"/>
              </a:rPr>
              <a:t>Docker</a:t>
            </a:r>
            <a:r>
              <a:rPr kumimoji="0" sz="1900" b="0" i="0" u="none" strike="noStrike" kern="0" cap="none" spc="-130" normalizeH="0" baseline="0" noProof="0" dirty="0">
                <a:ln>
                  <a:noFill/>
                </a:ln>
                <a:solidFill>
                  <a:sysClr val="windowText" lastClr="000000"/>
                </a:solidFill>
                <a:effectLst/>
                <a:uLnTx/>
                <a:uFillTx/>
                <a:latin typeface="Trebuchet MS"/>
                <a:cs typeface="Trebuchet MS"/>
              </a:rPr>
              <a:t> </a:t>
            </a:r>
            <a:r>
              <a:rPr kumimoji="0" sz="1900" b="0" i="0" u="none" strike="noStrike" kern="0" cap="none" spc="-30" normalizeH="0" baseline="0" noProof="0" dirty="0">
                <a:ln>
                  <a:noFill/>
                </a:ln>
                <a:solidFill>
                  <a:sysClr val="windowText" lastClr="000000"/>
                </a:solidFill>
                <a:effectLst/>
                <a:uLnTx/>
                <a:uFillTx/>
                <a:latin typeface="Trebuchet MS"/>
                <a:cs typeface="Trebuchet MS"/>
              </a:rPr>
              <a:t>containers</a:t>
            </a:r>
            <a:r>
              <a:rPr kumimoji="0" sz="1900" b="0" i="0" u="none" strike="noStrike" kern="0" cap="none" spc="-95" normalizeH="0" baseline="0" noProof="0" dirty="0">
                <a:ln>
                  <a:noFill/>
                </a:ln>
                <a:solidFill>
                  <a:sysClr val="windowText" lastClr="000000"/>
                </a:solidFill>
                <a:effectLst/>
                <a:uLnTx/>
                <a:uFillTx/>
                <a:latin typeface="Trebuchet MS"/>
                <a:cs typeface="Trebuchet MS"/>
              </a:rPr>
              <a:t> </a:t>
            </a:r>
            <a:r>
              <a:rPr kumimoji="0" sz="1900" b="0" i="0" u="none" strike="noStrike" kern="0" cap="none" spc="-35" normalizeH="0" baseline="0" noProof="0" dirty="0">
                <a:ln>
                  <a:noFill/>
                </a:ln>
                <a:solidFill>
                  <a:sysClr val="windowText" lastClr="000000"/>
                </a:solidFill>
                <a:effectLst/>
                <a:uLnTx/>
                <a:uFillTx/>
                <a:latin typeface="Trebuchet MS"/>
                <a:cs typeface="Trebuchet MS"/>
              </a:rPr>
              <a:t>contain</a:t>
            </a:r>
            <a:r>
              <a:rPr kumimoji="0" sz="1900" b="0" i="0" u="none" strike="noStrike" kern="0" cap="none" spc="-120" normalizeH="0" baseline="0" noProof="0" dirty="0">
                <a:ln>
                  <a:noFill/>
                </a:ln>
                <a:solidFill>
                  <a:sysClr val="windowText" lastClr="000000"/>
                </a:solidFill>
                <a:effectLst/>
                <a:uLnTx/>
                <a:uFillTx/>
                <a:latin typeface="Trebuchet MS"/>
                <a:cs typeface="Trebuchet MS"/>
              </a:rPr>
              <a:t> </a:t>
            </a:r>
            <a:r>
              <a:rPr kumimoji="0" sz="1900" b="0" i="0" u="none" strike="noStrike" kern="0" cap="none" spc="-60" normalizeH="0" baseline="0" noProof="0" dirty="0">
                <a:ln>
                  <a:noFill/>
                </a:ln>
                <a:solidFill>
                  <a:sysClr val="windowText" lastClr="000000"/>
                </a:solidFill>
                <a:effectLst/>
                <a:uLnTx/>
                <a:uFillTx/>
                <a:latin typeface="Trebuchet MS"/>
                <a:cs typeface="Trebuchet MS"/>
              </a:rPr>
              <a:t>all</a:t>
            </a:r>
            <a:r>
              <a:rPr kumimoji="0" sz="1900" b="0" i="0" u="none" strike="noStrike" kern="0" cap="none" spc="-130" normalizeH="0" baseline="0" noProof="0" dirty="0">
                <a:ln>
                  <a:noFill/>
                </a:ln>
                <a:solidFill>
                  <a:sysClr val="windowText" lastClr="000000"/>
                </a:solidFill>
                <a:effectLst/>
                <a:uLnTx/>
                <a:uFillTx/>
                <a:latin typeface="Trebuchet MS"/>
                <a:cs typeface="Trebuchet MS"/>
              </a:rPr>
              <a:t> </a:t>
            </a:r>
            <a:r>
              <a:rPr kumimoji="0" sz="1900" b="0" i="0" u="none" strike="noStrike" kern="0" cap="none" spc="0" normalizeH="0" baseline="0" noProof="0" dirty="0">
                <a:ln>
                  <a:noFill/>
                </a:ln>
                <a:solidFill>
                  <a:sysClr val="windowText" lastClr="000000"/>
                </a:solidFill>
                <a:effectLst/>
                <a:uLnTx/>
                <a:uFillTx/>
                <a:latin typeface="Trebuchet MS"/>
                <a:cs typeface="Trebuchet MS"/>
              </a:rPr>
              <a:t>necessary</a:t>
            </a:r>
            <a:r>
              <a:rPr kumimoji="0" sz="1900" b="0" i="0" u="none" strike="noStrike" kern="0" cap="none" spc="-105" normalizeH="0" baseline="0" noProof="0" dirty="0">
                <a:ln>
                  <a:noFill/>
                </a:ln>
                <a:solidFill>
                  <a:sysClr val="windowText" lastClr="000000"/>
                </a:solidFill>
                <a:effectLst/>
                <a:uLnTx/>
                <a:uFillTx/>
                <a:latin typeface="Trebuchet MS"/>
                <a:cs typeface="Trebuchet MS"/>
              </a:rPr>
              <a:t> </a:t>
            </a:r>
            <a:r>
              <a:rPr kumimoji="0" sz="1900" b="0" i="0" u="none" strike="noStrike" kern="0" cap="none" spc="-30" normalizeH="0" baseline="0" noProof="0" dirty="0">
                <a:ln>
                  <a:noFill/>
                </a:ln>
                <a:solidFill>
                  <a:sysClr val="windowText" lastClr="000000"/>
                </a:solidFill>
                <a:effectLst/>
                <a:uLnTx/>
                <a:uFillTx/>
                <a:latin typeface="Trebuchet MS"/>
                <a:cs typeface="Trebuchet MS"/>
              </a:rPr>
              <a:t>dependencies,</a:t>
            </a:r>
            <a:r>
              <a:rPr kumimoji="0" sz="1900" b="0" i="0" u="none" strike="noStrike" kern="0" cap="none" spc="-140" normalizeH="0" baseline="0" noProof="0" dirty="0">
                <a:ln>
                  <a:noFill/>
                </a:ln>
                <a:solidFill>
                  <a:sysClr val="windowText" lastClr="000000"/>
                </a:solidFill>
                <a:effectLst/>
                <a:uLnTx/>
                <a:uFillTx/>
                <a:latin typeface="Trebuchet MS"/>
                <a:cs typeface="Trebuchet MS"/>
              </a:rPr>
              <a:t> </a:t>
            </a:r>
            <a:r>
              <a:rPr kumimoji="0" sz="1900" b="0" i="0" u="none" strike="noStrike" kern="0" cap="none" spc="-70" normalizeH="0" baseline="0" noProof="0" dirty="0">
                <a:ln>
                  <a:noFill/>
                </a:ln>
                <a:solidFill>
                  <a:sysClr val="windowText" lastClr="000000"/>
                </a:solidFill>
                <a:effectLst/>
                <a:uLnTx/>
                <a:uFillTx/>
                <a:latin typeface="Trebuchet MS"/>
                <a:cs typeface="Trebuchet MS"/>
              </a:rPr>
              <a:t>libraries,</a:t>
            </a:r>
            <a:r>
              <a:rPr kumimoji="0" sz="1900" b="0" i="0" u="none" strike="noStrike" kern="0" cap="none" spc="-150" normalizeH="0" baseline="0" noProof="0" dirty="0">
                <a:ln>
                  <a:noFill/>
                </a:ln>
                <a:solidFill>
                  <a:sysClr val="windowText" lastClr="000000"/>
                </a:solidFill>
                <a:effectLst/>
                <a:uLnTx/>
                <a:uFillTx/>
                <a:latin typeface="Trebuchet MS"/>
                <a:cs typeface="Trebuchet MS"/>
              </a:rPr>
              <a:t> </a:t>
            </a:r>
            <a:r>
              <a:rPr kumimoji="0" sz="1900" b="0" i="0" u="none" strike="noStrike" kern="0" cap="none" spc="0" normalizeH="0" baseline="0" noProof="0" dirty="0">
                <a:ln>
                  <a:noFill/>
                </a:ln>
                <a:solidFill>
                  <a:sysClr val="windowText" lastClr="000000"/>
                </a:solidFill>
                <a:effectLst/>
                <a:uLnTx/>
                <a:uFillTx/>
                <a:latin typeface="Trebuchet MS"/>
                <a:cs typeface="Trebuchet MS"/>
              </a:rPr>
              <a:t>and</a:t>
            </a:r>
            <a:r>
              <a:rPr kumimoji="0" sz="1900" b="0" i="0" u="none" strike="noStrike" kern="0" cap="none" spc="-140"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binaries 	</a:t>
            </a:r>
            <a:r>
              <a:rPr kumimoji="0" sz="1900" b="0" i="0" u="none" strike="noStrike" kern="0" cap="none" spc="-65" normalizeH="0" baseline="0" noProof="0" dirty="0">
                <a:ln>
                  <a:noFill/>
                </a:ln>
                <a:solidFill>
                  <a:sysClr val="windowText" lastClr="000000"/>
                </a:solidFill>
                <a:effectLst/>
                <a:uLnTx/>
                <a:uFillTx/>
                <a:latin typeface="Trebuchet MS"/>
                <a:cs typeface="Trebuchet MS"/>
              </a:rPr>
              <a:t>required</a:t>
            </a:r>
            <a:r>
              <a:rPr kumimoji="0" sz="1900" b="0" i="0" u="none" strike="noStrike" kern="0" cap="none" spc="-160" normalizeH="0" baseline="0" noProof="0" dirty="0">
                <a:ln>
                  <a:noFill/>
                </a:ln>
                <a:solidFill>
                  <a:sysClr val="windowText" lastClr="000000"/>
                </a:solidFill>
                <a:effectLst/>
                <a:uLnTx/>
                <a:uFillTx/>
                <a:latin typeface="Trebuchet MS"/>
                <a:cs typeface="Trebuchet MS"/>
              </a:rPr>
              <a:t> </a:t>
            </a:r>
            <a:r>
              <a:rPr kumimoji="0" sz="1900" b="0" i="0" u="none" strike="noStrike" kern="0" cap="none" spc="-75" normalizeH="0" baseline="0" noProof="0" dirty="0">
                <a:ln>
                  <a:noFill/>
                </a:ln>
                <a:solidFill>
                  <a:sysClr val="windowText" lastClr="000000"/>
                </a:solidFill>
                <a:effectLst/>
                <a:uLnTx/>
                <a:uFillTx/>
                <a:latin typeface="Trebuchet MS"/>
                <a:cs typeface="Trebuchet MS"/>
              </a:rPr>
              <a:t>to</a:t>
            </a:r>
            <a:r>
              <a:rPr kumimoji="0" sz="1900" b="0" i="0" u="none" strike="noStrike" kern="0" cap="none" spc="-150" normalizeH="0" baseline="0" noProof="0" dirty="0">
                <a:ln>
                  <a:noFill/>
                </a:ln>
                <a:solidFill>
                  <a:sysClr val="windowText" lastClr="000000"/>
                </a:solidFill>
                <a:effectLst/>
                <a:uLnTx/>
                <a:uFillTx/>
                <a:latin typeface="Trebuchet MS"/>
                <a:cs typeface="Trebuchet MS"/>
              </a:rPr>
              <a:t> </a:t>
            </a:r>
            <a:r>
              <a:rPr kumimoji="0" sz="1900" b="0" i="0" u="none" strike="noStrike" kern="0" cap="none" spc="-40" normalizeH="0" baseline="0" noProof="0" dirty="0">
                <a:ln>
                  <a:noFill/>
                </a:ln>
                <a:solidFill>
                  <a:sysClr val="windowText" lastClr="000000"/>
                </a:solidFill>
                <a:effectLst/>
                <a:uLnTx/>
                <a:uFillTx/>
                <a:latin typeface="Trebuchet MS"/>
                <a:cs typeface="Trebuchet MS"/>
              </a:rPr>
              <a:t>run</a:t>
            </a:r>
            <a:r>
              <a:rPr kumimoji="0" sz="1900" b="0" i="0" u="none" strike="noStrike" kern="0" cap="none" spc="-130" normalizeH="0" baseline="0" noProof="0" dirty="0">
                <a:ln>
                  <a:noFill/>
                </a:ln>
                <a:solidFill>
                  <a:sysClr val="windowText" lastClr="000000"/>
                </a:solidFill>
                <a:effectLst/>
                <a:uLnTx/>
                <a:uFillTx/>
                <a:latin typeface="Trebuchet MS"/>
                <a:cs typeface="Trebuchet MS"/>
              </a:rPr>
              <a:t> </a:t>
            </a:r>
            <a:r>
              <a:rPr kumimoji="0" sz="1900" b="0" i="0" u="none" strike="noStrike" kern="0" cap="none" spc="-65" normalizeH="0" baseline="0" noProof="0" dirty="0">
                <a:ln>
                  <a:noFill/>
                </a:ln>
                <a:solidFill>
                  <a:sysClr val="windowText" lastClr="000000"/>
                </a:solidFill>
                <a:effectLst/>
                <a:uLnTx/>
                <a:uFillTx/>
                <a:latin typeface="Trebuchet MS"/>
                <a:cs typeface="Trebuchet MS"/>
              </a:rPr>
              <a:t>the</a:t>
            </a:r>
            <a:r>
              <a:rPr kumimoji="0" sz="1900" b="0" i="0" u="none" strike="noStrike" kern="0" cap="none" spc="-150"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service</a:t>
            </a:r>
            <a:endParaRPr kumimoji="0" sz="1900" b="0" i="0" u="none" strike="noStrike" kern="0" cap="none" spc="0" normalizeH="0" baseline="0" noProof="0">
              <a:ln>
                <a:noFill/>
              </a:ln>
              <a:solidFill>
                <a:sysClr val="windowText" lastClr="000000"/>
              </a:solidFill>
              <a:effectLst/>
              <a:uLnTx/>
              <a:uFillTx/>
              <a:latin typeface="Trebuchet MS"/>
              <a:cs typeface="Trebuchet MS"/>
            </a:endParaRPr>
          </a:p>
          <a:p>
            <a:pPr marL="240029" marR="0" lvl="0" indent="-227329" defTabSz="914400" eaLnBrk="1" fontAlgn="auto" latinLnBrk="0" hangingPunct="1">
              <a:lnSpc>
                <a:spcPts val="2165"/>
              </a:lnSpc>
              <a:spcBef>
                <a:spcPts val="740"/>
              </a:spcBef>
              <a:spcAft>
                <a:spcPts val="0"/>
              </a:spcAft>
              <a:buClrTx/>
              <a:buSzTx/>
              <a:buFont typeface="Arial MT"/>
              <a:buChar char="•"/>
              <a:tabLst>
                <a:tab pos="240029" algn="l"/>
              </a:tabLst>
              <a:defRPr/>
            </a:pPr>
            <a:r>
              <a:rPr kumimoji="0" sz="1900" b="0" i="0" u="none" strike="noStrike" kern="0" cap="none" spc="-10" normalizeH="0" baseline="0" noProof="0" dirty="0">
                <a:ln>
                  <a:noFill/>
                </a:ln>
                <a:solidFill>
                  <a:sysClr val="windowText" lastClr="000000"/>
                </a:solidFill>
                <a:effectLst/>
                <a:uLnTx/>
                <a:uFillTx/>
                <a:latin typeface="Trebuchet MS"/>
                <a:cs typeface="Trebuchet MS"/>
              </a:rPr>
              <a:t>Docker</a:t>
            </a:r>
            <a:r>
              <a:rPr kumimoji="0" sz="1900" b="0" i="0" u="none" strike="noStrike" kern="0" cap="none" spc="-135" normalizeH="0" baseline="0" noProof="0" dirty="0">
                <a:ln>
                  <a:noFill/>
                </a:ln>
                <a:solidFill>
                  <a:sysClr val="windowText" lastClr="000000"/>
                </a:solidFill>
                <a:effectLst/>
                <a:uLnTx/>
                <a:uFillTx/>
                <a:latin typeface="Trebuchet MS"/>
                <a:cs typeface="Trebuchet MS"/>
              </a:rPr>
              <a:t> </a:t>
            </a:r>
            <a:r>
              <a:rPr kumimoji="0" sz="1900" b="0" i="0" u="none" strike="noStrike" kern="0" cap="none" spc="-30" normalizeH="0" baseline="0" noProof="0" dirty="0">
                <a:ln>
                  <a:noFill/>
                </a:ln>
                <a:solidFill>
                  <a:sysClr val="windowText" lastClr="000000"/>
                </a:solidFill>
                <a:effectLst/>
                <a:uLnTx/>
                <a:uFillTx/>
                <a:latin typeface="Trebuchet MS"/>
                <a:cs typeface="Trebuchet MS"/>
              </a:rPr>
              <a:t>containers</a:t>
            </a:r>
            <a:r>
              <a:rPr kumimoji="0" sz="1900" b="0" i="0" u="none" strike="noStrike" kern="0" cap="none" spc="-100" normalizeH="0" baseline="0" noProof="0" dirty="0">
                <a:ln>
                  <a:noFill/>
                </a:ln>
                <a:solidFill>
                  <a:sysClr val="windowText" lastClr="000000"/>
                </a:solidFill>
                <a:effectLst/>
                <a:uLnTx/>
                <a:uFillTx/>
                <a:latin typeface="Trebuchet MS"/>
                <a:cs typeface="Trebuchet MS"/>
              </a:rPr>
              <a:t> </a:t>
            </a:r>
            <a:r>
              <a:rPr kumimoji="0" sz="1900" b="0" i="0" u="none" strike="noStrike" kern="0" cap="none" spc="-40" normalizeH="0" baseline="0" noProof="0" dirty="0">
                <a:ln>
                  <a:noFill/>
                </a:ln>
                <a:solidFill>
                  <a:sysClr val="windowText" lastClr="000000"/>
                </a:solidFill>
                <a:effectLst/>
                <a:uLnTx/>
                <a:uFillTx/>
                <a:latin typeface="Trebuchet MS"/>
                <a:cs typeface="Trebuchet MS"/>
              </a:rPr>
              <a:t>run</a:t>
            </a:r>
            <a:r>
              <a:rPr kumimoji="0" sz="1900" b="0" i="0" u="none" strike="noStrike" kern="0" cap="none" spc="-145" normalizeH="0" baseline="0" noProof="0" dirty="0">
                <a:ln>
                  <a:noFill/>
                </a:ln>
                <a:solidFill>
                  <a:sysClr val="windowText" lastClr="000000"/>
                </a:solidFill>
                <a:effectLst/>
                <a:uLnTx/>
                <a:uFillTx/>
                <a:latin typeface="Trebuchet MS"/>
                <a:cs typeface="Trebuchet MS"/>
              </a:rPr>
              <a:t> </a:t>
            </a:r>
            <a:r>
              <a:rPr kumimoji="0" sz="1900" b="0" i="0" u="none" strike="noStrike" kern="0" cap="none" spc="0" normalizeH="0" baseline="0" noProof="0" dirty="0">
                <a:ln>
                  <a:noFill/>
                </a:ln>
                <a:solidFill>
                  <a:sysClr val="windowText" lastClr="000000"/>
                </a:solidFill>
                <a:effectLst/>
                <a:uLnTx/>
                <a:uFillTx/>
                <a:latin typeface="Trebuchet MS"/>
                <a:cs typeface="Trebuchet MS"/>
              </a:rPr>
              <a:t>on</a:t>
            </a:r>
            <a:r>
              <a:rPr kumimoji="0" sz="1900" b="0" i="0" u="none" strike="noStrike" kern="0" cap="none" spc="-150" normalizeH="0" baseline="0" noProof="0" dirty="0">
                <a:ln>
                  <a:noFill/>
                </a:ln>
                <a:solidFill>
                  <a:sysClr val="windowText" lastClr="000000"/>
                </a:solidFill>
                <a:effectLst/>
                <a:uLnTx/>
                <a:uFillTx/>
                <a:latin typeface="Trebuchet MS"/>
                <a:cs typeface="Trebuchet MS"/>
              </a:rPr>
              <a:t> </a:t>
            </a:r>
            <a:r>
              <a:rPr kumimoji="0" sz="1900" b="0" i="0" u="none" strike="noStrike" kern="0" cap="none" spc="-40" normalizeH="0" baseline="0" noProof="0" dirty="0">
                <a:ln>
                  <a:noFill/>
                </a:ln>
                <a:solidFill>
                  <a:sysClr val="windowText" lastClr="000000"/>
                </a:solidFill>
                <a:effectLst/>
                <a:uLnTx/>
                <a:uFillTx/>
                <a:latin typeface="Trebuchet MS"/>
                <a:cs typeface="Trebuchet MS"/>
              </a:rPr>
              <a:t>any</a:t>
            </a:r>
            <a:r>
              <a:rPr kumimoji="0" sz="1900" b="0" i="0" u="none" strike="noStrike" kern="0" cap="none" spc="-120"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system</a:t>
            </a:r>
            <a:r>
              <a:rPr kumimoji="0" sz="1900" b="0" i="0" u="none" strike="noStrike" kern="0" cap="none" spc="-135" normalizeH="0" baseline="0" noProof="0" dirty="0">
                <a:ln>
                  <a:noFill/>
                </a:ln>
                <a:solidFill>
                  <a:sysClr val="windowText" lastClr="000000"/>
                </a:solidFill>
                <a:effectLst/>
                <a:uLnTx/>
                <a:uFillTx/>
                <a:latin typeface="Trebuchet MS"/>
                <a:cs typeface="Trebuchet MS"/>
              </a:rPr>
              <a:t> </a:t>
            </a:r>
            <a:r>
              <a:rPr kumimoji="0" sz="1900" b="0" i="0" u="none" strike="noStrike" kern="0" cap="none" spc="-75" normalizeH="0" baseline="0" noProof="0" dirty="0">
                <a:ln>
                  <a:noFill/>
                </a:ln>
                <a:solidFill>
                  <a:sysClr val="windowText" lastClr="000000"/>
                </a:solidFill>
                <a:effectLst/>
                <a:uLnTx/>
                <a:uFillTx/>
                <a:latin typeface="Trebuchet MS"/>
                <a:cs typeface="Trebuchet MS"/>
              </a:rPr>
              <a:t>with</a:t>
            </a:r>
            <a:r>
              <a:rPr kumimoji="0" sz="1900" b="0" i="0" u="none" strike="noStrike" kern="0" cap="none" spc="-140"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Docker</a:t>
            </a:r>
            <a:r>
              <a:rPr kumimoji="0" sz="1900" b="0" i="0" u="none" strike="noStrike" kern="0" cap="none" spc="-135" normalizeH="0" baseline="0" noProof="0" dirty="0">
                <a:ln>
                  <a:noFill/>
                </a:ln>
                <a:solidFill>
                  <a:sysClr val="windowText" lastClr="000000"/>
                </a:solidFill>
                <a:effectLst/>
                <a:uLnTx/>
                <a:uFillTx/>
                <a:latin typeface="Trebuchet MS"/>
                <a:cs typeface="Trebuchet MS"/>
              </a:rPr>
              <a:t> </a:t>
            </a:r>
            <a:r>
              <a:rPr kumimoji="0" sz="1900" b="0" i="0" u="none" strike="noStrike" kern="0" cap="none" spc="-55" normalizeH="0" baseline="0" noProof="0" dirty="0">
                <a:ln>
                  <a:noFill/>
                </a:ln>
                <a:solidFill>
                  <a:sysClr val="windowText" lastClr="000000"/>
                </a:solidFill>
                <a:effectLst/>
                <a:uLnTx/>
                <a:uFillTx/>
                <a:latin typeface="Trebuchet MS"/>
                <a:cs typeface="Trebuchet MS"/>
              </a:rPr>
              <a:t>installed,</a:t>
            </a:r>
            <a:r>
              <a:rPr kumimoji="0" sz="1900" b="0" i="0" u="none" strike="noStrike" kern="0" cap="none" spc="-114" normalizeH="0" baseline="0" noProof="0" dirty="0">
                <a:ln>
                  <a:noFill/>
                </a:ln>
                <a:solidFill>
                  <a:sysClr val="windowText" lastClr="000000"/>
                </a:solidFill>
                <a:effectLst/>
                <a:uLnTx/>
                <a:uFillTx/>
                <a:latin typeface="Trebuchet MS"/>
                <a:cs typeface="Trebuchet MS"/>
              </a:rPr>
              <a:t> </a:t>
            </a:r>
            <a:r>
              <a:rPr kumimoji="0" sz="1900" b="0" i="0" u="none" strike="noStrike" kern="0" cap="none" spc="-30" normalizeH="0" baseline="0" noProof="0" dirty="0">
                <a:ln>
                  <a:noFill/>
                </a:ln>
                <a:solidFill>
                  <a:sysClr val="windowText" lastClr="000000"/>
                </a:solidFill>
                <a:effectLst/>
                <a:uLnTx/>
                <a:uFillTx/>
                <a:latin typeface="Trebuchet MS"/>
                <a:cs typeface="Trebuchet MS"/>
              </a:rPr>
              <a:t>regardless</a:t>
            </a:r>
            <a:r>
              <a:rPr kumimoji="0" sz="1900" b="0" i="0" u="none" strike="noStrike" kern="0" cap="none" spc="-135" normalizeH="0" baseline="0" noProof="0" dirty="0">
                <a:ln>
                  <a:noFill/>
                </a:ln>
                <a:solidFill>
                  <a:sysClr val="windowText" lastClr="000000"/>
                </a:solidFill>
                <a:effectLst/>
                <a:uLnTx/>
                <a:uFillTx/>
                <a:latin typeface="Trebuchet MS"/>
                <a:cs typeface="Trebuchet MS"/>
              </a:rPr>
              <a:t> </a:t>
            </a:r>
            <a:r>
              <a:rPr kumimoji="0" sz="1900" b="0" i="0" u="none" strike="noStrike" kern="0" cap="none" spc="-25" normalizeH="0" baseline="0" noProof="0" dirty="0">
                <a:ln>
                  <a:noFill/>
                </a:ln>
                <a:solidFill>
                  <a:sysClr val="windowText" lastClr="000000"/>
                </a:solidFill>
                <a:effectLst/>
                <a:uLnTx/>
                <a:uFillTx/>
                <a:latin typeface="Trebuchet MS"/>
                <a:cs typeface="Trebuchet MS"/>
              </a:rPr>
              <a:t>of</a:t>
            </a:r>
            <a:endParaRPr kumimoji="0" sz="1900" b="0" i="0" u="none" strike="noStrike" kern="0" cap="none" spc="0" normalizeH="0" baseline="0" noProof="0">
              <a:ln>
                <a:noFill/>
              </a:ln>
              <a:solidFill>
                <a:sysClr val="windowText" lastClr="000000"/>
              </a:solidFill>
              <a:effectLst/>
              <a:uLnTx/>
              <a:uFillTx/>
              <a:latin typeface="Trebuchet MS"/>
              <a:cs typeface="Trebuchet MS"/>
            </a:endParaRPr>
          </a:p>
          <a:p>
            <a:pPr marL="241300" marR="0" lvl="0" indent="0" defTabSz="914400" eaLnBrk="1" fontAlgn="auto" latinLnBrk="0" hangingPunct="1">
              <a:lnSpc>
                <a:spcPts val="2165"/>
              </a:lnSpc>
              <a:spcBef>
                <a:spcPts val="0"/>
              </a:spcBef>
              <a:spcAft>
                <a:spcPts val="0"/>
              </a:spcAft>
              <a:buClrTx/>
              <a:buSzTx/>
              <a:buFontTx/>
              <a:buNone/>
              <a:tabLst/>
              <a:defRPr/>
            </a:pPr>
            <a:r>
              <a:rPr kumimoji="0" sz="1900" b="0" i="0" u="none" strike="noStrike" kern="0" cap="none" spc="-55" normalizeH="0" baseline="0" noProof="0" dirty="0">
                <a:ln>
                  <a:noFill/>
                </a:ln>
                <a:solidFill>
                  <a:sysClr val="windowText" lastClr="000000"/>
                </a:solidFill>
                <a:effectLst/>
                <a:uLnTx/>
                <a:uFillTx/>
                <a:latin typeface="Trebuchet MS"/>
                <a:cs typeface="Trebuchet MS"/>
              </a:rPr>
              <a:t>underlying</a:t>
            </a:r>
            <a:r>
              <a:rPr kumimoji="0" sz="1900" b="0" i="0" u="none" strike="noStrike" kern="0" cap="none" spc="-100" normalizeH="0" baseline="0" noProof="0" dirty="0">
                <a:ln>
                  <a:noFill/>
                </a:ln>
                <a:solidFill>
                  <a:sysClr val="windowText" lastClr="000000"/>
                </a:solidFill>
                <a:effectLst/>
                <a:uLnTx/>
                <a:uFillTx/>
                <a:latin typeface="Trebuchet MS"/>
                <a:cs typeface="Trebuchet MS"/>
              </a:rPr>
              <a:t> </a:t>
            </a:r>
            <a:r>
              <a:rPr kumimoji="0" sz="1900" b="0" i="0" u="none" strike="noStrike" kern="0" cap="none" spc="-55" normalizeH="0" baseline="0" noProof="0" dirty="0">
                <a:ln>
                  <a:noFill/>
                </a:ln>
                <a:solidFill>
                  <a:sysClr val="windowText" lastClr="000000"/>
                </a:solidFill>
                <a:effectLst/>
                <a:uLnTx/>
                <a:uFillTx/>
                <a:latin typeface="Trebuchet MS"/>
                <a:cs typeface="Trebuchet MS"/>
              </a:rPr>
              <a:t>hardware</a:t>
            </a:r>
            <a:r>
              <a:rPr kumimoji="0" sz="1900" b="0" i="0" u="none" strike="noStrike" kern="0" cap="none" spc="-114" normalizeH="0" baseline="0" noProof="0" dirty="0">
                <a:ln>
                  <a:noFill/>
                </a:ln>
                <a:solidFill>
                  <a:sysClr val="windowText" lastClr="000000"/>
                </a:solidFill>
                <a:effectLst/>
                <a:uLnTx/>
                <a:uFillTx/>
                <a:latin typeface="Trebuchet MS"/>
                <a:cs typeface="Trebuchet MS"/>
              </a:rPr>
              <a:t> </a:t>
            </a:r>
            <a:r>
              <a:rPr kumimoji="0" sz="1900" b="0" i="0" u="none" strike="noStrike" kern="0" cap="none" spc="-55" normalizeH="0" baseline="0" noProof="0" dirty="0">
                <a:ln>
                  <a:noFill/>
                </a:ln>
                <a:solidFill>
                  <a:sysClr val="windowText" lastClr="000000"/>
                </a:solidFill>
                <a:effectLst/>
                <a:uLnTx/>
                <a:uFillTx/>
                <a:latin typeface="Trebuchet MS"/>
                <a:cs typeface="Trebuchet MS"/>
              </a:rPr>
              <a:t>or</a:t>
            </a:r>
            <a:r>
              <a:rPr kumimoji="0" sz="1900" b="0" i="0" u="none" strike="noStrike" kern="0" cap="none" spc="-135" normalizeH="0" baseline="0" noProof="0" dirty="0">
                <a:ln>
                  <a:noFill/>
                </a:ln>
                <a:solidFill>
                  <a:sysClr val="windowText" lastClr="000000"/>
                </a:solidFill>
                <a:effectLst/>
                <a:uLnTx/>
                <a:uFillTx/>
                <a:latin typeface="Trebuchet MS"/>
                <a:cs typeface="Trebuchet MS"/>
              </a:rPr>
              <a:t> </a:t>
            </a:r>
            <a:r>
              <a:rPr kumimoji="0" sz="1900" b="0" i="0" u="none" strike="noStrike" kern="0" cap="none" spc="-60" normalizeH="0" baseline="0" noProof="0" dirty="0">
                <a:ln>
                  <a:noFill/>
                </a:ln>
                <a:solidFill>
                  <a:sysClr val="windowText" lastClr="000000"/>
                </a:solidFill>
                <a:effectLst/>
                <a:uLnTx/>
                <a:uFillTx/>
                <a:latin typeface="Trebuchet MS"/>
                <a:cs typeface="Trebuchet MS"/>
              </a:rPr>
              <a:t>operating</a:t>
            </a:r>
            <a:r>
              <a:rPr kumimoji="0" sz="1900" b="0" i="0" u="none" strike="noStrike" kern="0" cap="none" spc="-125"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system</a:t>
            </a:r>
            <a:endParaRPr kumimoji="0" sz="1900" b="0" i="0" u="none" strike="noStrike" kern="0" cap="none" spc="0" normalizeH="0" baseline="0" noProof="0">
              <a:ln>
                <a:noFill/>
              </a:ln>
              <a:solidFill>
                <a:sysClr val="windowText" lastClr="000000"/>
              </a:solidFill>
              <a:effectLst/>
              <a:uLnTx/>
              <a:uFillTx/>
              <a:latin typeface="Trebuchet MS"/>
              <a:cs typeface="Trebuchet MS"/>
            </a:endParaRPr>
          </a:p>
          <a:p>
            <a:pPr marL="240029" marR="0" lvl="0" indent="-227329" defTabSz="914400" eaLnBrk="1" fontAlgn="auto" latinLnBrk="0" hangingPunct="1">
              <a:lnSpc>
                <a:spcPct val="100000"/>
              </a:lnSpc>
              <a:spcBef>
                <a:spcPts val="770"/>
              </a:spcBef>
              <a:spcAft>
                <a:spcPts val="0"/>
              </a:spcAft>
              <a:buClrTx/>
              <a:buSzTx/>
              <a:buFont typeface="Arial MT"/>
              <a:buChar char="•"/>
              <a:tabLst>
                <a:tab pos="240029" algn="l"/>
              </a:tabLst>
              <a:defRPr/>
            </a:pPr>
            <a:r>
              <a:rPr kumimoji="0" sz="1900" b="0" i="0" u="none" strike="noStrike" kern="0" cap="none" spc="-10" normalizeH="0" baseline="0" noProof="0" dirty="0">
                <a:ln>
                  <a:noFill/>
                </a:ln>
                <a:solidFill>
                  <a:sysClr val="windowText" lastClr="000000"/>
                </a:solidFill>
                <a:effectLst/>
                <a:uLnTx/>
                <a:uFillTx/>
                <a:latin typeface="Trebuchet MS"/>
                <a:cs typeface="Trebuchet MS"/>
              </a:rPr>
              <a:t>Docker</a:t>
            </a:r>
            <a:r>
              <a:rPr kumimoji="0" sz="1900" b="0" i="0" u="none" strike="noStrike" kern="0" cap="none" spc="-120" normalizeH="0" baseline="0" noProof="0" dirty="0">
                <a:ln>
                  <a:noFill/>
                </a:ln>
                <a:solidFill>
                  <a:sysClr val="windowText" lastClr="000000"/>
                </a:solidFill>
                <a:effectLst/>
                <a:uLnTx/>
                <a:uFillTx/>
                <a:latin typeface="Trebuchet MS"/>
                <a:cs typeface="Trebuchet MS"/>
              </a:rPr>
              <a:t> </a:t>
            </a:r>
            <a:r>
              <a:rPr kumimoji="0" sz="1900" b="0" i="0" u="none" strike="noStrike" kern="0" cap="none" spc="-30" normalizeH="0" baseline="0" noProof="0" dirty="0">
                <a:ln>
                  <a:noFill/>
                </a:ln>
                <a:solidFill>
                  <a:sysClr val="windowText" lastClr="000000"/>
                </a:solidFill>
                <a:effectLst/>
                <a:uLnTx/>
                <a:uFillTx/>
                <a:latin typeface="Trebuchet MS"/>
                <a:cs typeface="Trebuchet MS"/>
              </a:rPr>
              <a:t>containers</a:t>
            </a:r>
            <a:r>
              <a:rPr kumimoji="0" sz="1900" b="0" i="0" u="none" strike="noStrike" kern="0" cap="none" spc="-80" normalizeH="0" baseline="0" noProof="0" dirty="0">
                <a:ln>
                  <a:noFill/>
                </a:ln>
                <a:solidFill>
                  <a:sysClr val="windowText" lastClr="000000"/>
                </a:solidFill>
                <a:effectLst/>
                <a:uLnTx/>
                <a:uFillTx/>
                <a:latin typeface="Trebuchet MS"/>
                <a:cs typeface="Trebuchet MS"/>
              </a:rPr>
              <a:t> </a:t>
            </a:r>
            <a:r>
              <a:rPr kumimoji="0" sz="1900" b="0" i="0" u="none" strike="noStrike" kern="0" cap="none" spc="-60" normalizeH="0" baseline="0" noProof="0" dirty="0">
                <a:ln>
                  <a:noFill/>
                </a:ln>
                <a:solidFill>
                  <a:sysClr val="windowText" lastClr="000000"/>
                </a:solidFill>
                <a:effectLst/>
                <a:uLnTx/>
                <a:uFillTx/>
                <a:latin typeface="Trebuchet MS"/>
                <a:cs typeface="Trebuchet MS"/>
              </a:rPr>
              <a:t>provide</a:t>
            </a:r>
            <a:r>
              <a:rPr kumimoji="0" sz="1900" b="0" i="0" u="none" strike="noStrike" kern="0" cap="none" spc="-130" normalizeH="0" baseline="0" noProof="0" dirty="0">
                <a:ln>
                  <a:noFill/>
                </a:ln>
                <a:solidFill>
                  <a:sysClr val="windowText" lastClr="000000"/>
                </a:solidFill>
                <a:effectLst/>
                <a:uLnTx/>
                <a:uFillTx/>
                <a:latin typeface="Trebuchet MS"/>
                <a:cs typeface="Trebuchet MS"/>
              </a:rPr>
              <a:t> </a:t>
            </a:r>
            <a:r>
              <a:rPr kumimoji="0" sz="1900" b="0" i="0" u="none" strike="noStrike" kern="0" cap="none" spc="0" normalizeH="0" baseline="0" noProof="0" dirty="0">
                <a:ln>
                  <a:noFill/>
                </a:ln>
                <a:solidFill>
                  <a:sysClr val="windowText" lastClr="000000"/>
                </a:solidFill>
                <a:effectLst/>
                <a:uLnTx/>
                <a:uFillTx/>
                <a:latin typeface="Trebuchet MS"/>
                <a:cs typeface="Trebuchet MS"/>
              </a:rPr>
              <a:t>process</a:t>
            </a:r>
            <a:r>
              <a:rPr kumimoji="0" sz="1900" b="0" i="0" u="none" strike="noStrike" kern="0" cap="none" spc="-125" normalizeH="0" baseline="0" noProof="0" dirty="0">
                <a:ln>
                  <a:noFill/>
                </a:ln>
                <a:solidFill>
                  <a:sysClr val="windowText" lastClr="000000"/>
                </a:solidFill>
                <a:effectLst/>
                <a:uLnTx/>
                <a:uFillTx/>
                <a:latin typeface="Trebuchet MS"/>
                <a:cs typeface="Trebuchet MS"/>
              </a:rPr>
              <a:t> </a:t>
            </a:r>
            <a:r>
              <a:rPr kumimoji="0" sz="1900" b="0" i="0" u="none" strike="noStrike" kern="0" cap="none" spc="0" normalizeH="0" baseline="0" noProof="0" dirty="0">
                <a:ln>
                  <a:noFill/>
                </a:ln>
                <a:solidFill>
                  <a:sysClr val="windowText" lastClr="000000"/>
                </a:solidFill>
                <a:effectLst/>
                <a:uLnTx/>
                <a:uFillTx/>
                <a:latin typeface="Trebuchet MS"/>
                <a:cs typeface="Trebuchet MS"/>
              </a:rPr>
              <a:t>and</a:t>
            </a:r>
            <a:r>
              <a:rPr kumimoji="0" sz="1900" b="0" i="0" u="none" strike="noStrike" kern="0" cap="none" spc="-140" normalizeH="0" baseline="0" noProof="0" dirty="0">
                <a:ln>
                  <a:noFill/>
                </a:ln>
                <a:solidFill>
                  <a:sysClr val="windowText" lastClr="000000"/>
                </a:solidFill>
                <a:effectLst/>
                <a:uLnTx/>
                <a:uFillTx/>
                <a:latin typeface="Trebuchet MS"/>
                <a:cs typeface="Trebuchet MS"/>
              </a:rPr>
              <a:t> </a:t>
            </a:r>
            <a:r>
              <a:rPr kumimoji="0" sz="1900" b="0" i="0" u="none" strike="noStrike" kern="0" cap="none" spc="-20" normalizeH="0" baseline="0" noProof="0" dirty="0">
                <a:ln>
                  <a:noFill/>
                </a:ln>
                <a:solidFill>
                  <a:sysClr val="windowText" lastClr="000000"/>
                </a:solidFill>
                <a:effectLst/>
                <a:uLnTx/>
                <a:uFillTx/>
                <a:latin typeface="Trebuchet MS"/>
                <a:cs typeface="Trebuchet MS"/>
              </a:rPr>
              <a:t>resource</a:t>
            </a:r>
            <a:r>
              <a:rPr kumimoji="0" sz="1900" b="0" i="0" u="none" strike="noStrike" kern="0" cap="none" spc="-105" normalizeH="0" baseline="0" noProof="0" dirty="0">
                <a:ln>
                  <a:noFill/>
                </a:ln>
                <a:solidFill>
                  <a:sysClr val="windowText" lastClr="000000"/>
                </a:solidFill>
                <a:effectLst/>
                <a:uLnTx/>
                <a:uFillTx/>
                <a:latin typeface="Trebuchet MS"/>
                <a:cs typeface="Trebuchet MS"/>
              </a:rPr>
              <a:t> </a:t>
            </a:r>
            <a:r>
              <a:rPr kumimoji="0" sz="1900" b="0" i="0" u="none" strike="noStrike" kern="0" cap="none" spc="-45" normalizeH="0" baseline="0" noProof="0" dirty="0">
                <a:ln>
                  <a:noFill/>
                </a:ln>
                <a:solidFill>
                  <a:sysClr val="windowText" lastClr="000000"/>
                </a:solidFill>
                <a:effectLst/>
                <a:uLnTx/>
                <a:uFillTx/>
                <a:latin typeface="Trebuchet MS"/>
                <a:cs typeface="Trebuchet MS"/>
              </a:rPr>
              <a:t>isolation,</a:t>
            </a:r>
            <a:r>
              <a:rPr kumimoji="0" sz="1900" b="0" i="0" u="none" strike="noStrike" kern="0" cap="none" spc="-130" normalizeH="0" baseline="0" noProof="0" dirty="0">
                <a:ln>
                  <a:noFill/>
                </a:ln>
                <a:solidFill>
                  <a:sysClr val="windowText" lastClr="000000"/>
                </a:solidFill>
                <a:effectLst/>
                <a:uLnTx/>
                <a:uFillTx/>
                <a:latin typeface="Trebuchet MS"/>
                <a:cs typeface="Trebuchet MS"/>
              </a:rPr>
              <a:t> </a:t>
            </a:r>
            <a:r>
              <a:rPr kumimoji="0" sz="1900" b="0" i="0" u="none" strike="noStrike" kern="0" cap="none" spc="-20" normalizeH="0" baseline="0" noProof="0" dirty="0">
                <a:ln>
                  <a:noFill/>
                </a:ln>
                <a:solidFill>
                  <a:sysClr val="windowText" lastClr="000000"/>
                </a:solidFill>
                <a:effectLst/>
                <a:uLnTx/>
                <a:uFillTx/>
                <a:latin typeface="Trebuchet MS"/>
                <a:cs typeface="Trebuchet MS"/>
              </a:rPr>
              <a:t>enhancing</a:t>
            </a:r>
            <a:r>
              <a:rPr kumimoji="0" sz="1900" b="0" i="0" u="none" strike="noStrike" kern="0" cap="none" spc="-100" normalizeH="0" baseline="0" noProof="0" dirty="0">
                <a:ln>
                  <a:noFill/>
                </a:ln>
                <a:solidFill>
                  <a:sysClr val="windowText" lastClr="000000"/>
                </a:solidFill>
                <a:effectLst/>
                <a:uLnTx/>
                <a:uFillTx/>
                <a:latin typeface="Trebuchet MS"/>
                <a:cs typeface="Trebuchet MS"/>
              </a:rPr>
              <a:t> </a:t>
            </a:r>
            <a:r>
              <a:rPr kumimoji="0" sz="1900" b="0" i="0" u="none" strike="noStrike" kern="0" cap="none" spc="-10" normalizeH="0" baseline="0" noProof="0" dirty="0">
                <a:ln>
                  <a:noFill/>
                </a:ln>
                <a:solidFill>
                  <a:sysClr val="windowText" lastClr="000000"/>
                </a:solidFill>
                <a:effectLst/>
                <a:uLnTx/>
                <a:uFillTx/>
                <a:latin typeface="Trebuchet MS"/>
                <a:cs typeface="Trebuchet MS"/>
              </a:rPr>
              <a:t>security</a:t>
            </a:r>
            <a:endParaRPr kumimoji="0" sz="1900" b="0" i="0" u="none" strike="noStrike" kern="0" cap="none" spc="0" normalizeH="0" baseline="0" noProof="0">
              <a:ln>
                <a:noFill/>
              </a:ln>
              <a:solidFill>
                <a:sysClr val="windowText" lastClr="000000"/>
              </a:solidFill>
              <a:effectLst/>
              <a:uLnTx/>
              <a:uFillTx/>
              <a:latin typeface="Trebuchet MS"/>
              <a:cs typeface="Trebuchet MS"/>
            </a:endParaRPr>
          </a:p>
          <a:p>
            <a:pPr marL="0" marR="0" lvl="0" indent="0" defTabSz="914400" eaLnBrk="1" fontAlgn="auto" latinLnBrk="0" hangingPunct="1">
              <a:lnSpc>
                <a:spcPct val="100000"/>
              </a:lnSpc>
              <a:spcBef>
                <a:spcPts val="844"/>
              </a:spcBef>
              <a:spcAft>
                <a:spcPts val="0"/>
              </a:spcAft>
              <a:buClrTx/>
              <a:buSzTx/>
              <a:buFont typeface="Arial MT"/>
              <a:buChar char="•"/>
              <a:tabLst/>
              <a:defRPr/>
            </a:pPr>
            <a:endParaRPr kumimoji="0" sz="19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ts val="2280"/>
              </a:lnSpc>
              <a:spcBef>
                <a:spcPts val="5"/>
              </a:spcBef>
              <a:spcAft>
                <a:spcPts val="0"/>
              </a:spcAft>
              <a:buClrTx/>
              <a:buSzTx/>
              <a:buFontTx/>
              <a:buNone/>
              <a:tabLst/>
              <a:defRPr/>
            </a:pPr>
            <a:r>
              <a:rPr kumimoji="0" sz="2000" b="0" i="0" u="none" strike="noStrike" kern="0" cap="none" spc="-85" normalizeH="0" baseline="0" noProof="0" dirty="0">
                <a:ln>
                  <a:noFill/>
                </a:ln>
                <a:solidFill>
                  <a:srgbClr val="1F3863"/>
                </a:solidFill>
                <a:effectLst/>
                <a:uLnTx/>
                <a:uFillTx/>
                <a:latin typeface="Trebuchet MS"/>
                <a:cs typeface="Trebuchet MS"/>
              </a:rPr>
              <a:t>The</a:t>
            </a:r>
            <a:r>
              <a:rPr kumimoji="0" sz="2000" b="0" i="0" u="none" strike="noStrike" kern="0" cap="none" spc="-140" normalizeH="0" baseline="0" noProof="0" dirty="0">
                <a:ln>
                  <a:noFill/>
                </a:ln>
                <a:solidFill>
                  <a:srgbClr val="1F3863"/>
                </a:solidFill>
                <a:effectLst/>
                <a:uLnTx/>
                <a:uFillTx/>
                <a:latin typeface="Trebuchet MS"/>
                <a:cs typeface="Trebuchet MS"/>
              </a:rPr>
              <a:t> </a:t>
            </a:r>
            <a:r>
              <a:rPr kumimoji="0" sz="2000" b="0" i="0" u="none" strike="noStrike" kern="0" cap="none" spc="-30" normalizeH="0" baseline="0" noProof="0" dirty="0">
                <a:ln>
                  <a:noFill/>
                </a:ln>
                <a:solidFill>
                  <a:srgbClr val="1F3863"/>
                </a:solidFill>
                <a:effectLst/>
                <a:uLnTx/>
                <a:uFillTx/>
                <a:latin typeface="Trebuchet MS"/>
                <a:cs typeface="Trebuchet MS"/>
              </a:rPr>
              <a:t>Python</a:t>
            </a:r>
            <a:r>
              <a:rPr kumimoji="0" sz="2000" b="0" i="0" u="none" strike="noStrike" kern="0" cap="none" spc="-160" normalizeH="0" baseline="0" noProof="0" dirty="0">
                <a:ln>
                  <a:noFill/>
                </a:ln>
                <a:solidFill>
                  <a:srgbClr val="1F3863"/>
                </a:solidFill>
                <a:effectLst/>
                <a:uLnTx/>
                <a:uFillTx/>
                <a:latin typeface="Trebuchet MS"/>
                <a:cs typeface="Trebuchet MS"/>
              </a:rPr>
              <a:t> </a:t>
            </a:r>
            <a:r>
              <a:rPr kumimoji="0" sz="2000" b="0" i="0" u="none" strike="noStrike" kern="0" cap="none" spc="-35" normalizeH="0" baseline="0" noProof="0" dirty="0">
                <a:ln>
                  <a:noFill/>
                </a:ln>
                <a:solidFill>
                  <a:srgbClr val="1F3863"/>
                </a:solidFill>
                <a:effectLst/>
                <a:uLnTx/>
                <a:uFillTx/>
                <a:latin typeface="Trebuchet MS"/>
                <a:cs typeface="Trebuchet MS"/>
              </a:rPr>
              <a:t>script</a:t>
            </a:r>
            <a:r>
              <a:rPr kumimoji="0" sz="2000" b="0" i="0" u="none" strike="noStrike" kern="0" cap="none" spc="-235" normalizeH="0" baseline="0" noProof="0" dirty="0">
                <a:ln>
                  <a:noFill/>
                </a:ln>
                <a:solidFill>
                  <a:srgbClr val="1F3863"/>
                </a:solidFill>
                <a:effectLst/>
                <a:uLnTx/>
                <a:uFillTx/>
                <a:latin typeface="Trebuchet MS"/>
                <a:cs typeface="Trebuchet MS"/>
              </a:rPr>
              <a:t> </a:t>
            </a:r>
            <a:r>
              <a:rPr kumimoji="0" sz="2000" b="0" i="0" u="none" strike="noStrike" kern="0" cap="none" spc="-55" normalizeH="0" baseline="0" noProof="0" dirty="0">
                <a:ln>
                  <a:noFill/>
                </a:ln>
                <a:solidFill>
                  <a:srgbClr val="1F3863"/>
                </a:solidFill>
                <a:effectLst/>
                <a:uLnTx/>
                <a:uFillTx/>
                <a:latin typeface="Trebuchet MS"/>
                <a:cs typeface="Trebuchet MS"/>
              </a:rPr>
              <a:t>‘wis2box-</a:t>
            </a:r>
            <a:r>
              <a:rPr kumimoji="0" sz="2000" b="0" i="0" u="none" strike="noStrike" kern="0" cap="none" spc="-95" normalizeH="0" baseline="0" noProof="0" dirty="0">
                <a:ln>
                  <a:noFill/>
                </a:ln>
                <a:solidFill>
                  <a:srgbClr val="1F3863"/>
                </a:solidFill>
                <a:effectLst/>
                <a:uLnTx/>
                <a:uFillTx/>
                <a:latin typeface="Trebuchet MS"/>
                <a:cs typeface="Trebuchet MS"/>
              </a:rPr>
              <a:t>ctl.py’</a:t>
            </a:r>
            <a:r>
              <a:rPr kumimoji="0" sz="2000" b="0" i="0" u="none" strike="noStrike" kern="0" cap="none" spc="-270" normalizeH="0" baseline="0" noProof="0" dirty="0">
                <a:ln>
                  <a:noFill/>
                </a:ln>
                <a:solidFill>
                  <a:srgbClr val="1F3863"/>
                </a:solidFill>
                <a:effectLst/>
                <a:uLnTx/>
                <a:uFillTx/>
                <a:latin typeface="Trebuchet MS"/>
                <a:cs typeface="Trebuchet MS"/>
              </a:rPr>
              <a:t> </a:t>
            </a:r>
            <a:r>
              <a:rPr kumimoji="0" sz="2000" b="0" i="0" u="none" strike="noStrike" kern="0" cap="none" spc="-30" normalizeH="0" baseline="0" noProof="0" dirty="0">
                <a:ln>
                  <a:noFill/>
                </a:ln>
                <a:solidFill>
                  <a:srgbClr val="1F3863"/>
                </a:solidFill>
                <a:effectLst/>
                <a:uLnTx/>
                <a:uFillTx/>
                <a:latin typeface="Trebuchet MS"/>
                <a:cs typeface="Trebuchet MS"/>
              </a:rPr>
              <a:t>provides</a:t>
            </a:r>
            <a:r>
              <a:rPr kumimoji="0" sz="2000" b="0" i="0" u="none" strike="noStrike" kern="0" cap="none" spc="-160" normalizeH="0" baseline="0" noProof="0" dirty="0">
                <a:ln>
                  <a:noFill/>
                </a:ln>
                <a:solidFill>
                  <a:srgbClr val="1F3863"/>
                </a:solidFill>
                <a:effectLst/>
                <a:uLnTx/>
                <a:uFillTx/>
                <a:latin typeface="Trebuchet MS"/>
                <a:cs typeface="Trebuchet MS"/>
              </a:rPr>
              <a:t> </a:t>
            </a:r>
            <a:r>
              <a:rPr kumimoji="0" sz="2000" b="0" i="0" u="none" strike="noStrike" kern="0" cap="none" spc="0" normalizeH="0" baseline="0" noProof="0" dirty="0">
                <a:ln>
                  <a:noFill/>
                </a:ln>
                <a:solidFill>
                  <a:srgbClr val="1F3863"/>
                </a:solidFill>
                <a:effectLst/>
                <a:uLnTx/>
                <a:uFillTx/>
                <a:latin typeface="Trebuchet MS"/>
                <a:cs typeface="Trebuchet MS"/>
              </a:rPr>
              <a:t>a</a:t>
            </a:r>
            <a:r>
              <a:rPr kumimoji="0" sz="2000" b="0" i="0" u="none" strike="noStrike" kern="0" cap="none" spc="-140" normalizeH="0" baseline="0" noProof="0" dirty="0">
                <a:ln>
                  <a:noFill/>
                </a:ln>
                <a:solidFill>
                  <a:srgbClr val="1F3863"/>
                </a:solidFill>
                <a:effectLst/>
                <a:uLnTx/>
                <a:uFillTx/>
                <a:latin typeface="Trebuchet MS"/>
                <a:cs typeface="Trebuchet MS"/>
              </a:rPr>
              <a:t> </a:t>
            </a:r>
            <a:r>
              <a:rPr kumimoji="0" sz="2000" b="0" i="0" u="none" strike="noStrike" kern="0" cap="none" spc="-60" normalizeH="0" baseline="0" noProof="0" dirty="0">
                <a:ln>
                  <a:noFill/>
                </a:ln>
                <a:solidFill>
                  <a:srgbClr val="1F3863"/>
                </a:solidFill>
                <a:effectLst/>
                <a:uLnTx/>
                <a:uFillTx/>
                <a:latin typeface="Trebuchet MS"/>
                <a:cs typeface="Trebuchet MS"/>
              </a:rPr>
              <a:t>wrapper</a:t>
            </a:r>
            <a:r>
              <a:rPr kumimoji="0" sz="2000" b="0" i="0" u="none" strike="noStrike" kern="0" cap="none" spc="-145" normalizeH="0" baseline="0" noProof="0" dirty="0">
                <a:ln>
                  <a:noFill/>
                </a:ln>
                <a:solidFill>
                  <a:srgbClr val="1F3863"/>
                </a:solidFill>
                <a:effectLst/>
                <a:uLnTx/>
                <a:uFillTx/>
                <a:latin typeface="Trebuchet MS"/>
                <a:cs typeface="Trebuchet MS"/>
              </a:rPr>
              <a:t> </a:t>
            </a:r>
            <a:r>
              <a:rPr kumimoji="0" sz="2000" b="0" i="0" u="none" strike="noStrike" kern="0" cap="none" spc="-20" normalizeH="0" baseline="0" noProof="0" dirty="0">
                <a:ln>
                  <a:noFill/>
                </a:ln>
                <a:solidFill>
                  <a:srgbClr val="1F3863"/>
                </a:solidFill>
                <a:effectLst/>
                <a:uLnTx/>
                <a:uFillTx/>
                <a:latin typeface="Trebuchet MS"/>
                <a:cs typeface="Trebuchet MS"/>
              </a:rPr>
              <a:t>around</a:t>
            </a:r>
            <a:r>
              <a:rPr kumimoji="0" sz="2000" b="0" i="0" u="none" strike="noStrike" kern="0" cap="none" spc="-140" normalizeH="0" baseline="0" noProof="0" dirty="0">
                <a:ln>
                  <a:noFill/>
                </a:ln>
                <a:solidFill>
                  <a:srgbClr val="1F3863"/>
                </a:solidFill>
                <a:effectLst/>
                <a:uLnTx/>
                <a:uFillTx/>
                <a:latin typeface="Trebuchet MS"/>
                <a:cs typeface="Trebuchet MS"/>
              </a:rPr>
              <a:t> </a:t>
            </a:r>
            <a:r>
              <a:rPr kumimoji="0" sz="2000" b="0" i="0" u="none" strike="noStrike" kern="0" cap="none" spc="-10" normalizeH="0" baseline="0" noProof="0" dirty="0">
                <a:ln>
                  <a:noFill/>
                </a:ln>
                <a:solidFill>
                  <a:srgbClr val="1F3863"/>
                </a:solidFill>
                <a:effectLst/>
                <a:uLnTx/>
                <a:uFillTx/>
                <a:latin typeface="Trebuchet MS"/>
                <a:cs typeface="Trebuchet MS"/>
              </a:rPr>
              <a:t>Docker</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ts val="2280"/>
              </a:lnSpc>
              <a:spcBef>
                <a:spcPts val="0"/>
              </a:spcBef>
              <a:spcAft>
                <a:spcPts val="0"/>
              </a:spcAft>
              <a:buClrTx/>
              <a:buSzTx/>
              <a:buFontTx/>
              <a:buNone/>
              <a:tabLst/>
              <a:defRPr/>
            </a:pPr>
            <a:r>
              <a:rPr kumimoji="0" sz="2000" b="0" i="0" u="none" strike="noStrike" kern="0" cap="none" spc="50" normalizeH="0" baseline="0" noProof="0" dirty="0">
                <a:ln>
                  <a:noFill/>
                </a:ln>
                <a:solidFill>
                  <a:srgbClr val="1F3863"/>
                </a:solidFill>
                <a:effectLst/>
                <a:uLnTx/>
                <a:uFillTx/>
                <a:latin typeface="Trebuchet MS"/>
                <a:cs typeface="Trebuchet MS"/>
              </a:rPr>
              <a:t>Compose</a:t>
            </a:r>
            <a:r>
              <a:rPr kumimoji="0" sz="2000" b="0" i="0" u="none" strike="noStrike" kern="0" cap="none" spc="-135" normalizeH="0" baseline="0" noProof="0" dirty="0">
                <a:ln>
                  <a:noFill/>
                </a:ln>
                <a:solidFill>
                  <a:srgbClr val="1F3863"/>
                </a:solidFill>
                <a:effectLst/>
                <a:uLnTx/>
                <a:uFillTx/>
                <a:latin typeface="Trebuchet MS"/>
                <a:cs typeface="Trebuchet MS"/>
              </a:rPr>
              <a:t> </a:t>
            </a:r>
            <a:r>
              <a:rPr kumimoji="0" sz="2000" b="0" i="0" u="none" strike="noStrike" kern="0" cap="none" spc="0" normalizeH="0" baseline="0" noProof="0" dirty="0">
                <a:ln>
                  <a:noFill/>
                </a:ln>
                <a:solidFill>
                  <a:srgbClr val="1F3863"/>
                </a:solidFill>
                <a:effectLst/>
                <a:uLnTx/>
                <a:uFillTx/>
                <a:latin typeface="Trebuchet MS"/>
                <a:cs typeface="Trebuchet MS"/>
              </a:rPr>
              <a:t>commands</a:t>
            </a:r>
            <a:r>
              <a:rPr kumimoji="0" sz="2000" b="0" i="0" u="none" strike="noStrike" kern="0" cap="none" spc="-110" normalizeH="0" baseline="0" noProof="0" dirty="0">
                <a:ln>
                  <a:noFill/>
                </a:ln>
                <a:solidFill>
                  <a:srgbClr val="1F3863"/>
                </a:solidFill>
                <a:effectLst/>
                <a:uLnTx/>
                <a:uFillTx/>
                <a:latin typeface="Trebuchet MS"/>
                <a:cs typeface="Trebuchet MS"/>
              </a:rPr>
              <a:t> </a:t>
            </a:r>
            <a:r>
              <a:rPr kumimoji="0" sz="2000" b="0" i="0" u="none" strike="noStrike" kern="0" cap="none" spc="-75" normalizeH="0" baseline="0" noProof="0" dirty="0">
                <a:ln>
                  <a:noFill/>
                </a:ln>
                <a:solidFill>
                  <a:srgbClr val="1F3863"/>
                </a:solidFill>
                <a:effectLst/>
                <a:uLnTx/>
                <a:uFillTx/>
                <a:latin typeface="Trebuchet MS"/>
                <a:cs typeface="Trebuchet MS"/>
              </a:rPr>
              <a:t>to</a:t>
            </a:r>
            <a:r>
              <a:rPr kumimoji="0" sz="2000" b="0" i="0" u="none" strike="noStrike" kern="0" cap="none" spc="-100" normalizeH="0" baseline="0" noProof="0" dirty="0">
                <a:ln>
                  <a:noFill/>
                </a:ln>
                <a:solidFill>
                  <a:srgbClr val="1F3863"/>
                </a:solidFill>
                <a:effectLst/>
                <a:uLnTx/>
                <a:uFillTx/>
                <a:latin typeface="Trebuchet MS"/>
                <a:cs typeface="Trebuchet MS"/>
              </a:rPr>
              <a:t> </a:t>
            </a:r>
            <a:r>
              <a:rPr kumimoji="0" sz="2000" b="0" i="0" u="none" strike="noStrike" kern="0" cap="none" spc="-80" normalizeH="0" baseline="0" noProof="0" dirty="0">
                <a:ln>
                  <a:noFill/>
                </a:ln>
                <a:solidFill>
                  <a:srgbClr val="1F3863"/>
                </a:solidFill>
                <a:effectLst/>
                <a:uLnTx/>
                <a:uFillTx/>
                <a:latin typeface="Trebuchet MS"/>
                <a:cs typeface="Trebuchet MS"/>
              </a:rPr>
              <a:t>interact</a:t>
            </a:r>
            <a:r>
              <a:rPr kumimoji="0" sz="2000" b="0" i="0" u="none" strike="noStrike" kern="0" cap="none" spc="-110" normalizeH="0" baseline="0" noProof="0" dirty="0">
                <a:ln>
                  <a:noFill/>
                </a:ln>
                <a:solidFill>
                  <a:srgbClr val="1F3863"/>
                </a:solidFill>
                <a:effectLst/>
                <a:uLnTx/>
                <a:uFillTx/>
                <a:latin typeface="Trebuchet MS"/>
                <a:cs typeface="Trebuchet MS"/>
              </a:rPr>
              <a:t> </a:t>
            </a:r>
            <a:r>
              <a:rPr kumimoji="0" sz="2000" b="0" i="0" u="none" strike="noStrike" kern="0" cap="none" spc="-80" normalizeH="0" baseline="0" noProof="0" dirty="0">
                <a:ln>
                  <a:noFill/>
                </a:ln>
                <a:solidFill>
                  <a:srgbClr val="1F3863"/>
                </a:solidFill>
                <a:effectLst/>
                <a:uLnTx/>
                <a:uFillTx/>
                <a:latin typeface="Trebuchet MS"/>
                <a:cs typeface="Trebuchet MS"/>
              </a:rPr>
              <a:t>with</a:t>
            </a:r>
            <a:r>
              <a:rPr kumimoji="0" sz="2000" b="0" i="0" u="none" strike="noStrike" kern="0" cap="none" spc="-105" normalizeH="0" baseline="0" noProof="0" dirty="0">
                <a:ln>
                  <a:noFill/>
                </a:ln>
                <a:solidFill>
                  <a:srgbClr val="1F3863"/>
                </a:solidFill>
                <a:effectLst/>
                <a:uLnTx/>
                <a:uFillTx/>
                <a:latin typeface="Trebuchet MS"/>
                <a:cs typeface="Trebuchet MS"/>
              </a:rPr>
              <a:t> </a:t>
            </a:r>
            <a:r>
              <a:rPr kumimoji="0" sz="2000" b="0" i="0" u="none" strike="noStrike" kern="0" cap="none" spc="-10" normalizeH="0" baseline="0" noProof="0" dirty="0">
                <a:ln>
                  <a:noFill/>
                </a:ln>
                <a:solidFill>
                  <a:srgbClr val="1F3863"/>
                </a:solidFill>
                <a:effectLst/>
                <a:uLnTx/>
                <a:uFillTx/>
                <a:latin typeface="Trebuchet MS"/>
                <a:cs typeface="Trebuchet MS"/>
              </a:rPr>
              <a:t>wis2box</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0" marR="0" lvl="0" indent="0" defTabSz="914400" eaLnBrk="1" fontAlgn="auto" latinLnBrk="0" hangingPunct="1">
              <a:lnSpc>
                <a:spcPct val="100000"/>
              </a:lnSpc>
              <a:spcBef>
                <a:spcPts val="725"/>
              </a:spcBef>
              <a:spcAft>
                <a:spcPts val="0"/>
              </a:spcAft>
              <a:buClrTx/>
              <a:buSzTx/>
              <a:buFontTx/>
              <a:buNone/>
              <a:tabLst/>
              <a:defRPr/>
            </a:pP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000" b="1" i="0" u="none" strike="noStrike" kern="0" cap="none" spc="-30" normalizeH="0" baseline="0" noProof="0" dirty="0">
                <a:ln>
                  <a:noFill/>
                </a:ln>
                <a:solidFill>
                  <a:srgbClr val="1F3863"/>
                </a:solidFill>
                <a:effectLst/>
                <a:uLnTx/>
                <a:uFillTx/>
                <a:latin typeface="Trebuchet MS"/>
                <a:cs typeface="Trebuchet MS"/>
              </a:rPr>
              <a:t>Software</a:t>
            </a:r>
            <a:r>
              <a:rPr kumimoji="0" sz="2000" b="1" i="0" u="none" strike="noStrike" kern="0" cap="none" spc="-165" normalizeH="0" baseline="0" noProof="0" dirty="0">
                <a:ln>
                  <a:noFill/>
                </a:ln>
                <a:solidFill>
                  <a:srgbClr val="1F3863"/>
                </a:solidFill>
                <a:effectLst/>
                <a:uLnTx/>
                <a:uFillTx/>
                <a:latin typeface="Trebuchet MS"/>
                <a:cs typeface="Trebuchet MS"/>
              </a:rPr>
              <a:t> </a:t>
            </a:r>
            <a:r>
              <a:rPr kumimoji="0" sz="2000" b="1" i="0" u="none" strike="noStrike" kern="0" cap="none" spc="-65" normalizeH="0" baseline="0" noProof="0" dirty="0">
                <a:ln>
                  <a:noFill/>
                </a:ln>
                <a:solidFill>
                  <a:srgbClr val="1F3863"/>
                </a:solidFill>
                <a:effectLst/>
                <a:uLnTx/>
                <a:uFillTx/>
                <a:latin typeface="Trebuchet MS"/>
                <a:cs typeface="Trebuchet MS"/>
              </a:rPr>
              <a:t>required</a:t>
            </a:r>
            <a:r>
              <a:rPr kumimoji="0" sz="2000" b="1" i="0" u="none" strike="noStrike" kern="0" cap="none" spc="-170" normalizeH="0" baseline="0" noProof="0" dirty="0">
                <a:ln>
                  <a:noFill/>
                </a:ln>
                <a:solidFill>
                  <a:srgbClr val="1F3863"/>
                </a:solidFill>
                <a:effectLst/>
                <a:uLnTx/>
                <a:uFillTx/>
                <a:latin typeface="Trebuchet MS"/>
                <a:cs typeface="Trebuchet MS"/>
              </a:rPr>
              <a:t> </a:t>
            </a:r>
            <a:r>
              <a:rPr kumimoji="0" sz="2000" b="1" i="0" u="none" strike="noStrike" kern="0" cap="none" spc="-20" normalizeH="0" baseline="0" noProof="0" dirty="0">
                <a:ln>
                  <a:noFill/>
                </a:ln>
                <a:solidFill>
                  <a:srgbClr val="1F3863"/>
                </a:solidFill>
                <a:effectLst/>
                <a:uLnTx/>
                <a:uFillTx/>
                <a:latin typeface="Trebuchet MS"/>
                <a:cs typeface="Trebuchet MS"/>
              </a:rPr>
              <a:t>on</a:t>
            </a:r>
            <a:r>
              <a:rPr kumimoji="0" sz="2000" b="1" i="0" u="none" strike="noStrike" kern="0" cap="none" spc="-150" normalizeH="0" baseline="0" noProof="0" dirty="0">
                <a:ln>
                  <a:noFill/>
                </a:ln>
                <a:solidFill>
                  <a:srgbClr val="1F3863"/>
                </a:solidFill>
                <a:effectLst/>
                <a:uLnTx/>
                <a:uFillTx/>
                <a:latin typeface="Trebuchet MS"/>
                <a:cs typeface="Trebuchet MS"/>
              </a:rPr>
              <a:t> </a:t>
            </a:r>
            <a:r>
              <a:rPr kumimoji="0" sz="2000" b="1" i="0" u="none" strike="noStrike" kern="0" cap="none" spc="-65" normalizeH="0" baseline="0" noProof="0" dirty="0">
                <a:ln>
                  <a:noFill/>
                </a:ln>
                <a:solidFill>
                  <a:srgbClr val="1F3863"/>
                </a:solidFill>
                <a:effectLst/>
                <a:uLnTx/>
                <a:uFillTx/>
                <a:latin typeface="Trebuchet MS"/>
                <a:cs typeface="Trebuchet MS"/>
              </a:rPr>
              <a:t>the</a:t>
            </a:r>
            <a:r>
              <a:rPr kumimoji="0" sz="2000" b="1" i="0" u="none" strike="noStrike" kern="0" cap="none" spc="-165" normalizeH="0" baseline="0" noProof="0" dirty="0">
                <a:ln>
                  <a:noFill/>
                </a:ln>
                <a:solidFill>
                  <a:srgbClr val="1F3863"/>
                </a:solidFill>
                <a:effectLst/>
                <a:uLnTx/>
                <a:uFillTx/>
                <a:latin typeface="Trebuchet MS"/>
                <a:cs typeface="Trebuchet MS"/>
              </a:rPr>
              <a:t> </a:t>
            </a:r>
            <a:r>
              <a:rPr kumimoji="0" sz="2000" b="1" i="0" u="none" strike="noStrike" kern="0" cap="none" spc="0" normalizeH="0" baseline="0" noProof="0" dirty="0">
                <a:ln>
                  <a:noFill/>
                </a:ln>
                <a:solidFill>
                  <a:srgbClr val="1F3863"/>
                </a:solidFill>
                <a:effectLst/>
                <a:uLnTx/>
                <a:uFillTx/>
                <a:latin typeface="Trebuchet MS"/>
                <a:cs typeface="Trebuchet MS"/>
              </a:rPr>
              <a:t>host</a:t>
            </a:r>
            <a:r>
              <a:rPr kumimoji="0" sz="2000" b="1" i="0" u="none" strike="noStrike" kern="0" cap="none" spc="-155" normalizeH="0" baseline="0" noProof="0" dirty="0">
                <a:ln>
                  <a:noFill/>
                </a:ln>
                <a:solidFill>
                  <a:srgbClr val="1F3863"/>
                </a:solidFill>
                <a:effectLst/>
                <a:uLnTx/>
                <a:uFillTx/>
                <a:latin typeface="Trebuchet MS"/>
                <a:cs typeface="Trebuchet MS"/>
              </a:rPr>
              <a:t> </a:t>
            </a:r>
            <a:r>
              <a:rPr kumimoji="0" sz="2000" b="1" i="0" u="none" strike="noStrike" kern="0" cap="none" spc="-55" normalizeH="0" baseline="0" noProof="0" dirty="0">
                <a:ln>
                  <a:noFill/>
                </a:ln>
                <a:solidFill>
                  <a:srgbClr val="1F3863"/>
                </a:solidFill>
                <a:effectLst/>
                <a:uLnTx/>
                <a:uFillTx/>
                <a:latin typeface="Trebuchet MS"/>
                <a:cs typeface="Trebuchet MS"/>
              </a:rPr>
              <a:t>to</a:t>
            </a:r>
            <a:r>
              <a:rPr kumimoji="0" sz="2000" b="1" i="0" u="none" strike="noStrike" kern="0" cap="none" spc="-145" normalizeH="0" baseline="0" noProof="0" dirty="0">
                <a:ln>
                  <a:noFill/>
                </a:ln>
                <a:solidFill>
                  <a:srgbClr val="1F3863"/>
                </a:solidFill>
                <a:effectLst/>
                <a:uLnTx/>
                <a:uFillTx/>
                <a:latin typeface="Trebuchet MS"/>
                <a:cs typeface="Trebuchet MS"/>
              </a:rPr>
              <a:t> </a:t>
            </a:r>
            <a:r>
              <a:rPr kumimoji="0" sz="2000" b="1" i="0" u="none" strike="noStrike" kern="0" cap="none" spc="-65" normalizeH="0" baseline="0" noProof="0" dirty="0">
                <a:ln>
                  <a:noFill/>
                </a:ln>
                <a:solidFill>
                  <a:srgbClr val="1F3863"/>
                </a:solidFill>
                <a:effectLst/>
                <a:uLnTx/>
                <a:uFillTx/>
                <a:latin typeface="Trebuchet MS"/>
                <a:cs typeface="Trebuchet MS"/>
              </a:rPr>
              <a:t>run</a:t>
            </a:r>
            <a:r>
              <a:rPr kumimoji="0" sz="2000" b="1" i="0" u="none" strike="noStrike" kern="0" cap="none" spc="-165" normalizeH="0" baseline="0" noProof="0" dirty="0">
                <a:ln>
                  <a:noFill/>
                </a:ln>
                <a:solidFill>
                  <a:srgbClr val="1F3863"/>
                </a:solidFill>
                <a:effectLst/>
                <a:uLnTx/>
                <a:uFillTx/>
                <a:latin typeface="Trebuchet MS"/>
                <a:cs typeface="Trebuchet MS"/>
              </a:rPr>
              <a:t> </a:t>
            </a:r>
            <a:r>
              <a:rPr kumimoji="0" sz="2000" b="1" i="0" u="none" strike="noStrike" kern="0" cap="none" spc="-10" normalizeH="0" baseline="0" noProof="0" dirty="0">
                <a:ln>
                  <a:noFill/>
                </a:ln>
                <a:solidFill>
                  <a:srgbClr val="1F3863"/>
                </a:solidFill>
                <a:effectLst/>
                <a:uLnTx/>
                <a:uFillTx/>
                <a:latin typeface="Trebuchet MS"/>
                <a:cs typeface="Trebuchet MS"/>
              </a:rPr>
              <a:t>wis2box:</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696595" marR="0" lvl="1" indent="-226695" defTabSz="914400" eaLnBrk="1" fontAlgn="auto" latinLnBrk="0" hangingPunct="1">
              <a:lnSpc>
                <a:spcPct val="100000"/>
              </a:lnSpc>
              <a:spcBef>
                <a:spcPts val="265"/>
              </a:spcBef>
              <a:spcAft>
                <a:spcPts val="0"/>
              </a:spcAft>
              <a:buClrTx/>
              <a:buSzTx/>
              <a:buFont typeface="Arial MT"/>
              <a:buChar char="•"/>
              <a:tabLst>
                <a:tab pos="696595" algn="l"/>
              </a:tabLst>
              <a:defRPr/>
            </a:pPr>
            <a:r>
              <a:rPr kumimoji="0" sz="2000" b="1" i="0" u="none" strike="noStrike" kern="0" cap="none" spc="-10" normalizeH="0" baseline="0" noProof="0" dirty="0">
                <a:ln>
                  <a:noFill/>
                </a:ln>
                <a:solidFill>
                  <a:srgbClr val="1F3863"/>
                </a:solidFill>
                <a:effectLst/>
                <a:uLnTx/>
                <a:uFillTx/>
                <a:latin typeface="Trebuchet MS"/>
                <a:cs typeface="Trebuchet MS"/>
              </a:rPr>
              <a:t>Python</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696595" marR="0" lvl="1" indent="-226695" defTabSz="914400" eaLnBrk="1" fontAlgn="auto" latinLnBrk="0" hangingPunct="1">
              <a:lnSpc>
                <a:spcPct val="100000"/>
              </a:lnSpc>
              <a:spcBef>
                <a:spcPts val="265"/>
              </a:spcBef>
              <a:spcAft>
                <a:spcPts val="0"/>
              </a:spcAft>
              <a:buClrTx/>
              <a:buSzTx/>
              <a:buFont typeface="Arial MT"/>
              <a:buChar char="•"/>
              <a:tabLst>
                <a:tab pos="696595" algn="l"/>
              </a:tabLst>
              <a:defRPr/>
            </a:pPr>
            <a:r>
              <a:rPr kumimoji="0" sz="2000" b="1" i="0" u="none" strike="noStrike" kern="0" cap="none" spc="-10" normalizeH="0" baseline="0" noProof="0" dirty="0">
                <a:ln>
                  <a:noFill/>
                </a:ln>
                <a:solidFill>
                  <a:srgbClr val="1F3863"/>
                </a:solidFill>
                <a:effectLst/>
                <a:uLnTx/>
                <a:uFillTx/>
                <a:latin typeface="Trebuchet MS"/>
                <a:cs typeface="Trebuchet MS"/>
              </a:rPr>
              <a:t>Docker</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a:p>
            <a:pPr marL="696595" marR="0" lvl="1" indent="-226695" defTabSz="914400" eaLnBrk="1" fontAlgn="auto" latinLnBrk="0" hangingPunct="1">
              <a:lnSpc>
                <a:spcPct val="100000"/>
              </a:lnSpc>
              <a:spcBef>
                <a:spcPts val="250"/>
              </a:spcBef>
              <a:spcAft>
                <a:spcPts val="0"/>
              </a:spcAft>
              <a:buClrTx/>
              <a:buSzTx/>
              <a:buFont typeface="Arial MT"/>
              <a:buChar char="•"/>
              <a:tabLst>
                <a:tab pos="696595" algn="l"/>
              </a:tabLst>
              <a:defRPr/>
            </a:pPr>
            <a:r>
              <a:rPr kumimoji="0" sz="2000" b="1" i="0" u="none" strike="noStrike" kern="0" cap="none" spc="-10" normalizeH="0" baseline="0" noProof="0" dirty="0">
                <a:ln>
                  <a:noFill/>
                </a:ln>
                <a:solidFill>
                  <a:srgbClr val="1F3863"/>
                </a:solidFill>
                <a:effectLst/>
                <a:uLnTx/>
                <a:uFillTx/>
                <a:latin typeface="Trebuchet MS"/>
                <a:cs typeface="Trebuchet MS"/>
              </a:rPr>
              <a:t>Docker</a:t>
            </a:r>
            <a:r>
              <a:rPr kumimoji="0" sz="2000" b="1" i="0" u="none" strike="noStrike" kern="0" cap="none" spc="-195" normalizeH="0" baseline="0" noProof="0" dirty="0">
                <a:ln>
                  <a:noFill/>
                </a:ln>
                <a:solidFill>
                  <a:srgbClr val="1F3863"/>
                </a:solidFill>
                <a:effectLst/>
                <a:uLnTx/>
                <a:uFillTx/>
                <a:latin typeface="Trebuchet MS"/>
                <a:cs typeface="Trebuchet MS"/>
              </a:rPr>
              <a:t> </a:t>
            </a:r>
            <a:r>
              <a:rPr kumimoji="0" sz="2000" b="1" i="0" u="none" strike="noStrike" kern="0" cap="none" spc="35" normalizeH="0" baseline="0" noProof="0" dirty="0">
                <a:ln>
                  <a:noFill/>
                </a:ln>
                <a:solidFill>
                  <a:srgbClr val="1F3863"/>
                </a:solidFill>
                <a:effectLst/>
                <a:uLnTx/>
                <a:uFillTx/>
                <a:latin typeface="Trebuchet MS"/>
                <a:cs typeface="Trebuchet MS"/>
              </a:rPr>
              <a:t>Compose</a:t>
            </a:r>
            <a:endParaRPr kumimoji="0" sz="2000" b="0" i="0" u="none" strike="noStrike" kern="0" cap="none" spc="0" normalizeH="0" baseline="0" noProof="0">
              <a:ln>
                <a:noFill/>
              </a:ln>
              <a:solidFill>
                <a:sysClr val="windowText" lastClr="000000"/>
              </a:solidFill>
              <a:effectLst/>
              <a:uLnTx/>
              <a:uFillTx/>
              <a:latin typeface="Trebuchet MS"/>
              <a:cs typeface="Trebuchet MS"/>
            </a:endParaRPr>
          </a:p>
        </p:txBody>
      </p:sp>
      <p:pic>
        <p:nvPicPr>
          <p:cNvPr id="7" name="object 7"/>
          <p:cNvPicPr/>
          <p:nvPr/>
        </p:nvPicPr>
        <p:blipFill>
          <a:blip r:embed="rId2" cstate="print"/>
          <a:stretch>
            <a:fillRect/>
          </a:stretch>
        </p:blipFill>
        <p:spPr>
          <a:xfrm>
            <a:off x="1330578" y="1164361"/>
            <a:ext cx="869137" cy="90256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200"/>
            <a:ext cx="12198350" cy="741045"/>
            <a:chOff x="-3175" y="-3200"/>
            <a:chExt cx="12198350" cy="741045"/>
          </a:xfrm>
        </p:grpSpPr>
        <p:sp>
          <p:nvSpPr>
            <p:cNvPr id="3" name="object 3"/>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6349">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231900">
              <a:lnSpc>
                <a:spcPct val="100000"/>
              </a:lnSpc>
              <a:spcBef>
                <a:spcPts val="100"/>
              </a:spcBef>
            </a:pPr>
            <a:r>
              <a:rPr dirty="0"/>
              <a:t>WIS2</a:t>
            </a:r>
            <a:r>
              <a:rPr spc="-35" dirty="0"/>
              <a:t> </a:t>
            </a:r>
            <a:r>
              <a:rPr dirty="0"/>
              <a:t>in</a:t>
            </a:r>
            <a:r>
              <a:rPr spc="-30" dirty="0"/>
              <a:t> </a:t>
            </a:r>
            <a:r>
              <a:rPr dirty="0"/>
              <a:t>a</a:t>
            </a:r>
            <a:r>
              <a:rPr spc="-35" dirty="0"/>
              <a:t> </a:t>
            </a:r>
            <a:r>
              <a:rPr dirty="0"/>
              <a:t>box</a:t>
            </a:r>
            <a:r>
              <a:rPr spc="-40" dirty="0"/>
              <a:t> </a:t>
            </a:r>
            <a:r>
              <a:rPr dirty="0"/>
              <a:t>core</a:t>
            </a:r>
            <a:r>
              <a:rPr spc="-30" dirty="0"/>
              <a:t> </a:t>
            </a:r>
            <a:r>
              <a:rPr spc="-10" dirty="0"/>
              <a:t>services</a:t>
            </a:r>
          </a:p>
        </p:txBody>
      </p:sp>
      <p:sp>
        <p:nvSpPr>
          <p:cNvPr id="6" name="object 6"/>
          <p:cNvSpPr/>
          <p:nvPr/>
        </p:nvSpPr>
        <p:spPr>
          <a:xfrm>
            <a:off x="8242681" y="2772689"/>
            <a:ext cx="2122805" cy="452755"/>
          </a:xfrm>
          <a:custGeom>
            <a:avLst/>
            <a:gdLst/>
            <a:ahLst/>
            <a:cxnLst/>
            <a:rect l="l" t="t" r="r" b="b"/>
            <a:pathLst>
              <a:path w="2122804" h="452755">
                <a:moveTo>
                  <a:pt x="2122804" y="0"/>
                </a:moveTo>
                <a:lnTo>
                  <a:pt x="0" y="0"/>
                </a:lnTo>
                <a:lnTo>
                  <a:pt x="0" y="452602"/>
                </a:lnTo>
                <a:lnTo>
                  <a:pt x="2122804" y="452602"/>
                </a:lnTo>
                <a:lnTo>
                  <a:pt x="2122804"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9163939" y="2852673"/>
            <a:ext cx="112204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2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p:nvPr/>
        </p:nvSpPr>
        <p:spPr>
          <a:xfrm>
            <a:off x="8238490" y="1905723"/>
            <a:ext cx="2127250" cy="453390"/>
          </a:xfrm>
          <a:custGeom>
            <a:avLst/>
            <a:gdLst/>
            <a:ahLst/>
            <a:cxnLst/>
            <a:rect l="l" t="t" r="r" b="b"/>
            <a:pathLst>
              <a:path w="2127250" h="453389">
                <a:moveTo>
                  <a:pt x="2126996" y="0"/>
                </a:moveTo>
                <a:lnTo>
                  <a:pt x="0" y="0"/>
                </a:lnTo>
                <a:lnTo>
                  <a:pt x="0" y="453174"/>
                </a:lnTo>
                <a:lnTo>
                  <a:pt x="2126996" y="453174"/>
                </a:lnTo>
                <a:lnTo>
                  <a:pt x="2126996"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9100184" y="1985594"/>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40"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0" name="object 10"/>
          <p:cNvGrpSpPr/>
          <p:nvPr/>
        </p:nvGrpSpPr>
        <p:grpSpPr>
          <a:xfrm>
            <a:off x="8242681" y="1050378"/>
            <a:ext cx="2122805" cy="2107565"/>
            <a:chOff x="8242681" y="1050378"/>
            <a:chExt cx="2122805" cy="2107565"/>
          </a:xfrm>
        </p:grpSpPr>
        <p:sp>
          <p:nvSpPr>
            <p:cNvPr id="11" name="object 11"/>
            <p:cNvSpPr/>
            <p:nvPr/>
          </p:nvSpPr>
          <p:spPr>
            <a:xfrm>
              <a:off x="8350445" y="2008514"/>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4"/>
                  </a:moveTo>
                  <a:lnTo>
                    <a:pt x="42352" y="204030"/>
                  </a:lnTo>
                  <a:lnTo>
                    <a:pt x="34335" y="209697"/>
                  </a:lnTo>
                  <a:lnTo>
                    <a:pt x="27913" y="219417"/>
                  </a:lnTo>
                  <a:lnTo>
                    <a:pt x="25772" y="230519"/>
                  </a:lnTo>
                  <a:lnTo>
                    <a:pt x="27913" y="241621"/>
                  </a:lnTo>
                  <a:lnTo>
                    <a:pt x="34335" y="251341"/>
                  </a:lnTo>
                  <a:lnTo>
                    <a:pt x="44050" y="257767"/>
                  </a:lnTo>
                  <a:lnTo>
                    <a:pt x="55146" y="259910"/>
                  </a:lnTo>
                  <a:lnTo>
                    <a:pt x="66242" y="257767"/>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4"/>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2" y="141149"/>
                  </a:lnTo>
                  <a:lnTo>
                    <a:pt x="175775" y="140043"/>
                  </a:lnTo>
                  <a:lnTo>
                    <a:pt x="208850" y="126505"/>
                  </a:lnTo>
                  <a:lnTo>
                    <a:pt x="170691" y="126505"/>
                  </a:lnTo>
                  <a:lnTo>
                    <a:pt x="170345" y="126039"/>
                  </a:lnTo>
                  <a:lnTo>
                    <a:pt x="106529"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90"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2" y="8660"/>
                  </a:lnTo>
                  <a:lnTo>
                    <a:pt x="111432" y="18035"/>
                  </a:lnTo>
                  <a:lnTo>
                    <a:pt x="109107" y="29482"/>
                  </a:lnTo>
                  <a:lnTo>
                    <a:pt x="110799" y="39203"/>
                  </a:lnTo>
                  <a:lnTo>
                    <a:pt x="115460" y="47541"/>
                  </a:lnTo>
                  <a:lnTo>
                    <a:pt x="122470" y="53944"/>
                  </a:lnTo>
                  <a:lnTo>
                    <a:pt x="131207" y="57860"/>
                  </a:lnTo>
                  <a:lnTo>
                    <a:pt x="131207" y="108718"/>
                  </a:lnTo>
                  <a:lnTo>
                    <a:pt x="123570" y="110958"/>
                  </a:lnTo>
                  <a:lnTo>
                    <a:pt x="116796" y="114752"/>
                  </a:lnTo>
                  <a:lnTo>
                    <a:pt x="111058" y="119860"/>
                  </a:lnTo>
                  <a:lnTo>
                    <a:pt x="106529" y="126039"/>
                  </a:lnTo>
                  <a:lnTo>
                    <a:pt x="170345" y="126039"/>
                  </a:lnTo>
                  <a:lnTo>
                    <a:pt x="166037" y="120229"/>
                  </a:lnTo>
                  <a:lnTo>
                    <a:pt x="160213" y="115121"/>
                  </a:lnTo>
                  <a:lnTo>
                    <a:pt x="153422" y="111326"/>
                  </a:lnTo>
                  <a:lnTo>
                    <a:pt x="145940" y="109086"/>
                  </a:lnTo>
                  <a:lnTo>
                    <a:pt x="145940" y="57860"/>
                  </a:lnTo>
                  <a:lnTo>
                    <a:pt x="154676"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2" cstate="print"/>
            <a:stretch>
              <a:fillRect/>
            </a:stretch>
          </p:blipFill>
          <p:spPr>
            <a:xfrm>
              <a:off x="8376444" y="2841714"/>
              <a:ext cx="225384" cy="316201"/>
            </a:xfrm>
            <a:prstGeom prst="rect">
              <a:avLst/>
            </a:prstGeom>
          </p:spPr>
        </p:pic>
        <p:sp>
          <p:nvSpPr>
            <p:cNvPr id="13" name="object 13"/>
            <p:cNvSpPr/>
            <p:nvPr/>
          </p:nvSpPr>
          <p:spPr>
            <a:xfrm>
              <a:off x="8242681" y="1050378"/>
              <a:ext cx="2122805" cy="453390"/>
            </a:xfrm>
            <a:custGeom>
              <a:avLst/>
              <a:gdLst/>
              <a:ahLst/>
              <a:cxnLst/>
              <a:rect l="l" t="t" r="r" b="b"/>
              <a:pathLst>
                <a:path w="2122804" h="453390">
                  <a:moveTo>
                    <a:pt x="2122804" y="0"/>
                  </a:moveTo>
                  <a:lnTo>
                    <a:pt x="0" y="0"/>
                  </a:lnTo>
                  <a:lnTo>
                    <a:pt x="0" y="453174"/>
                  </a:lnTo>
                  <a:lnTo>
                    <a:pt x="2122804" y="453174"/>
                  </a:lnTo>
                  <a:lnTo>
                    <a:pt x="2122804"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8846946" y="1008379"/>
            <a:ext cx="1440180"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5" name="object 15"/>
          <p:cNvGrpSpPr/>
          <p:nvPr/>
        </p:nvGrpSpPr>
        <p:grpSpPr>
          <a:xfrm>
            <a:off x="7167371" y="1134978"/>
            <a:ext cx="1510665" cy="1931670"/>
            <a:chOff x="7167371" y="1134978"/>
            <a:chExt cx="1510665" cy="1931670"/>
          </a:xfrm>
        </p:grpSpPr>
        <p:sp>
          <p:nvSpPr>
            <p:cNvPr id="16" name="object 16"/>
            <p:cNvSpPr/>
            <p:nvPr/>
          </p:nvSpPr>
          <p:spPr>
            <a:xfrm>
              <a:off x="8329451" y="1134978"/>
              <a:ext cx="348615" cy="311150"/>
            </a:xfrm>
            <a:custGeom>
              <a:avLst/>
              <a:gdLst/>
              <a:ahLst/>
              <a:cxnLst/>
              <a:rect l="l" t="t" r="r" b="b"/>
              <a:pathLst>
                <a:path w="348615" h="311150">
                  <a:moveTo>
                    <a:pt x="206967"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8" y="310950"/>
                  </a:lnTo>
                  <a:lnTo>
                    <a:pt x="155252" y="310950"/>
                  </a:lnTo>
                  <a:lnTo>
                    <a:pt x="175407" y="302802"/>
                  </a:lnTo>
                  <a:lnTo>
                    <a:pt x="154253" y="302802"/>
                  </a:lnTo>
                  <a:lnTo>
                    <a:pt x="29600" y="253728"/>
                  </a:lnTo>
                  <a:lnTo>
                    <a:pt x="19724" y="213682"/>
                  </a:lnTo>
                  <a:lnTo>
                    <a:pt x="20623" y="207078"/>
                  </a:lnTo>
                  <a:lnTo>
                    <a:pt x="22507" y="200726"/>
                  </a:lnTo>
                  <a:lnTo>
                    <a:pt x="22937" y="199376"/>
                  </a:lnTo>
                  <a:lnTo>
                    <a:pt x="22613" y="197902"/>
                  </a:lnTo>
                  <a:lnTo>
                    <a:pt x="7941" y="156817"/>
                  </a:lnTo>
                  <a:lnTo>
                    <a:pt x="9738" y="142849"/>
                  </a:lnTo>
                  <a:lnTo>
                    <a:pt x="22219" y="124354"/>
                  </a:lnTo>
                  <a:lnTo>
                    <a:pt x="22966" y="122465"/>
                  </a:lnTo>
                  <a:lnTo>
                    <a:pt x="22444" y="120706"/>
                  </a:lnTo>
                  <a:lnTo>
                    <a:pt x="20649" y="114384"/>
                  </a:lnTo>
                  <a:lnTo>
                    <a:pt x="19901" y="108792"/>
                  </a:lnTo>
                  <a:lnTo>
                    <a:pt x="19961" y="99979"/>
                  </a:lnTo>
                  <a:lnTo>
                    <a:pt x="21006" y="87922"/>
                  </a:lnTo>
                  <a:lnTo>
                    <a:pt x="21022" y="87739"/>
                  </a:lnTo>
                  <a:lnTo>
                    <a:pt x="23676" y="78613"/>
                  </a:lnTo>
                  <a:lnTo>
                    <a:pt x="23727" y="78438"/>
                  </a:lnTo>
                  <a:lnTo>
                    <a:pt x="26743" y="72792"/>
                  </a:lnTo>
                  <a:lnTo>
                    <a:pt x="28849" y="70230"/>
                  </a:lnTo>
                  <a:lnTo>
                    <a:pt x="206409" y="8267"/>
                  </a:lnTo>
                  <a:lnTo>
                    <a:pt x="229308" y="8267"/>
                  </a:lnTo>
                  <a:lnTo>
                    <a:pt x="207823" y="330"/>
                  </a:lnTo>
                  <a:lnTo>
                    <a:pt x="206967" y="0"/>
                  </a:lnTo>
                  <a:close/>
                </a:path>
                <a:path w="348615" h="311150">
                  <a:moveTo>
                    <a:pt x="341504" y="225292"/>
                  </a:moveTo>
                  <a:lnTo>
                    <a:pt x="318063" y="225292"/>
                  </a:lnTo>
                  <a:lnTo>
                    <a:pt x="332705" y="230583"/>
                  </a:lnTo>
                  <a:lnTo>
                    <a:pt x="154253" y="302802"/>
                  </a:lnTo>
                  <a:lnTo>
                    <a:pt x="175407" y="302802"/>
                  </a:lnTo>
                  <a:lnTo>
                    <a:pt x="347478" y="233239"/>
                  </a:lnTo>
                  <a:lnTo>
                    <a:pt x="348470" y="230927"/>
                  </a:lnTo>
                  <a:lnTo>
                    <a:pt x="347214" y="227839"/>
                  </a:lnTo>
                  <a:lnTo>
                    <a:pt x="346387" y="227019"/>
                  </a:lnTo>
                  <a:lnTo>
                    <a:pt x="341504" y="225292"/>
                  </a:lnTo>
                  <a:close/>
                </a:path>
                <a:path w="348615" h="311150">
                  <a:moveTo>
                    <a:pt x="35879" y="196658"/>
                  </a:moveTo>
                  <a:lnTo>
                    <a:pt x="33579" y="197660"/>
                  </a:lnTo>
                  <a:lnTo>
                    <a:pt x="32594" y="200163"/>
                  </a:lnTo>
                  <a:lnTo>
                    <a:pt x="32501" y="242465"/>
                  </a:lnTo>
                  <a:lnTo>
                    <a:pt x="33496" y="243930"/>
                  </a:lnTo>
                  <a:lnTo>
                    <a:pt x="153753" y="291304"/>
                  </a:lnTo>
                  <a:lnTo>
                    <a:pt x="154808" y="291304"/>
                  </a:lnTo>
                  <a:lnTo>
                    <a:pt x="175442" y="282961"/>
                  </a:lnTo>
                  <a:lnTo>
                    <a:pt x="154252" y="282961"/>
                  </a:lnTo>
                  <a:lnTo>
                    <a:pt x="40726" y="238237"/>
                  </a:lnTo>
                  <a:lnTo>
                    <a:pt x="40427" y="238237"/>
                  </a:lnTo>
                  <a:lnTo>
                    <a:pt x="40427" y="207078"/>
                  </a:lnTo>
                  <a:lnTo>
                    <a:pt x="62336" y="207078"/>
                  </a:lnTo>
                  <a:lnTo>
                    <a:pt x="35879" y="196658"/>
                  </a:lnTo>
                  <a:close/>
                </a:path>
                <a:path w="348615" h="311150">
                  <a:moveTo>
                    <a:pt x="323847" y="186477"/>
                  </a:moveTo>
                  <a:lnTo>
                    <a:pt x="315915" y="186477"/>
                  </a:lnTo>
                  <a:lnTo>
                    <a:pt x="315915" y="217597"/>
                  </a:lnTo>
                  <a:lnTo>
                    <a:pt x="154252" y="282961"/>
                  </a:lnTo>
                  <a:lnTo>
                    <a:pt x="175442" y="282961"/>
                  </a:lnTo>
                  <a:lnTo>
                    <a:pt x="318063" y="225292"/>
                  </a:lnTo>
                  <a:lnTo>
                    <a:pt x="341504" y="225292"/>
                  </a:lnTo>
                  <a:lnTo>
                    <a:pt x="323847" y="219026"/>
                  </a:lnTo>
                  <a:lnTo>
                    <a:pt x="323847" y="186477"/>
                  </a:lnTo>
                  <a:close/>
                </a:path>
                <a:path w="348615" h="311150">
                  <a:moveTo>
                    <a:pt x="62336" y="207078"/>
                  </a:moveTo>
                  <a:lnTo>
                    <a:pt x="40704" y="207078"/>
                  </a:lnTo>
                  <a:lnTo>
                    <a:pt x="153753" y="251622"/>
                  </a:lnTo>
                  <a:lnTo>
                    <a:pt x="154808" y="251622"/>
                  </a:lnTo>
                  <a:lnTo>
                    <a:pt x="175441" y="243278"/>
                  </a:lnTo>
                  <a:lnTo>
                    <a:pt x="154252" y="243278"/>
                  </a:lnTo>
                  <a:lnTo>
                    <a:pt x="62336" y="207078"/>
                  </a:lnTo>
                  <a:close/>
                </a:path>
                <a:path w="348615"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5" h="311150">
                  <a:moveTo>
                    <a:pt x="24090" y="132575"/>
                  </a:moveTo>
                  <a:lnTo>
                    <a:pt x="23882" y="132575"/>
                  </a:lnTo>
                  <a:lnTo>
                    <a:pt x="21681" y="133534"/>
                  </a:lnTo>
                  <a:lnTo>
                    <a:pt x="20696" y="136037"/>
                  </a:lnTo>
                  <a:lnTo>
                    <a:pt x="20603" y="178973"/>
                  </a:lnTo>
                  <a:lnTo>
                    <a:pt x="21598" y="180438"/>
                  </a:lnTo>
                  <a:lnTo>
                    <a:pt x="153578" y="232422"/>
                  </a:lnTo>
                  <a:lnTo>
                    <a:pt x="154623" y="232422"/>
                  </a:lnTo>
                  <a:lnTo>
                    <a:pt x="175520" y="224092"/>
                  </a:lnTo>
                  <a:lnTo>
                    <a:pt x="154084" y="224092"/>
                  </a:lnTo>
                  <a:lnTo>
                    <a:pt x="28535" y="174638"/>
                  </a:lnTo>
                  <a:lnTo>
                    <a:pt x="28535" y="142849"/>
                  </a:lnTo>
                  <a:lnTo>
                    <a:pt x="50220" y="142849"/>
                  </a:lnTo>
                  <a:lnTo>
                    <a:pt x="24090" y="132575"/>
                  </a:lnTo>
                  <a:close/>
                </a:path>
                <a:path w="348615"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5" h="311150">
                  <a:moveTo>
                    <a:pt x="50220" y="142849"/>
                  </a:moveTo>
                  <a:lnTo>
                    <a:pt x="28535" y="142849"/>
                  </a:lnTo>
                  <a:lnTo>
                    <a:pt x="153753" y="192098"/>
                  </a:lnTo>
                  <a:lnTo>
                    <a:pt x="154808" y="192098"/>
                  </a:lnTo>
                  <a:lnTo>
                    <a:pt x="175445" y="183755"/>
                  </a:lnTo>
                  <a:lnTo>
                    <a:pt x="154252" y="183755"/>
                  </a:lnTo>
                  <a:lnTo>
                    <a:pt x="50220" y="142849"/>
                  </a:lnTo>
                  <a:close/>
                </a:path>
                <a:path w="348615"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69" y="111881"/>
                  </a:lnTo>
                  <a:lnTo>
                    <a:pt x="347214" y="108792"/>
                  </a:lnTo>
                  <a:lnTo>
                    <a:pt x="346387" y="107972"/>
                  </a:lnTo>
                  <a:lnTo>
                    <a:pt x="341519" y="106246"/>
                  </a:lnTo>
                  <a:close/>
                </a:path>
                <a:path w="348615" h="311150">
                  <a:moveTo>
                    <a:pt x="35879" y="77611"/>
                  </a:moveTo>
                  <a:lnTo>
                    <a:pt x="33579" y="78613"/>
                  </a:lnTo>
                  <a:lnTo>
                    <a:pt x="32594" y="81117"/>
                  </a:lnTo>
                  <a:lnTo>
                    <a:pt x="32501" y="123418"/>
                  </a:lnTo>
                  <a:lnTo>
                    <a:pt x="33496" y="124883"/>
                  </a:lnTo>
                  <a:lnTo>
                    <a:pt x="153753" y="172257"/>
                  </a:lnTo>
                  <a:lnTo>
                    <a:pt x="154808" y="172257"/>
                  </a:lnTo>
                  <a:lnTo>
                    <a:pt x="175441" y="163914"/>
                  </a:lnTo>
                  <a:lnTo>
                    <a:pt x="154252" y="163914"/>
                  </a:lnTo>
                  <a:lnTo>
                    <a:pt x="40427" y="119073"/>
                  </a:lnTo>
                  <a:lnTo>
                    <a:pt x="40427" y="87922"/>
                  </a:lnTo>
                  <a:lnTo>
                    <a:pt x="62059" y="87922"/>
                  </a:lnTo>
                  <a:lnTo>
                    <a:pt x="35879" y="77611"/>
                  </a:lnTo>
                  <a:close/>
                </a:path>
                <a:path w="348615"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5" h="311150">
                  <a:moveTo>
                    <a:pt x="62059" y="87922"/>
                  </a:moveTo>
                  <a:lnTo>
                    <a:pt x="40427" y="87922"/>
                  </a:lnTo>
                  <a:lnTo>
                    <a:pt x="153753" y="132575"/>
                  </a:lnTo>
                  <a:lnTo>
                    <a:pt x="154807" y="132575"/>
                  </a:lnTo>
                  <a:lnTo>
                    <a:pt x="175138" y="124354"/>
                  </a:lnTo>
                  <a:lnTo>
                    <a:pt x="154563" y="124354"/>
                  </a:lnTo>
                  <a:lnTo>
                    <a:pt x="62059" y="87922"/>
                  </a:lnTo>
                  <a:close/>
                </a:path>
                <a:path w="348615"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8"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7" name="object 17"/>
            <p:cNvPicPr/>
            <p:nvPr/>
          </p:nvPicPr>
          <p:blipFill>
            <a:blip r:embed="rId3" cstate="print"/>
            <a:stretch>
              <a:fillRect/>
            </a:stretch>
          </p:blipFill>
          <p:spPr>
            <a:xfrm>
              <a:off x="7167371" y="1245120"/>
              <a:ext cx="1121664" cy="1021067"/>
            </a:xfrm>
            <a:prstGeom prst="rect">
              <a:avLst/>
            </a:prstGeom>
          </p:spPr>
        </p:pic>
        <p:sp>
          <p:nvSpPr>
            <p:cNvPr id="18" name="object 18"/>
            <p:cNvSpPr/>
            <p:nvPr/>
          </p:nvSpPr>
          <p:spPr>
            <a:xfrm>
              <a:off x="7286751" y="1267460"/>
              <a:ext cx="964565" cy="864235"/>
            </a:xfrm>
            <a:custGeom>
              <a:avLst/>
              <a:gdLst/>
              <a:ahLst/>
              <a:cxnLst/>
              <a:rect l="l" t="t" r="r" b="b"/>
              <a:pathLst>
                <a:path w="964565" h="864235">
                  <a:moveTo>
                    <a:pt x="31369" y="784860"/>
                  </a:moveTo>
                  <a:lnTo>
                    <a:pt x="0" y="864107"/>
                  </a:lnTo>
                  <a:lnTo>
                    <a:pt x="82169" y="841628"/>
                  </a:lnTo>
                  <a:lnTo>
                    <a:pt x="72849" y="831214"/>
                  </a:lnTo>
                  <a:lnTo>
                    <a:pt x="55752" y="831214"/>
                  </a:lnTo>
                  <a:lnTo>
                    <a:pt x="38862" y="812291"/>
                  </a:lnTo>
                  <a:lnTo>
                    <a:pt x="48337" y="803821"/>
                  </a:lnTo>
                  <a:lnTo>
                    <a:pt x="31369" y="784860"/>
                  </a:lnTo>
                  <a:close/>
                </a:path>
                <a:path w="964565" h="864235">
                  <a:moveTo>
                    <a:pt x="48337" y="803821"/>
                  </a:moveTo>
                  <a:lnTo>
                    <a:pt x="38862" y="812291"/>
                  </a:lnTo>
                  <a:lnTo>
                    <a:pt x="55752" y="831214"/>
                  </a:lnTo>
                  <a:lnTo>
                    <a:pt x="65251" y="822723"/>
                  </a:lnTo>
                  <a:lnTo>
                    <a:pt x="48337" y="803821"/>
                  </a:lnTo>
                  <a:close/>
                </a:path>
                <a:path w="964565" h="864235">
                  <a:moveTo>
                    <a:pt x="65251" y="822723"/>
                  </a:moveTo>
                  <a:lnTo>
                    <a:pt x="55752" y="831214"/>
                  </a:lnTo>
                  <a:lnTo>
                    <a:pt x="72849" y="831214"/>
                  </a:lnTo>
                  <a:lnTo>
                    <a:pt x="65251" y="822723"/>
                  </a:lnTo>
                  <a:close/>
                </a:path>
                <a:path w="964565" h="864235">
                  <a:moveTo>
                    <a:pt x="947547" y="0"/>
                  </a:moveTo>
                  <a:lnTo>
                    <a:pt x="48337" y="803821"/>
                  </a:lnTo>
                  <a:lnTo>
                    <a:pt x="65251" y="822723"/>
                  </a:lnTo>
                  <a:lnTo>
                    <a:pt x="964438" y="18923"/>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9" name="object 19"/>
            <p:cNvPicPr/>
            <p:nvPr/>
          </p:nvPicPr>
          <p:blipFill>
            <a:blip r:embed="rId4" cstate="print"/>
            <a:stretch>
              <a:fillRect/>
            </a:stretch>
          </p:blipFill>
          <p:spPr>
            <a:xfrm>
              <a:off x="7167371" y="2031479"/>
              <a:ext cx="1121664" cy="1034808"/>
            </a:xfrm>
            <a:prstGeom prst="rect">
              <a:avLst/>
            </a:prstGeom>
          </p:spPr>
        </p:pic>
        <p:sp>
          <p:nvSpPr>
            <p:cNvPr id="20" name="object 20"/>
            <p:cNvSpPr/>
            <p:nvPr/>
          </p:nvSpPr>
          <p:spPr>
            <a:xfrm>
              <a:off x="7286751" y="2131568"/>
              <a:ext cx="964565" cy="876935"/>
            </a:xfrm>
            <a:custGeom>
              <a:avLst/>
              <a:gdLst/>
              <a:ahLst/>
              <a:cxnLst/>
              <a:rect l="l" t="t" r="r" b="b"/>
              <a:pathLst>
                <a:path w="964565" h="876935">
                  <a:moveTo>
                    <a:pt x="64934" y="41835"/>
                  </a:moveTo>
                  <a:lnTo>
                    <a:pt x="47893" y="60610"/>
                  </a:lnTo>
                  <a:lnTo>
                    <a:pt x="947420" y="876808"/>
                  </a:lnTo>
                  <a:lnTo>
                    <a:pt x="964438" y="858012"/>
                  </a:lnTo>
                  <a:lnTo>
                    <a:pt x="64934" y="41835"/>
                  </a:lnTo>
                  <a:close/>
                </a:path>
                <a:path w="964565" h="876935">
                  <a:moveTo>
                    <a:pt x="0" y="0"/>
                  </a:moveTo>
                  <a:lnTo>
                    <a:pt x="30861" y="79375"/>
                  </a:lnTo>
                  <a:lnTo>
                    <a:pt x="47893" y="60610"/>
                  </a:lnTo>
                  <a:lnTo>
                    <a:pt x="38480" y="52070"/>
                  </a:lnTo>
                  <a:lnTo>
                    <a:pt x="55499" y="33274"/>
                  </a:lnTo>
                  <a:lnTo>
                    <a:pt x="72704" y="33274"/>
                  </a:lnTo>
                  <a:lnTo>
                    <a:pt x="82042" y="22987"/>
                  </a:lnTo>
                  <a:lnTo>
                    <a:pt x="0" y="0"/>
                  </a:lnTo>
                  <a:close/>
                </a:path>
                <a:path w="964565" h="876935">
                  <a:moveTo>
                    <a:pt x="55499" y="33274"/>
                  </a:moveTo>
                  <a:lnTo>
                    <a:pt x="38480" y="52070"/>
                  </a:lnTo>
                  <a:lnTo>
                    <a:pt x="47893" y="60610"/>
                  </a:lnTo>
                  <a:lnTo>
                    <a:pt x="64934" y="41835"/>
                  </a:lnTo>
                  <a:lnTo>
                    <a:pt x="55499" y="33274"/>
                  </a:lnTo>
                  <a:close/>
                </a:path>
                <a:path w="964565" h="876935">
                  <a:moveTo>
                    <a:pt x="72704" y="33274"/>
                  </a:moveTo>
                  <a:lnTo>
                    <a:pt x="55499" y="33274"/>
                  </a:lnTo>
                  <a:lnTo>
                    <a:pt x="64934" y="41835"/>
                  </a:lnTo>
                  <a:lnTo>
                    <a:pt x="72704" y="3327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1" name="object 21"/>
          <p:cNvSpPr txBox="1"/>
          <p:nvPr/>
        </p:nvSpPr>
        <p:spPr>
          <a:xfrm>
            <a:off x="7722489" y="1950847"/>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22" name="object 22"/>
          <p:cNvGrpSpPr/>
          <p:nvPr/>
        </p:nvGrpSpPr>
        <p:grpSpPr>
          <a:xfrm>
            <a:off x="541210" y="881507"/>
            <a:ext cx="7736205" cy="4445635"/>
            <a:chOff x="541210" y="881507"/>
            <a:chExt cx="7736205" cy="4445635"/>
          </a:xfrm>
        </p:grpSpPr>
        <p:pic>
          <p:nvPicPr>
            <p:cNvPr id="23" name="object 23"/>
            <p:cNvPicPr/>
            <p:nvPr/>
          </p:nvPicPr>
          <p:blipFill>
            <a:blip r:embed="rId5" cstate="print"/>
            <a:stretch>
              <a:fillRect/>
            </a:stretch>
          </p:blipFill>
          <p:spPr>
            <a:xfrm>
              <a:off x="7552816" y="1526032"/>
              <a:ext cx="234568" cy="254000"/>
            </a:xfrm>
            <a:prstGeom prst="rect">
              <a:avLst/>
            </a:prstGeom>
          </p:spPr>
        </p:pic>
        <p:sp>
          <p:nvSpPr>
            <p:cNvPr id="24" name="object 24"/>
            <p:cNvSpPr/>
            <p:nvPr/>
          </p:nvSpPr>
          <p:spPr>
            <a:xfrm>
              <a:off x="7741919" y="2425319"/>
              <a:ext cx="259715" cy="229870"/>
            </a:xfrm>
            <a:custGeom>
              <a:avLst/>
              <a:gdLst/>
              <a:ahLst/>
              <a:cxnLst/>
              <a:rect l="l" t="t" r="r" b="b"/>
              <a:pathLst>
                <a:path w="259715" h="229869">
                  <a:moveTo>
                    <a:pt x="229234" y="157480"/>
                  </a:moveTo>
                  <a:lnTo>
                    <a:pt x="223138" y="157480"/>
                  </a:lnTo>
                  <a:lnTo>
                    <a:pt x="221741" y="160020"/>
                  </a:lnTo>
                  <a:lnTo>
                    <a:pt x="166877" y="218440"/>
                  </a:lnTo>
                  <a:lnTo>
                    <a:pt x="166750" y="219710"/>
                  </a:lnTo>
                  <a:lnTo>
                    <a:pt x="167004" y="220980"/>
                  </a:lnTo>
                  <a:lnTo>
                    <a:pt x="167385" y="220980"/>
                  </a:lnTo>
                  <a:lnTo>
                    <a:pt x="167894" y="222250"/>
                  </a:lnTo>
                  <a:lnTo>
                    <a:pt x="169418" y="223520"/>
                  </a:lnTo>
                  <a:lnTo>
                    <a:pt x="171703" y="226060"/>
                  </a:lnTo>
                  <a:lnTo>
                    <a:pt x="174116" y="228600"/>
                  </a:lnTo>
                  <a:lnTo>
                    <a:pt x="175005" y="228600"/>
                  </a:lnTo>
                  <a:lnTo>
                    <a:pt x="176022" y="229870"/>
                  </a:lnTo>
                  <a:lnTo>
                    <a:pt x="180339" y="229870"/>
                  </a:lnTo>
                  <a:lnTo>
                    <a:pt x="199644" y="209550"/>
                  </a:lnTo>
                  <a:lnTo>
                    <a:pt x="223011" y="209550"/>
                  </a:lnTo>
                  <a:lnTo>
                    <a:pt x="219201" y="208280"/>
                  </a:lnTo>
                  <a:lnTo>
                    <a:pt x="217170" y="207010"/>
                  </a:lnTo>
                  <a:lnTo>
                    <a:pt x="209169" y="199390"/>
                  </a:lnTo>
                  <a:lnTo>
                    <a:pt x="229743" y="177800"/>
                  </a:lnTo>
                  <a:lnTo>
                    <a:pt x="249935" y="177800"/>
                  </a:lnTo>
                  <a:lnTo>
                    <a:pt x="248665" y="176530"/>
                  </a:lnTo>
                  <a:lnTo>
                    <a:pt x="247269" y="175260"/>
                  </a:lnTo>
                  <a:lnTo>
                    <a:pt x="245745" y="172720"/>
                  </a:lnTo>
                  <a:lnTo>
                    <a:pt x="230504" y="158750"/>
                  </a:lnTo>
                  <a:lnTo>
                    <a:pt x="229234" y="157480"/>
                  </a:lnTo>
                  <a:close/>
                </a:path>
                <a:path w="259715" h="229869">
                  <a:moveTo>
                    <a:pt x="249935" y="177800"/>
                  </a:moveTo>
                  <a:lnTo>
                    <a:pt x="229743" y="177800"/>
                  </a:lnTo>
                  <a:lnTo>
                    <a:pt x="235330" y="182880"/>
                  </a:lnTo>
                  <a:lnTo>
                    <a:pt x="237871" y="185420"/>
                  </a:lnTo>
                  <a:lnTo>
                    <a:pt x="240156" y="187960"/>
                  </a:lnTo>
                  <a:lnTo>
                    <a:pt x="240919" y="189230"/>
                  </a:lnTo>
                  <a:lnTo>
                    <a:pt x="241426" y="191770"/>
                  </a:lnTo>
                  <a:lnTo>
                    <a:pt x="241934" y="193040"/>
                  </a:lnTo>
                  <a:lnTo>
                    <a:pt x="241934" y="195580"/>
                  </a:lnTo>
                  <a:lnTo>
                    <a:pt x="241300" y="196850"/>
                  </a:lnTo>
                  <a:lnTo>
                    <a:pt x="240791" y="199390"/>
                  </a:lnTo>
                  <a:lnTo>
                    <a:pt x="230504" y="209550"/>
                  </a:lnTo>
                  <a:lnTo>
                    <a:pt x="199644" y="209550"/>
                  </a:lnTo>
                  <a:lnTo>
                    <a:pt x="204977" y="214630"/>
                  </a:lnTo>
                  <a:lnTo>
                    <a:pt x="209296" y="218440"/>
                  </a:lnTo>
                  <a:lnTo>
                    <a:pt x="213486" y="220980"/>
                  </a:lnTo>
                  <a:lnTo>
                    <a:pt x="217550" y="223520"/>
                  </a:lnTo>
                  <a:lnTo>
                    <a:pt x="225678" y="226060"/>
                  </a:lnTo>
                  <a:lnTo>
                    <a:pt x="237362" y="226060"/>
                  </a:lnTo>
                  <a:lnTo>
                    <a:pt x="244982" y="222250"/>
                  </a:lnTo>
                  <a:lnTo>
                    <a:pt x="248538" y="219710"/>
                  </a:lnTo>
                  <a:lnTo>
                    <a:pt x="251968" y="215900"/>
                  </a:lnTo>
                  <a:lnTo>
                    <a:pt x="254380" y="213360"/>
                  </a:lnTo>
                  <a:lnTo>
                    <a:pt x="259587" y="196850"/>
                  </a:lnTo>
                  <a:lnTo>
                    <a:pt x="259079" y="193040"/>
                  </a:lnTo>
                  <a:lnTo>
                    <a:pt x="251205" y="179070"/>
                  </a:lnTo>
                  <a:lnTo>
                    <a:pt x="249935" y="177800"/>
                  </a:lnTo>
                  <a:close/>
                </a:path>
                <a:path w="259715" h="229869">
                  <a:moveTo>
                    <a:pt x="170179" y="102870"/>
                  </a:moveTo>
                  <a:lnTo>
                    <a:pt x="166750" y="102870"/>
                  </a:lnTo>
                  <a:lnTo>
                    <a:pt x="165226" y="104140"/>
                  </a:lnTo>
                  <a:lnTo>
                    <a:pt x="164464" y="105410"/>
                  </a:lnTo>
                  <a:lnTo>
                    <a:pt x="162559" y="106680"/>
                  </a:lnTo>
                  <a:lnTo>
                    <a:pt x="161798" y="107950"/>
                  </a:lnTo>
                  <a:lnTo>
                    <a:pt x="161289" y="109220"/>
                  </a:lnTo>
                  <a:lnTo>
                    <a:pt x="160654" y="109220"/>
                  </a:lnTo>
                  <a:lnTo>
                    <a:pt x="159893" y="111760"/>
                  </a:lnTo>
                  <a:lnTo>
                    <a:pt x="160020" y="113030"/>
                  </a:lnTo>
                  <a:lnTo>
                    <a:pt x="160400" y="113030"/>
                  </a:lnTo>
                  <a:lnTo>
                    <a:pt x="176529" y="128270"/>
                  </a:lnTo>
                  <a:lnTo>
                    <a:pt x="127761" y="180340"/>
                  </a:lnTo>
                  <a:lnTo>
                    <a:pt x="127380" y="181610"/>
                  </a:lnTo>
                  <a:lnTo>
                    <a:pt x="127380" y="182880"/>
                  </a:lnTo>
                  <a:lnTo>
                    <a:pt x="127634" y="184150"/>
                  </a:lnTo>
                  <a:lnTo>
                    <a:pt x="128015" y="184150"/>
                  </a:lnTo>
                  <a:lnTo>
                    <a:pt x="128524" y="185420"/>
                  </a:lnTo>
                  <a:lnTo>
                    <a:pt x="130048" y="186690"/>
                  </a:lnTo>
                  <a:lnTo>
                    <a:pt x="132333" y="189230"/>
                  </a:lnTo>
                  <a:lnTo>
                    <a:pt x="133603" y="190500"/>
                  </a:lnTo>
                  <a:lnTo>
                    <a:pt x="134747" y="190500"/>
                  </a:lnTo>
                  <a:lnTo>
                    <a:pt x="135635" y="191770"/>
                  </a:lnTo>
                  <a:lnTo>
                    <a:pt x="136651" y="191770"/>
                  </a:lnTo>
                  <a:lnTo>
                    <a:pt x="137413" y="193040"/>
                  </a:lnTo>
                  <a:lnTo>
                    <a:pt x="140588" y="193040"/>
                  </a:lnTo>
                  <a:lnTo>
                    <a:pt x="189737" y="140970"/>
                  </a:lnTo>
                  <a:lnTo>
                    <a:pt x="210857" y="140970"/>
                  </a:lnTo>
                  <a:lnTo>
                    <a:pt x="170179" y="102870"/>
                  </a:lnTo>
                  <a:close/>
                </a:path>
                <a:path w="259715" h="229869">
                  <a:moveTo>
                    <a:pt x="210857" y="140970"/>
                  </a:moveTo>
                  <a:lnTo>
                    <a:pt x="189737" y="140970"/>
                  </a:lnTo>
                  <a:lnTo>
                    <a:pt x="205994" y="156210"/>
                  </a:lnTo>
                  <a:lnTo>
                    <a:pt x="209676" y="156210"/>
                  </a:lnTo>
                  <a:lnTo>
                    <a:pt x="211200" y="153670"/>
                  </a:lnTo>
                  <a:lnTo>
                    <a:pt x="212851" y="152400"/>
                  </a:lnTo>
                  <a:lnTo>
                    <a:pt x="213868" y="151130"/>
                  </a:lnTo>
                  <a:lnTo>
                    <a:pt x="214629" y="151130"/>
                  </a:lnTo>
                  <a:lnTo>
                    <a:pt x="215137" y="149860"/>
                  </a:lnTo>
                  <a:lnTo>
                    <a:pt x="215773" y="149860"/>
                  </a:lnTo>
                  <a:lnTo>
                    <a:pt x="216407" y="147320"/>
                  </a:lnTo>
                  <a:lnTo>
                    <a:pt x="216280" y="146050"/>
                  </a:lnTo>
                  <a:lnTo>
                    <a:pt x="210857" y="140970"/>
                  </a:lnTo>
                  <a:close/>
                </a:path>
                <a:path w="259715" h="229869">
                  <a:moveTo>
                    <a:pt x="119379" y="54610"/>
                  </a:moveTo>
                  <a:lnTo>
                    <a:pt x="116204" y="54610"/>
                  </a:lnTo>
                  <a:lnTo>
                    <a:pt x="114807" y="55880"/>
                  </a:lnTo>
                  <a:lnTo>
                    <a:pt x="114173" y="57150"/>
                  </a:lnTo>
                  <a:lnTo>
                    <a:pt x="113283" y="57150"/>
                  </a:lnTo>
                  <a:lnTo>
                    <a:pt x="112395" y="58420"/>
                  </a:lnTo>
                  <a:lnTo>
                    <a:pt x="111378" y="59690"/>
                  </a:lnTo>
                  <a:lnTo>
                    <a:pt x="110744" y="59690"/>
                  </a:lnTo>
                  <a:lnTo>
                    <a:pt x="110108" y="60960"/>
                  </a:lnTo>
                  <a:lnTo>
                    <a:pt x="109600" y="60960"/>
                  </a:lnTo>
                  <a:lnTo>
                    <a:pt x="109220" y="62230"/>
                  </a:lnTo>
                  <a:lnTo>
                    <a:pt x="108965" y="63500"/>
                  </a:lnTo>
                  <a:lnTo>
                    <a:pt x="108711" y="63500"/>
                  </a:lnTo>
                  <a:lnTo>
                    <a:pt x="108711" y="64770"/>
                  </a:lnTo>
                  <a:lnTo>
                    <a:pt x="108965" y="64770"/>
                  </a:lnTo>
                  <a:lnTo>
                    <a:pt x="125475" y="80010"/>
                  </a:lnTo>
                  <a:lnTo>
                    <a:pt x="76326" y="133350"/>
                  </a:lnTo>
                  <a:lnTo>
                    <a:pt x="76200" y="134620"/>
                  </a:lnTo>
                  <a:lnTo>
                    <a:pt x="76580" y="135890"/>
                  </a:lnTo>
                  <a:lnTo>
                    <a:pt x="76834" y="135890"/>
                  </a:lnTo>
                  <a:lnTo>
                    <a:pt x="77470" y="137160"/>
                  </a:lnTo>
                  <a:lnTo>
                    <a:pt x="80009" y="139700"/>
                  </a:lnTo>
                  <a:lnTo>
                    <a:pt x="81152" y="140970"/>
                  </a:lnTo>
                  <a:lnTo>
                    <a:pt x="83565" y="143510"/>
                  </a:lnTo>
                  <a:lnTo>
                    <a:pt x="84581" y="143510"/>
                  </a:lnTo>
                  <a:lnTo>
                    <a:pt x="85471" y="144780"/>
                  </a:lnTo>
                  <a:lnTo>
                    <a:pt x="86868" y="144780"/>
                  </a:lnTo>
                  <a:lnTo>
                    <a:pt x="87629" y="146050"/>
                  </a:lnTo>
                  <a:lnTo>
                    <a:pt x="89407" y="146050"/>
                  </a:lnTo>
                  <a:lnTo>
                    <a:pt x="89788" y="144780"/>
                  </a:lnTo>
                  <a:lnTo>
                    <a:pt x="138683" y="92710"/>
                  </a:lnTo>
                  <a:lnTo>
                    <a:pt x="159497" y="92710"/>
                  </a:lnTo>
                  <a:lnTo>
                    <a:pt x="119379" y="54610"/>
                  </a:lnTo>
                  <a:close/>
                </a:path>
                <a:path w="259715" h="229869">
                  <a:moveTo>
                    <a:pt x="59929" y="46990"/>
                  </a:moveTo>
                  <a:lnTo>
                    <a:pt x="38100" y="46990"/>
                  </a:lnTo>
                  <a:lnTo>
                    <a:pt x="62229" y="69850"/>
                  </a:lnTo>
                  <a:lnTo>
                    <a:pt x="37464" y="96520"/>
                  </a:lnTo>
                  <a:lnTo>
                    <a:pt x="37337" y="99060"/>
                  </a:lnTo>
                  <a:lnTo>
                    <a:pt x="37973" y="99060"/>
                  </a:lnTo>
                  <a:lnTo>
                    <a:pt x="38480" y="100330"/>
                  </a:lnTo>
                  <a:lnTo>
                    <a:pt x="40004" y="102870"/>
                  </a:lnTo>
                  <a:lnTo>
                    <a:pt x="41021" y="102870"/>
                  </a:lnTo>
                  <a:lnTo>
                    <a:pt x="43687" y="105410"/>
                  </a:lnTo>
                  <a:lnTo>
                    <a:pt x="44703" y="106680"/>
                  </a:lnTo>
                  <a:lnTo>
                    <a:pt x="45593" y="107950"/>
                  </a:lnTo>
                  <a:lnTo>
                    <a:pt x="47371" y="107950"/>
                  </a:lnTo>
                  <a:lnTo>
                    <a:pt x="48005" y="109220"/>
                  </a:lnTo>
                  <a:lnTo>
                    <a:pt x="50926" y="109220"/>
                  </a:lnTo>
                  <a:lnTo>
                    <a:pt x="97580" y="58420"/>
                  </a:lnTo>
                  <a:lnTo>
                    <a:pt x="72771" y="58420"/>
                  </a:lnTo>
                  <a:lnTo>
                    <a:pt x="59929" y="46990"/>
                  </a:lnTo>
                  <a:close/>
                </a:path>
                <a:path w="259715" h="229869">
                  <a:moveTo>
                    <a:pt x="159497" y="92710"/>
                  </a:moveTo>
                  <a:lnTo>
                    <a:pt x="138683" y="92710"/>
                  </a:lnTo>
                  <a:lnTo>
                    <a:pt x="155066" y="107950"/>
                  </a:lnTo>
                  <a:lnTo>
                    <a:pt x="155448" y="109220"/>
                  </a:lnTo>
                  <a:lnTo>
                    <a:pt x="156845" y="109220"/>
                  </a:lnTo>
                  <a:lnTo>
                    <a:pt x="157352" y="107950"/>
                  </a:lnTo>
                  <a:lnTo>
                    <a:pt x="157987" y="107950"/>
                  </a:lnTo>
                  <a:lnTo>
                    <a:pt x="160020" y="106680"/>
                  </a:lnTo>
                  <a:lnTo>
                    <a:pt x="161798" y="104140"/>
                  </a:lnTo>
                  <a:lnTo>
                    <a:pt x="162686" y="104140"/>
                  </a:lnTo>
                  <a:lnTo>
                    <a:pt x="164083" y="101600"/>
                  </a:lnTo>
                  <a:lnTo>
                    <a:pt x="164591" y="101600"/>
                  </a:lnTo>
                  <a:lnTo>
                    <a:pt x="164973" y="100330"/>
                  </a:lnTo>
                  <a:lnTo>
                    <a:pt x="165226" y="100330"/>
                  </a:lnTo>
                  <a:lnTo>
                    <a:pt x="165353" y="97790"/>
                  </a:lnTo>
                  <a:lnTo>
                    <a:pt x="164846" y="97790"/>
                  </a:lnTo>
                  <a:lnTo>
                    <a:pt x="159497" y="92710"/>
                  </a:lnTo>
                  <a:close/>
                </a:path>
                <a:path w="259715" h="229869">
                  <a:moveTo>
                    <a:pt x="169418" y="101600"/>
                  </a:moveTo>
                  <a:lnTo>
                    <a:pt x="168909" y="101600"/>
                  </a:lnTo>
                  <a:lnTo>
                    <a:pt x="168528" y="102870"/>
                  </a:lnTo>
                  <a:lnTo>
                    <a:pt x="169799" y="102870"/>
                  </a:lnTo>
                  <a:lnTo>
                    <a:pt x="169418" y="101600"/>
                  </a:lnTo>
                  <a:close/>
                </a:path>
                <a:path w="259715" h="229869">
                  <a:moveTo>
                    <a:pt x="61213" y="0"/>
                  </a:moveTo>
                  <a:lnTo>
                    <a:pt x="57657" y="0"/>
                  </a:lnTo>
                  <a:lnTo>
                    <a:pt x="507" y="60960"/>
                  </a:lnTo>
                  <a:lnTo>
                    <a:pt x="126" y="60960"/>
                  </a:lnTo>
                  <a:lnTo>
                    <a:pt x="0" y="63500"/>
                  </a:lnTo>
                  <a:lnTo>
                    <a:pt x="761" y="64770"/>
                  </a:lnTo>
                  <a:lnTo>
                    <a:pt x="1270" y="66040"/>
                  </a:lnTo>
                  <a:lnTo>
                    <a:pt x="2794" y="67310"/>
                  </a:lnTo>
                  <a:lnTo>
                    <a:pt x="3809" y="68580"/>
                  </a:lnTo>
                  <a:lnTo>
                    <a:pt x="6350" y="71120"/>
                  </a:lnTo>
                  <a:lnTo>
                    <a:pt x="7493" y="71120"/>
                  </a:lnTo>
                  <a:lnTo>
                    <a:pt x="8381" y="72390"/>
                  </a:lnTo>
                  <a:lnTo>
                    <a:pt x="9398" y="73660"/>
                  </a:lnTo>
                  <a:lnTo>
                    <a:pt x="13588" y="73660"/>
                  </a:lnTo>
                  <a:lnTo>
                    <a:pt x="38100" y="46990"/>
                  </a:lnTo>
                  <a:lnTo>
                    <a:pt x="59929" y="46990"/>
                  </a:lnTo>
                  <a:lnTo>
                    <a:pt x="48513" y="36830"/>
                  </a:lnTo>
                  <a:lnTo>
                    <a:pt x="70865" y="12700"/>
                  </a:lnTo>
                  <a:lnTo>
                    <a:pt x="71374" y="11430"/>
                  </a:lnTo>
                  <a:lnTo>
                    <a:pt x="71247" y="10160"/>
                  </a:lnTo>
                  <a:lnTo>
                    <a:pt x="70993" y="10160"/>
                  </a:lnTo>
                  <a:lnTo>
                    <a:pt x="70611" y="8890"/>
                  </a:lnTo>
                  <a:lnTo>
                    <a:pt x="70103" y="8890"/>
                  </a:lnTo>
                  <a:lnTo>
                    <a:pt x="68579" y="6350"/>
                  </a:lnTo>
                  <a:lnTo>
                    <a:pt x="66294" y="3810"/>
                  </a:lnTo>
                  <a:lnTo>
                    <a:pt x="63880" y="2540"/>
                  </a:lnTo>
                  <a:lnTo>
                    <a:pt x="62991" y="1270"/>
                  </a:lnTo>
                  <a:lnTo>
                    <a:pt x="61975" y="1270"/>
                  </a:lnTo>
                  <a:lnTo>
                    <a:pt x="61213" y="0"/>
                  </a:lnTo>
                  <a:close/>
                </a:path>
                <a:path w="259715" h="229869">
                  <a:moveTo>
                    <a:pt x="97154" y="34290"/>
                  </a:moveTo>
                  <a:lnTo>
                    <a:pt x="95630" y="34290"/>
                  </a:lnTo>
                  <a:lnTo>
                    <a:pt x="95250" y="35560"/>
                  </a:lnTo>
                  <a:lnTo>
                    <a:pt x="72771" y="58420"/>
                  </a:lnTo>
                  <a:lnTo>
                    <a:pt x="97580" y="58420"/>
                  </a:lnTo>
                  <a:lnTo>
                    <a:pt x="108076" y="46990"/>
                  </a:lnTo>
                  <a:lnTo>
                    <a:pt x="108457" y="46990"/>
                  </a:lnTo>
                  <a:lnTo>
                    <a:pt x="108457" y="45720"/>
                  </a:lnTo>
                  <a:lnTo>
                    <a:pt x="108203" y="44450"/>
                  </a:lnTo>
                  <a:lnTo>
                    <a:pt x="107823" y="44450"/>
                  </a:lnTo>
                  <a:lnTo>
                    <a:pt x="107314" y="43180"/>
                  </a:lnTo>
                  <a:lnTo>
                    <a:pt x="105790" y="41910"/>
                  </a:lnTo>
                  <a:lnTo>
                    <a:pt x="104775" y="40640"/>
                  </a:lnTo>
                  <a:lnTo>
                    <a:pt x="102234" y="38100"/>
                  </a:lnTo>
                  <a:lnTo>
                    <a:pt x="101091" y="36830"/>
                  </a:lnTo>
                  <a:lnTo>
                    <a:pt x="100202" y="36830"/>
                  </a:lnTo>
                  <a:lnTo>
                    <a:pt x="99186" y="35560"/>
                  </a:lnTo>
                  <a:lnTo>
                    <a:pt x="97789" y="35560"/>
                  </a:lnTo>
                  <a:lnTo>
                    <a:pt x="97154" y="34290"/>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25"/>
            <p:cNvPicPr/>
            <p:nvPr/>
          </p:nvPicPr>
          <p:blipFill>
            <a:blip r:embed="rId6" cstate="print"/>
            <a:stretch>
              <a:fillRect/>
            </a:stretch>
          </p:blipFill>
          <p:spPr>
            <a:xfrm>
              <a:off x="7167371" y="2031517"/>
              <a:ext cx="1109472" cy="234670"/>
            </a:xfrm>
            <a:prstGeom prst="rect">
              <a:avLst/>
            </a:prstGeom>
          </p:spPr>
        </p:pic>
        <p:sp>
          <p:nvSpPr>
            <p:cNvPr id="26" name="object 26"/>
            <p:cNvSpPr/>
            <p:nvPr/>
          </p:nvSpPr>
          <p:spPr>
            <a:xfrm>
              <a:off x="7286752" y="2093468"/>
              <a:ext cx="951865" cy="76200"/>
            </a:xfrm>
            <a:custGeom>
              <a:avLst/>
              <a:gdLst/>
              <a:ahLst/>
              <a:cxnLst/>
              <a:rect l="l" t="t" r="r" b="b"/>
              <a:pathLst>
                <a:path w="951865" h="76200">
                  <a:moveTo>
                    <a:pt x="76200" y="0"/>
                  </a:moveTo>
                  <a:lnTo>
                    <a:pt x="0" y="38100"/>
                  </a:lnTo>
                  <a:lnTo>
                    <a:pt x="76200" y="76200"/>
                  </a:lnTo>
                  <a:lnTo>
                    <a:pt x="76200" y="50810"/>
                  </a:lnTo>
                  <a:lnTo>
                    <a:pt x="63500" y="50810"/>
                  </a:lnTo>
                  <a:lnTo>
                    <a:pt x="63500" y="25410"/>
                  </a:lnTo>
                  <a:lnTo>
                    <a:pt x="76200" y="25410"/>
                  </a:lnTo>
                  <a:lnTo>
                    <a:pt x="76200" y="0"/>
                  </a:lnTo>
                  <a:close/>
                </a:path>
                <a:path w="951865" h="76200">
                  <a:moveTo>
                    <a:pt x="76200" y="25410"/>
                  </a:moveTo>
                  <a:lnTo>
                    <a:pt x="76200" y="50810"/>
                  </a:lnTo>
                  <a:lnTo>
                    <a:pt x="951738" y="51562"/>
                  </a:lnTo>
                  <a:lnTo>
                    <a:pt x="951738" y="26162"/>
                  </a:lnTo>
                  <a:lnTo>
                    <a:pt x="76200" y="25410"/>
                  </a:lnTo>
                  <a:close/>
                </a:path>
                <a:path w="951865" h="76200">
                  <a:moveTo>
                    <a:pt x="76200" y="25410"/>
                  </a:moveTo>
                  <a:lnTo>
                    <a:pt x="63500" y="25410"/>
                  </a:lnTo>
                  <a:lnTo>
                    <a:pt x="63500" y="50810"/>
                  </a:lnTo>
                  <a:lnTo>
                    <a:pt x="76200" y="50810"/>
                  </a:lnTo>
                  <a:lnTo>
                    <a:pt x="76200"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7"/>
            <p:cNvSpPr/>
            <p:nvPr/>
          </p:nvSpPr>
          <p:spPr>
            <a:xfrm>
              <a:off x="553910" y="894207"/>
              <a:ext cx="6796405" cy="4420235"/>
            </a:xfrm>
            <a:custGeom>
              <a:avLst/>
              <a:gdLst/>
              <a:ahLst/>
              <a:cxnLst/>
              <a:rect l="l" t="t" r="r" b="b"/>
              <a:pathLst>
                <a:path w="6796405" h="4420235">
                  <a:moveTo>
                    <a:pt x="0" y="4420108"/>
                  </a:moveTo>
                  <a:lnTo>
                    <a:pt x="6796278" y="4420108"/>
                  </a:lnTo>
                  <a:lnTo>
                    <a:pt x="6796278" y="0"/>
                  </a:lnTo>
                  <a:lnTo>
                    <a:pt x="0" y="0"/>
                  </a:lnTo>
                  <a:lnTo>
                    <a:pt x="0" y="4420108"/>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8" name="object 28"/>
          <p:cNvSpPr txBox="1"/>
          <p:nvPr/>
        </p:nvSpPr>
        <p:spPr>
          <a:xfrm>
            <a:off x="5953759" y="881888"/>
            <a:ext cx="131635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F42D2"/>
                </a:solidFill>
                <a:effectLst/>
                <a:uLnTx/>
                <a:uFillTx/>
                <a:latin typeface="Calibri"/>
                <a:cs typeface="Calibri"/>
              </a:rPr>
              <a:t>WIS2</a:t>
            </a:r>
            <a:r>
              <a:rPr kumimoji="0" sz="1800" b="1" i="0" u="none" strike="noStrike" kern="0" cap="none" spc="-15" normalizeH="0" baseline="0" noProof="0" dirty="0">
                <a:ln>
                  <a:noFill/>
                </a:ln>
                <a:solidFill>
                  <a:srgbClr val="0F42D2"/>
                </a:solidFill>
                <a:effectLst/>
                <a:uLnTx/>
                <a:uFillTx/>
                <a:latin typeface="Calibri"/>
                <a:cs typeface="Calibri"/>
              </a:rPr>
              <a:t> </a:t>
            </a:r>
            <a:r>
              <a:rPr kumimoji="0" sz="1800" b="1" i="0" u="none" strike="noStrike" kern="0" cap="none" spc="0" normalizeH="0" baseline="0" noProof="0" dirty="0">
                <a:ln>
                  <a:noFill/>
                </a:ln>
                <a:solidFill>
                  <a:srgbClr val="0F42D2"/>
                </a:solidFill>
                <a:effectLst/>
                <a:uLnTx/>
                <a:uFillTx/>
                <a:latin typeface="Calibri"/>
                <a:cs typeface="Calibri"/>
              </a:rPr>
              <a:t>in</a:t>
            </a:r>
            <a:r>
              <a:rPr kumimoji="0" sz="1800" b="1" i="0" u="none" strike="noStrike" kern="0" cap="none" spc="-20" normalizeH="0" baseline="0" noProof="0" dirty="0">
                <a:ln>
                  <a:noFill/>
                </a:ln>
                <a:solidFill>
                  <a:srgbClr val="0F42D2"/>
                </a:solidFill>
                <a:effectLst/>
                <a:uLnTx/>
                <a:uFillTx/>
                <a:latin typeface="Calibri"/>
                <a:cs typeface="Calibri"/>
              </a:rPr>
              <a:t> </a:t>
            </a:r>
            <a:r>
              <a:rPr kumimoji="0" sz="1800" b="1" i="0" u="none" strike="noStrike" kern="0" cap="none" spc="0" normalizeH="0" baseline="0" noProof="0" dirty="0">
                <a:ln>
                  <a:noFill/>
                </a:ln>
                <a:solidFill>
                  <a:srgbClr val="0F42D2"/>
                </a:solidFill>
                <a:effectLst/>
                <a:uLnTx/>
                <a:uFillTx/>
                <a:latin typeface="Calibri"/>
                <a:cs typeface="Calibri"/>
              </a:rPr>
              <a:t>a </a:t>
            </a:r>
            <a:r>
              <a:rPr kumimoji="0" sz="1800" b="1" i="0" u="none" strike="noStrike" kern="0" cap="none" spc="-25" normalizeH="0" baseline="0" noProof="0" dirty="0">
                <a:ln>
                  <a:noFill/>
                </a:ln>
                <a:solidFill>
                  <a:srgbClr val="0F42D2"/>
                </a:solidFill>
                <a:effectLst/>
                <a:uLnTx/>
                <a:uFillTx/>
                <a:latin typeface="Calibri"/>
                <a:cs typeface="Calibri"/>
              </a:rPr>
              <a:t>box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grpSp>
        <p:nvGrpSpPr>
          <p:cNvPr id="29" name="object 29"/>
          <p:cNvGrpSpPr/>
          <p:nvPr/>
        </p:nvGrpSpPr>
        <p:grpSpPr>
          <a:xfrm>
            <a:off x="1497457" y="1056170"/>
            <a:ext cx="3014345" cy="905510"/>
            <a:chOff x="1497457" y="1056170"/>
            <a:chExt cx="3014345" cy="905510"/>
          </a:xfrm>
        </p:grpSpPr>
        <p:sp>
          <p:nvSpPr>
            <p:cNvPr id="30" name="object 30"/>
            <p:cNvSpPr/>
            <p:nvPr/>
          </p:nvSpPr>
          <p:spPr>
            <a:xfrm>
              <a:off x="1497457" y="1056170"/>
              <a:ext cx="3014345" cy="905510"/>
            </a:xfrm>
            <a:custGeom>
              <a:avLst/>
              <a:gdLst/>
              <a:ahLst/>
              <a:cxnLst/>
              <a:rect l="l" t="t" r="r" b="b"/>
              <a:pathLst>
                <a:path w="3014345" h="905510">
                  <a:moveTo>
                    <a:pt x="3014091" y="0"/>
                  </a:moveTo>
                  <a:lnTo>
                    <a:pt x="0" y="0"/>
                  </a:lnTo>
                  <a:lnTo>
                    <a:pt x="0" y="905471"/>
                  </a:lnTo>
                  <a:lnTo>
                    <a:pt x="3014091" y="905471"/>
                  </a:lnTo>
                  <a:lnTo>
                    <a:pt x="3014091" y="0"/>
                  </a:lnTo>
                  <a:close/>
                </a:path>
              </a:pathLst>
            </a:custGeom>
            <a:solidFill>
              <a:srgbClr val="B8CD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1" name="object 31" descr="MinIO | Understand the guidelines for using MinIO's marks"/>
            <p:cNvPicPr/>
            <p:nvPr/>
          </p:nvPicPr>
          <p:blipFill>
            <a:blip r:embed="rId7" cstate="print"/>
            <a:stretch>
              <a:fillRect/>
            </a:stretch>
          </p:blipFill>
          <p:spPr>
            <a:xfrm>
              <a:off x="3506342" y="1168920"/>
              <a:ext cx="939571" cy="133210"/>
            </a:xfrm>
            <a:prstGeom prst="rect">
              <a:avLst/>
            </a:prstGeom>
          </p:spPr>
        </p:pic>
        <p:sp>
          <p:nvSpPr>
            <p:cNvPr id="32" name="object 32"/>
            <p:cNvSpPr/>
            <p:nvPr/>
          </p:nvSpPr>
          <p:spPr>
            <a:xfrm>
              <a:off x="1651508" y="1563116"/>
              <a:ext cx="1233805" cy="331470"/>
            </a:xfrm>
            <a:custGeom>
              <a:avLst/>
              <a:gdLst/>
              <a:ahLst/>
              <a:cxnLst/>
              <a:rect l="l" t="t" r="r" b="b"/>
              <a:pathLst>
                <a:path w="1233805" h="331469">
                  <a:moveTo>
                    <a:pt x="1233309" y="0"/>
                  </a:moveTo>
                  <a:lnTo>
                    <a:pt x="0" y="0"/>
                  </a:lnTo>
                  <a:lnTo>
                    <a:pt x="0" y="331215"/>
                  </a:lnTo>
                  <a:lnTo>
                    <a:pt x="1233309" y="331215"/>
                  </a:lnTo>
                  <a:lnTo>
                    <a:pt x="1233309" y="0"/>
                  </a:lnTo>
                  <a:close/>
                </a:path>
              </a:pathLst>
            </a:custGeom>
            <a:solidFill>
              <a:srgbClr val="004F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3" name="object 33"/>
          <p:cNvSpPr txBox="1"/>
          <p:nvPr/>
        </p:nvSpPr>
        <p:spPr>
          <a:xfrm>
            <a:off x="1818894" y="1596898"/>
            <a:ext cx="654050"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dirty="0">
                <a:ln>
                  <a:noFill/>
                </a:ln>
                <a:solidFill>
                  <a:srgbClr val="FFFFFF"/>
                </a:solidFill>
                <a:effectLst/>
                <a:uLnTx/>
                <a:uFillTx/>
                <a:latin typeface="Calibri"/>
                <a:cs typeface="Calibri"/>
              </a:rPr>
              <a:t>incoming</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34" name="object 34"/>
          <p:cNvGrpSpPr/>
          <p:nvPr/>
        </p:nvGrpSpPr>
        <p:grpSpPr>
          <a:xfrm>
            <a:off x="2539745" y="1550416"/>
            <a:ext cx="1892935" cy="335915"/>
            <a:chOff x="2539745" y="1550416"/>
            <a:chExt cx="1892935" cy="335915"/>
          </a:xfrm>
        </p:grpSpPr>
        <p:pic>
          <p:nvPicPr>
            <p:cNvPr id="35" name="object 35"/>
            <p:cNvPicPr/>
            <p:nvPr/>
          </p:nvPicPr>
          <p:blipFill>
            <a:blip r:embed="rId8" cstate="print"/>
            <a:stretch>
              <a:fillRect/>
            </a:stretch>
          </p:blipFill>
          <p:spPr>
            <a:xfrm>
              <a:off x="2539745" y="1576006"/>
              <a:ext cx="296811" cy="309816"/>
            </a:xfrm>
            <a:prstGeom prst="rect">
              <a:avLst/>
            </a:prstGeom>
          </p:spPr>
        </p:pic>
        <p:sp>
          <p:nvSpPr>
            <p:cNvPr id="36" name="object 36"/>
            <p:cNvSpPr/>
            <p:nvPr/>
          </p:nvSpPr>
          <p:spPr>
            <a:xfrm>
              <a:off x="3199129" y="1550416"/>
              <a:ext cx="1233805" cy="331470"/>
            </a:xfrm>
            <a:custGeom>
              <a:avLst/>
              <a:gdLst/>
              <a:ahLst/>
              <a:cxnLst/>
              <a:rect l="l" t="t" r="r" b="b"/>
              <a:pathLst>
                <a:path w="1233804" h="331469">
                  <a:moveTo>
                    <a:pt x="1233309" y="0"/>
                  </a:moveTo>
                  <a:lnTo>
                    <a:pt x="0" y="0"/>
                  </a:lnTo>
                  <a:lnTo>
                    <a:pt x="0" y="331215"/>
                  </a:lnTo>
                  <a:lnTo>
                    <a:pt x="1233309" y="331215"/>
                  </a:lnTo>
                  <a:lnTo>
                    <a:pt x="1233309" y="0"/>
                  </a:lnTo>
                  <a:close/>
                </a:path>
              </a:pathLst>
            </a:custGeom>
            <a:solidFill>
              <a:srgbClr val="004F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7" name="object 37"/>
          <p:cNvSpPr txBox="1"/>
          <p:nvPr/>
        </p:nvSpPr>
        <p:spPr>
          <a:xfrm>
            <a:off x="3366642" y="1584198"/>
            <a:ext cx="441959"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dirty="0">
                <a:ln>
                  <a:noFill/>
                </a:ln>
                <a:solidFill>
                  <a:srgbClr val="FFFFFF"/>
                </a:solidFill>
                <a:effectLst/>
                <a:uLnTx/>
                <a:uFillTx/>
                <a:latin typeface="Calibri"/>
                <a:cs typeface="Calibri"/>
              </a:rPr>
              <a:t>public</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38" name="object 38"/>
          <p:cNvGrpSpPr/>
          <p:nvPr/>
        </p:nvGrpSpPr>
        <p:grpSpPr>
          <a:xfrm>
            <a:off x="1798383" y="1563166"/>
            <a:ext cx="5541645" cy="1951989"/>
            <a:chOff x="1798383" y="1563166"/>
            <a:chExt cx="5541645" cy="1951989"/>
          </a:xfrm>
        </p:grpSpPr>
        <p:pic>
          <p:nvPicPr>
            <p:cNvPr id="39" name="object 39"/>
            <p:cNvPicPr/>
            <p:nvPr/>
          </p:nvPicPr>
          <p:blipFill>
            <a:blip r:embed="rId8" cstate="print"/>
            <a:stretch>
              <a:fillRect/>
            </a:stretch>
          </p:blipFill>
          <p:spPr>
            <a:xfrm>
              <a:off x="4087367" y="1563166"/>
              <a:ext cx="296811" cy="309829"/>
            </a:xfrm>
            <a:prstGeom prst="rect">
              <a:avLst/>
            </a:prstGeom>
          </p:spPr>
        </p:pic>
        <p:sp>
          <p:nvSpPr>
            <p:cNvPr id="40" name="object 40"/>
            <p:cNvSpPr/>
            <p:nvPr/>
          </p:nvSpPr>
          <p:spPr>
            <a:xfrm>
              <a:off x="6158483" y="2121280"/>
              <a:ext cx="1181735" cy="805815"/>
            </a:xfrm>
            <a:custGeom>
              <a:avLst/>
              <a:gdLst/>
              <a:ahLst/>
              <a:cxnLst/>
              <a:rect l="l" t="t" r="r" b="b"/>
              <a:pathLst>
                <a:path w="1181734" h="805814">
                  <a:moveTo>
                    <a:pt x="0" y="805815"/>
                  </a:moveTo>
                  <a:lnTo>
                    <a:pt x="1181201" y="805815"/>
                  </a:lnTo>
                  <a:lnTo>
                    <a:pt x="1181201" y="0"/>
                  </a:lnTo>
                  <a:lnTo>
                    <a:pt x="0" y="0"/>
                  </a:lnTo>
                  <a:lnTo>
                    <a:pt x="0" y="805815"/>
                  </a:lnTo>
                  <a:close/>
                </a:path>
              </a:pathLst>
            </a:custGeom>
            <a:solidFill>
              <a:srgbClr val="F1DCD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1" name="object 41" descr="Eclipse Mosquitto by CEDALO GmbH - ctrlX AUTOMATION"/>
            <p:cNvPicPr/>
            <p:nvPr/>
          </p:nvPicPr>
          <p:blipFill>
            <a:blip r:embed="rId9" cstate="print"/>
            <a:stretch>
              <a:fillRect/>
            </a:stretch>
          </p:blipFill>
          <p:spPr>
            <a:xfrm>
              <a:off x="6272530" y="2373579"/>
              <a:ext cx="959535" cy="541070"/>
            </a:xfrm>
            <a:prstGeom prst="rect">
              <a:avLst/>
            </a:prstGeom>
          </p:spPr>
        </p:pic>
        <p:sp>
          <p:nvSpPr>
            <p:cNvPr id="42" name="object 42"/>
            <p:cNvSpPr/>
            <p:nvPr/>
          </p:nvSpPr>
          <p:spPr>
            <a:xfrm>
              <a:off x="1812670" y="2462199"/>
              <a:ext cx="2634615" cy="1038860"/>
            </a:xfrm>
            <a:custGeom>
              <a:avLst/>
              <a:gdLst/>
              <a:ahLst/>
              <a:cxnLst/>
              <a:rect l="l" t="t" r="r" b="b"/>
              <a:pathLst>
                <a:path w="2634615" h="1038860">
                  <a:moveTo>
                    <a:pt x="2634107" y="0"/>
                  </a:moveTo>
                  <a:lnTo>
                    <a:pt x="0" y="0"/>
                  </a:lnTo>
                  <a:lnTo>
                    <a:pt x="0" y="1038555"/>
                  </a:lnTo>
                  <a:lnTo>
                    <a:pt x="2634107" y="1038555"/>
                  </a:lnTo>
                  <a:lnTo>
                    <a:pt x="2634107" y="0"/>
                  </a:lnTo>
                  <a:close/>
                </a:path>
              </a:pathLst>
            </a:custGeom>
            <a:solidFill>
              <a:srgbClr val="DBEDF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43"/>
            <p:cNvSpPr/>
            <p:nvPr/>
          </p:nvSpPr>
          <p:spPr>
            <a:xfrm>
              <a:off x="1812670" y="2462199"/>
              <a:ext cx="2634615" cy="1038860"/>
            </a:xfrm>
            <a:custGeom>
              <a:avLst/>
              <a:gdLst/>
              <a:ahLst/>
              <a:cxnLst/>
              <a:rect l="l" t="t" r="r" b="b"/>
              <a:pathLst>
                <a:path w="2634615" h="1038860">
                  <a:moveTo>
                    <a:pt x="0" y="1038555"/>
                  </a:moveTo>
                  <a:lnTo>
                    <a:pt x="2634107" y="1038555"/>
                  </a:lnTo>
                  <a:lnTo>
                    <a:pt x="2634107" y="0"/>
                  </a:lnTo>
                  <a:lnTo>
                    <a:pt x="0" y="0"/>
                  </a:lnTo>
                  <a:lnTo>
                    <a:pt x="0" y="1038555"/>
                  </a:lnTo>
                  <a:close/>
                </a:path>
              </a:pathLst>
            </a:custGeom>
            <a:ln w="285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44"/>
          <p:cNvSpPr txBox="1"/>
          <p:nvPr/>
        </p:nvSpPr>
        <p:spPr>
          <a:xfrm>
            <a:off x="2505582" y="2459227"/>
            <a:ext cx="190182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0D0D0D"/>
                </a:solidFill>
                <a:effectLst/>
                <a:uLnTx/>
                <a:uFillTx/>
                <a:latin typeface="Calibri"/>
                <a:cs typeface="Calibri"/>
              </a:rPr>
              <a:t>wis2box-management</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45" name="object 45"/>
          <p:cNvSpPr txBox="1"/>
          <p:nvPr/>
        </p:nvSpPr>
        <p:spPr>
          <a:xfrm>
            <a:off x="2821051" y="3026155"/>
            <a:ext cx="1584325" cy="391160"/>
          </a:xfrm>
          <a:prstGeom prst="rect">
            <a:avLst/>
          </a:prstGeom>
        </p:spPr>
        <p:txBody>
          <a:bodyPr vert="horz" wrap="square" lIns="0" tIns="12700" rIns="0" bIns="0" rtlCol="0">
            <a:spAutoFit/>
          </a:bodyPr>
          <a:lstStyle/>
          <a:p>
            <a:pPr marL="137160" marR="5080" lvl="0" indent="-125095"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0D0D0D"/>
                </a:solidFill>
                <a:effectLst/>
                <a:uLnTx/>
                <a:uFillTx/>
                <a:latin typeface="Calibri"/>
                <a:cs typeface="Calibri"/>
              </a:rPr>
              <a:t>create</a:t>
            </a:r>
            <a:r>
              <a:rPr kumimoji="0" sz="1200" b="0" i="0" u="none" strike="noStrike" kern="0" cap="none" spc="-15" normalizeH="0" baseline="0" noProof="0" dirty="0">
                <a:ln>
                  <a:noFill/>
                </a:ln>
                <a:solidFill>
                  <a:srgbClr val="0D0D0D"/>
                </a:solidFill>
                <a:effectLst/>
                <a:uLnTx/>
                <a:uFillTx/>
                <a:latin typeface="Calibri"/>
                <a:cs typeface="Calibri"/>
              </a:rPr>
              <a:t> </a:t>
            </a:r>
            <a:r>
              <a:rPr kumimoji="0" sz="1200" b="0" i="0" u="none" strike="noStrike" kern="0" cap="none" spc="0" normalizeH="0" baseline="0" noProof="0" dirty="0">
                <a:ln>
                  <a:noFill/>
                </a:ln>
                <a:solidFill>
                  <a:srgbClr val="0D0D0D"/>
                </a:solidFill>
                <a:effectLst/>
                <a:uLnTx/>
                <a:uFillTx/>
                <a:latin typeface="Calibri"/>
                <a:cs typeface="Calibri"/>
              </a:rPr>
              <a:t>WIS2 </a:t>
            </a:r>
            <a:r>
              <a:rPr kumimoji="0" sz="1200" b="0" i="0" u="none" strike="noStrike" kern="0" cap="none" spc="-10" normalizeH="0" baseline="0" noProof="0" dirty="0">
                <a:ln>
                  <a:noFill/>
                </a:ln>
                <a:solidFill>
                  <a:srgbClr val="0D0D0D"/>
                </a:solidFill>
                <a:effectLst/>
                <a:uLnTx/>
                <a:uFillTx/>
                <a:latin typeface="Calibri"/>
                <a:cs typeface="Calibri"/>
              </a:rPr>
              <a:t>notifications </a:t>
            </a:r>
            <a:r>
              <a:rPr kumimoji="0" sz="1200" b="0" i="0" u="none" strike="noStrike" kern="0" cap="none" spc="0" normalizeH="0" baseline="0" noProof="0" dirty="0">
                <a:ln>
                  <a:noFill/>
                </a:ln>
                <a:solidFill>
                  <a:srgbClr val="0D0D0D"/>
                </a:solidFill>
                <a:effectLst/>
                <a:uLnTx/>
                <a:uFillTx/>
                <a:latin typeface="Calibri"/>
                <a:cs typeface="Calibri"/>
              </a:rPr>
              <a:t>create</a:t>
            </a:r>
            <a:r>
              <a:rPr kumimoji="0" sz="1200" b="0" i="0" u="none" strike="noStrike" kern="0" cap="none" spc="-25" normalizeH="0" baseline="0" noProof="0" dirty="0">
                <a:ln>
                  <a:noFill/>
                </a:ln>
                <a:solidFill>
                  <a:srgbClr val="0D0D0D"/>
                </a:solidFill>
                <a:effectLst/>
                <a:uLnTx/>
                <a:uFillTx/>
                <a:latin typeface="Calibri"/>
                <a:cs typeface="Calibri"/>
              </a:rPr>
              <a:t> </a:t>
            </a:r>
            <a:r>
              <a:rPr kumimoji="0" sz="1200" b="0" i="0" u="none" strike="noStrike" kern="0" cap="none" spc="0" normalizeH="0" baseline="0" noProof="0" dirty="0">
                <a:ln>
                  <a:noFill/>
                </a:ln>
                <a:solidFill>
                  <a:srgbClr val="0D0D0D"/>
                </a:solidFill>
                <a:effectLst/>
                <a:uLnTx/>
                <a:uFillTx/>
                <a:latin typeface="Calibri"/>
                <a:cs typeface="Calibri"/>
              </a:rPr>
              <a:t>WCMP2</a:t>
            </a:r>
            <a:r>
              <a:rPr kumimoji="0" sz="1200" b="0" i="0" u="none" strike="noStrike" kern="0" cap="none" spc="-20" normalizeH="0" baseline="0" noProof="0" dirty="0">
                <a:ln>
                  <a:noFill/>
                </a:ln>
                <a:solidFill>
                  <a:srgbClr val="0D0D0D"/>
                </a:solidFill>
                <a:effectLst/>
                <a:uLnTx/>
                <a:uFillTx/>
                <a:latin typeface="Calibri"/>
                <a:cs typeface="Calibri"/>
              </a:rPr>
              <a:t> </a:t>
            </a:r>
            <a:r>
              <a:rPr kumimoji="0" sz="1200" b="0" i="0" u="none" strike="noStrike" kern="0" cap="none" spc="-10" normalizeH="0" baseline="0" noProof="0" dirty="0">
                <a:ln>
                  <a:noFill/>
                </a:ln>
                <a:solidFill>
                  <a:srgbClr val="0D0D0D"/>
                </a:solidFill>
                <a:effectLst/>
                <a:uLnTx/>
                <a:uFillTx/>
                <a:latin typeface="Calibri"/>
                <a:cs typeface="Calibri"/>
              </a:rPr>
              <a:t>records</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pic>
        <p:nvPicPr>
          <p:cNvPr id="46" name="object 46" descr="Input, system, operation, process, insert icon - Download on Iconfinder"/>
          <p:cNvPicPr/>
          <p:nvPr/>
        </p:nvPicPr>
        <p:blipFill>
          <a:blip r:embed="rId10" cstate="print"/>
          <a:stretch>
            <a:fillRect/>
          </a:stretch>
        </p:blipFill>
        <p:spPr>
          <a:xfrm>
            <a:off x="1919351" y="2478455"/>
            <a:ext cx="692607" cy="692556"/>
          </a:xfrm>
          <a:prstGeom prst="rect">
            <a:avLst/>
          </a:prstGeom>
        </p:spPr>
      </p:pic>
      <p:sp>
        <p:nvSpPr>
          <p:cNvPr id="47" name="object 47"/>
          <p:cNvSpPr txBox="1"/>
          <p:nvPr/>
        </p:nvSpPr>
        <p:spPr>
          <a:xfrm>
            <a:off x="1599438" y="1045844"/>
            <a:ext cx="67183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375F92"/>
                </a:solidFill>
                <a:effectLst/>
                <a:uLnTx/>
                <a:uFillTx/>
                <a:latin typeface="Calibri"/>
                <a:cs typeface="Calibri"/>
              </a:rPr>
              <a:t>Storage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48" name="object 48"/>
          <p:cNvSpPr txBox="1"/>
          <p:nvPr/>
        </p:nvSpPr>
        <p:spPr>
          <a:xfrm>
            <a:off x="6158484" y="2123389"/>
            <a:ext cx="1179195" cy="240029"/>
          </a:xfrm>
          <a:prstGeom prst="rect">
            <a:avLst/>
          </a:prstGeom>
        </p:spPr>
        <p:txBody>
          <a:bodyPr vert="horz" wrap="square" lIns="0" tIns="13335" rIns="0" bIns="0" rtlCol="0">
            <a:spAutoFit/>
          </a:bodyPr>
          <a:lstStyle/>
          <a:p>
            <a:pPr marL="127000" marR="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375F92"/>
                </a:solidFill>
                <a:effectLst/>
                <a:uLnTx/>
                <a:uFillTx/>
                <a:latin typeface="Calibri"/>
                <a:cs typeface="Calibri"/>
              </a:rPr>
              <a:t>MQTT-broker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49" name="object 49"/>
          <p:cNvGrpSpPr/>
          <p:nvPr/>
        </p:nvGrpSpPr>
        <p:grpSpPr>
          <a:xfrm>
            <a:off x="6158484" y="1406334"/>
            <a:ext cx="1181735" cy="715010"/>
            <a:chOff x="6158484" y="1406334"/>
            <a:chExt cx="1181735" cy="715010"/>
          </a:xfrm>
        </p:grpSpPr>
        <p:sp>
          <p:nvSpPr>
            <p:cNvPr id="50" name="object 50"/>
            <p:cNvSpPr/>
            <p:nvPr/>
          </p:nvSpPr>
          <p:spPr>
            <a:xfrm>
              <a:off x="6158484" y="1406334"/>
              <a:ext cx="1181735" cy="715010"/>
            </a:xfrm>
            <a:custGeom>
              <a:avLst/>
              <a:gdLst/>
              <a:ahLst/>
              <a:cxnLst/>
              <a:rect l="l" t="t" r="r" b="b"/>
              <a:pathLst>
                <a:path w="1181734" h="715010">
                  <a:moveTo>
                    <a:pt x="1181201" y="0"/>
                  </a:moveTo>
                  <a:lnTo>
                    <a:pt x="0" y="0"/>
                  </a:lnTo>
                  <a:lnTo>
                    <a:pt x="0" y="714946"/>
                  </a:lnTo>
                  <a:lnTo>
                    <a:pt x="1181201" y="714946"/>
                  </a:lnTo>
                  <a:lnTo>
                    <a:pt x="1181201" y="0"/>
                  </a:lnTo>
                  <a:close/>
                </a:path>
              </a:pathLst>
            </a:custGeom>
            <a:solidFill>
              <a:srgbClr val="B8CD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1" name="object 51"/>
            <p:cNvPicPr/>
            <p:nvPr/>
          </p:nvPicPr>
          <p:blipFill>
            <a:blip r:embed="rId11" cstate="print"/>
            <a:stretch>
              <a:fillRect/>
            </a:stretch>
          </p:blipFill>
          <p:spPr>
            <a:xfrm>
              <a:off x="6373241" y="1849297"/>
              <a:ext cx="696988" cy="156286"/>
            </a:xfrm>
            <a:prstGeom prst="rect">
              <a:avLst/>
            </a:prstGeom>
          </p:spPr>
        </p:pic>
      </p:grpSp>
      <p:sp>
        <p:nvSpPr>
          <p:cNvPr id="52" name="object 52"/>
          <p:cNvSpPr txBox="1"/>
          <p:nvPr/>
        </p:nvSpPr>
        <p:spPr>
          <a:xfrm>
            <a:off x="6158484" y="1412493"/>
            <a:ext cx="1179195" cy="269240"/>
          </a:xfrm>
          <a:prstGeom prst="rect">
            <a:avLst/>
          </a:prstGeom>
        </p:spPr>
        <p:txBody>
          <a:bodyPr vert="horz" wrap="square" lIns="0" tIns="12065" rIns="0" bIns="0" rtlCol="0">
            <a:spAutoFit/>
          </a:bodyPr>
          <a:lstStyle/>
          <a:p>
            <a:pPr marL="1270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375F92"/>
                </a:solidFill>
                <a:effectLst/>
                <a:uLnTx/>
                <a:uFillTx/>
                <a:latin typeface="Calibri"/>
                <a:cs typeface="Calibri"/>
              </a:rPr>
              <a:t>HTTP-proxy</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53" name="object 53"/>
          <p:cNvGrpSpPr/>
          <p:nvPr/>
        </p:nvGrpSpPr>
        <p:grpSpPr>
          <a:xfrm>
            <a:off x="0" y="1616963"/>
            <a:ext cx="6209030" cy="1104900"/>
            <a:chOff x="0" y="1616963"/>
            <a:chExt cx="6209030" cy="1104900"/>
          </a:xfrm>
        </p:grpSpPr>
        <p:pic>
          <p:nvPicPr>
            <p:cNvPr id="54" name="object 54"/>
            <p:cNvPicPr/>
            <p:nvPr/>
          </p:nvPicPr>
          <p:blipFill>
            <a:blip r:embed="rId12" cstate="print"/>
            <a:stretch>
              <a:fillRect/>
            </a:stretch>
          </p:blipFill>
          <p:spPr>
            <a:xfrm>
              <a:off x="2148839" y="1871446"/>
              <a:ext cx="234670" cy="850417"/>
            </a:xfrm>
            <a:prstGeom prst="rect">
              <a:avLst/>
            </a:prstGeom>
          </p:spPr>
        </p:pic>
        <p:sp>
          <p:nvSpPr>
            <p:cNvPr id="55" name="object 55"/>
            <p:cNvSpPr/>
            <p:nvPr/>
          </p:nvSpPr>
          <p:spPr>
            <a:xfrm>
              <a:off x="2229992" y="1894331"/>
              <a:ext cx="76200" cy="692785"/>
            </a:xfrm>
            <a:custGeom>
              <a:avLst/>
              <a:gdLst/>
              <a:ahLst/>
              <a:cxnLst/>
              <a:rect l="l" t="t" r="r" b="b"/>
              <a:pathLst>
                <a:path w="76200" h="692785">
                  <a:moveTo>
                    <a:pt x="25400" y="616457"/>
                  </a:moveTo>
                  <a:lnTo>
                    <a:pt x="0" y="616457"/>
                  </a:lnTo>
                  <a:lnTo>
                    <a:pt x="38100" y="692657"/>
                  </a:lnTo>
                  <a:lnTo>
                    <a:pt x="69850" y="629157"/>
                  </a:lnTo>
                  <a:lnTo>
                    <a:pt x="25400" y="629157"/>
                  </a:lnTo>
                  <a:lnTo>
                    <a:pt x="25400" y="616457"/>
                  </a:lnTo>
                  <a:close/>
                </a:path>
                <a:path w="76200" h="692785">
                  <a:moveTo>
                    <a:pt x="50800" y="0"/>
                  </a:moveTo>
                  <a:lnTo>
                    <a:pt x="25400" y="0"/>
                  </a:lnTo>
                  <a:lnTo>
                    <a:pt x="25400" y="629157"/>
                  </a:lnTo>
                  <a:lnTo>
                    <a:pt x="50800" y="629157"/>
                  </a:lnTo>
                  <a:lnTo>
                    <a:pt x="50800" y="0"/>
                  </a:lnTo>
                  <a:close/>
                </a:path>
                <a:path w="76200" h="692785">
                  <a:moveTo>
                    <a:pt x="76200" y="616457"/>
                  </a:moveTo>
                  <a:lnTo>
                    <a:pt x="50800" y="616457"/>
                  </a:lnTo>
                  <a:lnTo>
                    <a:pt x="50800" y="629157"/>
                  </a:lnTo>
                  <a:lnTo>
                    <a:pt x="69850" y="629157"/>
                  </a:lnTo>
                  <a:lnTo>
                    <a:pt x="76200" y="61645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6" name="object 56"/>
            <p:cNvPicPr/>
            <p:nvPr/>
          </p:nvPicPr>
          <p:blipFill>
            <a:blip r:embed="rId13" cstate="print"/>
            <a:stretch>
              <a:fillRect/>
            </a:stretch>
          </p:blipFill>
          <p:spPr>
            <a:xfrm>
              <a:off x="3695700" y="1781530"/>
              <a:ext cx="234670" cy="714781"/>
            </a:xfrm>
            <a:prstGeom prst="rect">
              <a:avLst/>
            </a:prstGeom>
          </p:spPr>
        </p:pic>
        <p:sp>
          <p:nvSpPr>
            <p:cNvPr id="57" name="object 57"/>
            <p:cNvSpPr/>
            <p:nvPr/>
          </p:nvSpPr>
          <p:spPr>
            <a:xfrm>
              <a:off x="3777615" y="1881631"/>
              <a:ext cx="76200" cy="556260"/>
            </a:xfrm>
            <a:custGeom>
              <a:avLst/>
              <a:gdLst/>
              <a:ahLst/>
              <a:cxnLst/>
              <a:rect l="l" t="t" r="r" b="b"/>
              <a:pathLst>
                <a:path w="76200" h="556260">
                  <a:moveTo>
                    <a:pt x="50800" y="63500"/>
                  </a:moveTo>
                  <a:lnTo>
                    <a:pt x="25400" y="63500"/>
                  </a:lnTo>
                  <a:lnTo>
                    <a:pt x="25400" y="556132"/>
                  </a:lnTo>
                  <a:lnTo>
                    <a:pt x="50800" y="556132"/>
                  </a:lnTo>
                  <a:lnTo>
                    <a:pt x="50800" y="63500"/>
                  </a:lnTo>
                  <a:close/>
                </a:path>
                <a:path w="76200" h="556260">
                  <a:moveTo>
                    <a:pt x="38100" y="0"/>
                  </a:moveTo>
                  <a:lnTo>
                    <a:pt x="0" y="76200"/>
                  </a:lnTo>
                  <a:lnTo>
                    <a:pt x="25400" y="76200"/>
                  </a:lnTo>
                  <a:lnTo>
                    <a:pt x="25400" y="63500"/>
                  </a:lnTo>
                  <a:lnTo>
                    <a:pt x="69850" y="63500"/>
                  </a:lnTo>
                  <a:lnTo>
                    <a:pt x="38100" y="0"/>
                  </a:lnTo>
                  <a:close/>
                </a:path>
                <a:path w="76200" h="556260">
                  <a:moveTo>
                    <a:pt x="69850" y="63500"/>
                  </a:moveTo>
                  <a:lnTo>
                    <a:pt x="50800" y="63500"/>
                  </a:lnTo>
                  <a:lnTo>
                    <a:pt x="50800" y="76200"/>
                  </a:lnTo>
                  <a:lnTo>
                    <a:pt x="76200" y="76200"/>
                  </a:lnTo>
                  <a:lnTo>
                    <a:pt x="69850" y="635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8" name="object 58"/>
            <p:cNvPicPr/>
            <p:nvPr/>
          </p:nvPicPr>
          <p:blipFill>
            <a:blip r:embed="rId14" cstate="print"/>
            <a:stretch>
              <a:fillRect/>
            </a:stretch>
          </p:blipFill>
          <p:spPr>
            <a:xfrm>
              <a:off x="0" y="1616963"/>
              <a:ext cx="1766315" cy="233172"/>
            </a:xfrm>
            <a:prstGeom prst="rect">
              <a:avLst/>
            </a:prstGeom>
          </p:spPr>
        </p:pic>
        <p:sp>
          <p:nvSpPr>
            <p:cNvPr id="59" name="object 59"/>
            <p:cNvSpPr/>
            <p:nvPr/>
          </p:nvSpPr>
          <p:spPr>
            <a:xfrm>
              <a:off x="0" y="1678558"/>
              <a:ext cx="1651635" cy="76200"/>
            </a:xfrm>
            <a:custGeom>
              <a:avLst/>
              <a:gdLst/>
              <a:ahLst/>
              <a:cxnLst/>
              <a:rect l="l" t="t" r="r" b="b"/>
              <a:pathLst>
                <a:path w="1651635" h="76200">
                  <a:moveTo>
                    <a:pt x="1574927" y="0"/>
                  </a:moveTo>
                  <a:lnTo>
                    <a:pt x="1575138" y="25384"/>
                  </a:lnTo>
                  <a:lnTo>
                    <a:pt x="1575239" y="37464"/>
                  </a:lnTo>
                  <a:lnTo>
                    <a:pt x="1575350" y="50784"/>
                  </a:lnTo>
                  <a:lnTo>
                    <a:pt x="1575464" y="64530"/>
                  </a:lnTo>
                  <a:lnTo>
                    <a:pt x="1575562" y="76200"/>
                  </a:lnTo>
                  <a:lnTo>
                    <a:pt x="1625392" y="50784"/>
                  </a:lnTo>
                  <a:lnTo>
                    <a:pt x="1588136" y="50784"/>
                  </a:lnTo>
                  <a:lnTo>
                    <a:pt x="1588019" y="39129"/>
                  </a:lnTo>
                  <a:lnTo>
                    <a:pt x="1588002" y="37464"/>
                  </a:lnTo>
                  <a:lnTo>
                    <a:pt x="1587882" y="25384"/>
                  </a:lnTo>
                  <a:lnTo>
                    <a:pt x="1626814" y="25384"/>
                  </a:lnTo>
                  <a:lnTo>
                    <a:pt x="1574927" y="0"/>
                  </a:lnTo>
                  <a:close/>
                </a:path>
                <a:path w="1651635" h="76200">
                  <a:moveTo>
                    <a:pt x="1575138" y="25384"/>
                  </a:moveTo>
                  <a:lnTo>
                    <a:pt x="0" y="39129"/>
                  </a:lnTo>
                  <a:lnTo>
                    <a:pt x="0" y="64530"/>
                  </a:lnTo>
                  <a:lnTo>
                    <a:pt x="1575350" y="50784"/>
                  </a:lnTo>
                  <a:lnTo>
                    <a:pt x="1575239" y="37464"/>
                  </a:lnTo>
                  <a:lnTo>
                    <a:pt x="1575138" y="25384"/>
                  </a:lnTo>
                  <a:close/>
                </a:path>
                <a:path w="1651635" h="76200">
                  <a:moveTo>
                    <a:pt x="1626814" y="25384"/>
                  </a:moveTo>
                  <a:lnTo>
                    <a:pt x="1587882" y="25384"/>
                  </a:lnTo>
                  <a:lnTo>
                    <a:pt x="1588002" y="37464"/>
                  </a:lnTo>
                  <a:lnTo>
                    <a:pt x="1588019" y="39129"/>
                  </a:lnTo>
                  <a:lnTo>
                    <a:pt x="1588136" y="50784"/>
                  </a:lnTo>
                  <a:lnTo>
                    <a:pt x="1625392" y="50784"/>
                  </a:lnTo>
                  <a:lnTo>
                    <a:pt x="1651508" y="37464"/>
                  </a:lnTo>
                  <a:lnTo>
                    <a:pt x="1626814" y="2538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0" name="object 60"/>
            <p:cNvPicPr/>
            <p:nvPr/>
          </p:nvPicPr>
          <p:blipFill>
            <a:blip r:embed="rId15" cstate="print"/>
            <a:stretch>
              <a:fillRect/>
            </a:stretch>
          </p:blipFill>
          <p:spPr>
            <a:xfrm>
              <a:off x="4389120" y="1680933"/>
              <a:ext cx="1819655" cy="153835"/>
            </a:xfrm>
            <a:prstGeom prst="rect">
              <a:avLst/>
            </a:prstGeom>
          </p:spPr>
        </p:pic>
        <p:sp>
          <p:nvSpPr>
            <p:cNvPr id="61" name="object 61"/>
            <p:cNvSpPr/>
            <p:nvPr/>
          </p:nvSpPr>
          <p:spPr>
            <a:xfrm>
              <a:off x="4432427" y="1716023"/>
              <a:ext cx="1726564" cy="48260"/>
            </a:xfrm>
            <a:custGeom>
              <a:avLst/>
              <a:gdLst/>
              <a:ahLst/>
              <a:cxnLst/>
              <a:rect l="l" t="t" r="r" b="b"/>
              <a:pathLst>
                <a:path w="1726564" h="48260">
                  <a:moveTo>
                    <a:pt x="0" y="0"/>
                  </a:moveTo>
                  <a:lnTo>
                    <a:pt x="1726057" y="47751"/>
                  </a:lnTo>
                </a:path>
              </a:pathLst>
            </a:custGeom>
            <a:ln w="25400">
              <a:solidFill>
                <a:srgbClr val="00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2" name="object 62"/>
          <p:cNvSpPr txBox="1"/>
          <p:nvPr/>
        </p:nvSpPr>
        <p:spPr>
          <a:xfrm>
            <a:off x="2346070" y="1902028"/>
            <a:ext cx="590550" cy="530225"/>
          </a:xfrm>
          <a:prstGeom prst="rect">
            <a:avLst/>
          </a:prstGeom>
        </p:spPr>
        <p:txBody>
          <a:bodyPr vert="horz" wrap="square" lIns="0" tIns="13335" rIns="0" bIns="0" rtlCol="0">
            <a:spAutoFit/>
          </a:bodyPr>
          <a:lstStyle/>
          <a:p>
            <a:pPr marL="0" marR="508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0D0D0D"/>
                </a:solidFill>
                <a:effectLst/>
                <a:uLnTx/>
                <a:uFillTx/>
                <a:latin typeface="Calibri"/>
                <a:cs typeface="Calibri"/>
              </a:rPr>
              <a:t>listen</a:t>
            </a:r>
            <a:r>
              <a:rPr kumimoji="0" sz="1100" b="1" i="0" u="none" strike="noStrike" kern="0" cap="none" spc="-35" normalizeH="0" baseline="0" noProof="0" dirty="0">
                <a:ln>
                  <a:noFill/>
                </a:ln>
                <a:solidFill>
                  <a:srgbClr val="0D0D0D"/>
                </a:solidFill>
                <a:effectLst/>
                <a:uLnTx/>
                <a:uFillTx/>
                <a:latin typeface="Calibri"/>
                <a:cs typeface="Calibri"/>
              </a:rPr>
              <a:t> </a:t>
            </a:r>
            <a:r>
              <a:rPr kumimoji="0" sz="1100" b="1" i="0" u="none" strike="noStrike" kern="0" cap="none" spc="-25" normalizeH="0" baseline="0" noProof="0" dirty="0">
                <a:ln>
                  <a:noFill/>
                </a:ln>
                <a:solidFill>
                  <a:srgbClr val="0D0D0D"/>
                </a:solidFill>
                <a:effectLst/>
                <a:uLnTx/>
                <a:uFillTx/>
                <a:latin typeface="Calibri"/>
                <a:cs typeface="Calibri"/>
              </a:rPr>
              <a:t>to </a:t>
            </a:r>
            <a:r>
              <a:rPr kumimoji="0" sz="1100" b="1" i="0" u="none" strike="noStrike" kern="0" cap="none" spc="0" normalizeH="0" baseline="0" noProof="0" dirty="0">
                <a:ln>
                  <a:noFill/>
                </a:ln>
                <a:solidFill>
                  <a:srgbClr val="0D0D0D"/>
                </a:solidFill>
                <a:effectLst/>
                <a:uLnTx/>
                <a:uFillTx/>
                <a:latin typeface="Calibri"/>
                <a:cs typeface="Calibri"/>
              </a:rPr>
              <a:t>incoming-</a:t>
            </a:r>
            <a:r>
              <a:rPr kumimoji="0" sz="1100" b="1" i="0" u="none" strike="noStrike" kern="0" cap="none" spc="-10" normalizeH="0" baseline="0" noProof="0" dirty="0">
                <a:ln>
                  <a:noFill/>
                </a:ln>
                <a:solidFill>
                  <a:srgbClr val="0D0D0D"/>
                </a:solidFill>
                <a:effectLst/>
                <a:uLnTx/>
                <a:uFillTx/>
                <a:latin typeface="Calibri"/>
                <a:cs typeface="Calibri"/>
              </a:rPr>
              <a:t>bucket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sp>
        <p:nvSpPr>
          <p:cNvPr id="63" name="object 63"/>
          <p:cNvSpPr txBox="1"/>
          <p:nvPr/>
        </p:nvSpPr>
        <p:spPr>
          <a:xfrm>
            <a:off x="3921252" y="1921001"/>
            <a:ext cx="592455" cy="528955"/>
          </a:xfrm>
          <a:prstGeom prst="rect">
            <a:avLst/>
          </a:prstGeom>
        </p:spPr>
        <p:txBody>
          <a:bodyPr vert="horz" wrap="square" lIns="0" tIns="13335" rIns="0" bIns="0" rtlCol="0">
            <a:spAutoFit/>
          </a:bodyPr>
          <a:lstStyle/>
          <a:p>
            <a:pPr marL="0" marR="508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0D0D0D"/>
                </a:solidFill>
                <a:effectLst/>
                <a:uLnTx/>
                <a:uFillTx/>
                <a:latin typeface="Calibri"/>
                <a:cs typeface="Calibri"/>
              </a:rPr>
              <a:t>publish</a:t>
            </a:r>
            <a:r>
              <a:rPr kumimoji="0" sz="1100" b="1" i="0" u="none" strike="noStrike" kern="0" cap="none" spc="-45" normalizeH="0" baseline="0" noProof="0" dirty="0">
                <a:ln>
                  <a:noFill/>
                </a:ln>
                <a:solidFill>
                  <a:srgbClr val="0D0D0D"/>
                </a:solidFill>
                <a:effectLst/>
                <a:uLnTx/>
                <a:uFillTx/>
                <a:latin typeface="Calibri"/>
                <a:cs typeface="Calibri"/>
              </a:rPr>
              <a:t> </a:t>
            </a:r>
            <a:r>
              <a:rPr kumimoji="0" sz="1100" b="1" i="0" u="none" strike="noStrike" kern="0" cap="none" spc="-25" normalizeH="0" baseline="0" noProof="0" dirty="0">
                <a:ln>
                  <a:noFill/>
                </a:ln>
                <a:solidFill>
                  <a:srgbClr val="0D0D0D"/>
                </a:solidFill>
                <a:effectLst/>
                <a:uLnTx/>
                <a:uFillTx/>
                <a:latin typeface="Calibri"/>
                <a:cs typeface="Calibri"/>
              </a:rPr>
              <a:t>to </a:t>
            </a:r>
            <a:r>
              <a:rPr kumimoji="0" sz="1100" b="1" i="0" u="none" strike="noStrike" kern="0" cap="none" spc="0" normalizeH="0" baseline="0" noProof="0" dirty="0">
                <a:ln>
                  <a:noFill/>
                </a:ln>
                <a:solidFill>
                  <a:srgbClr val="0D0D0D"/>
                </a:solidFill>
                <a:effectLst/>
                <a:uLnTx/>
                <a:uFillTx/>
                <a:latin typeface="Calibri"/>
                <a:cs typeface="Calibri"/>
              </a:rPr>
              <a:t>public-</a:t>
            </a:r>
            <a:r>
              <a:rPr kumimoji="0" sz="1100" b="1" i="0" u="none" strike="noStrike" kern="0" cap="none" spc="-10" normalizeH="0" baseline="0" noProof="0" dirty="0">
                <a:ln>
                  <a:noFill/>
                </a:ln>
                <a:solidFill>
                  <a:srgbClr val="0D0D0D"/>
                </a:solidFill>
                <a:effectLst/>
                <a:uLnTx/>
                <a:uFillTx/>
                <a:latin typeface="Calibri"/>
                <a:cs typeface="Calibri"/>
              </a:rPr>
              <a:t>bucket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sp>
        <p:nvSpPr>
          <p:cNvPr id="64" name="object 64"/>
          <p:cNvSpPr txBox="1"/>
          <p:nvPr/>
        </p:nvSpPr>
        <p:spPr>
          <a:xfrm>
            <a:off x="5044185" y="1507616"/>
            <a:ext cx="35623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10" normalizeH="0" baseline="0" noProof="0" dirty="0">
                <a:ln>
                  <a:noFill/>
                </a:ln>
                <a:solidFill>
                  <a:sysClr val="windowText" lastClr="000000"/>
                </a:solidFill>
                <a:effectLst/>
                <a:uLnTx/>
                <a:uFillTx/>
                <a:latin typeface="Calibri"/>
                <a:cs typeface="Calibri"/>
              </a:rPr>
              <a:t>proxy</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65" name="object 65"/>
          <p:cNvGrpSpPr/>
          <p:nvPr/>
        </p:nvGrpSpPr>
        <p:grpSpPr>
          <a:xfrm>
            <a:off x="4437888" y="2406395"/>
            <a:ext cx="1835150" cy="617220"/>
            <a:chOff x="4437888" y="2406395"/>
            <a:chExt cx="1835150" cy="617220"/>
          </a:xfrm>
        </p:grpSpPr>
        <p:pic>
          <p:nvPicPr>
            <p:cNvPr id="66" name="object 66"/>
            <p:cNvPicPr/>
            <p:nvPr/>
          </p:nvPicPr>
          <p:blipFill>
            <a:blip r:embed="rId16" cstate="print"/>
            <a:stretch>
              <a:fillRect/>
            </a:stretch>
          </p:blipFill>
          <p:spPr>
            <a:xfrm>
              <a:off x="4437888" y="2406395"/>
              <a:ext cx="1834895" cy="617220"/>
            </a:xfrm>
            <a:prstGeom prst="rect">
              <a:avLst/>
            </a:prstGeom>
          </p:spPr>
        </p:pic>
        <p:pic>
          <p:nvPicPr>
            <p:cNvPr id="67" name="object 67"/>
            <p:cNvPicPr/>
            <p:nvPr/>
          </p:nvPicPr>
          <p:blipFill>
            <a:blip r:embed="rId17" cstate="print"/>
            <a:stretch>
              <a:fillRect/>
            </a:stretch>
          </p:blipFill>
          <p:spPr>
            <a:xfrm>
              <a:off x="4480433" y="2409697"/>
              <a:ext cx="1678051" cy="555878"/>
            </a:xfrm>
            <a:prstGeom prst="rect">
              <a:avLst/>
            </a:prstGeom>
          </p:spPr>
        </p:pic>
      </p:grpSp>
      <p:sp>
        <p:nvSpPr>
          <p:cNvPr id="68" name="object 68"/>
          <p:cNvSpPr txBox="1"/>
          <p:nvPr/>
        </p:nvSpPr>
        <p:spPr>
          <a:xfrm>
            <a:off x="7428103" y="3468496"/>
            <a:ext cx="4685030" cy="1354455"/>
          </a:xfrm>
          <a:prstGeom prst="rect">
            <a:avLst/>
          </a:prstGeom>
          <a:solidFill>
            <a:srgbClr val="EDEBE0"/>
          </a:solidFill>
        </p:spPr>
        <p:txBody>
          <a:bodyPr vert="horz" wrap="square" lIns="0" tIns="27940" rIns="0" bIns="0" rtlCol="0">
            <a:spAutoFit/>
          </a:bodyPr>
          <a:lstStyle/>
          <a:p>
            <a:pPr marL="92075" marR="0" lvl="0" indent="0" defTabSz="914400" eaLnBrk="1" fontAlgn="auto" latinLnBrk="0" hangingPunct="1">
              <a:lnSpc>
                <a:spcPct val="100000"/>
              </a:lnSpc>
              <a:spcBef>
                <a:spcPts val="220"/>
              </a:spcBef>
              <a:spcAft>
                <a:spcPts val="0"/>
              </a:spcAft>
              <a:buClrTx/>
              <a:buSzTx/>
              <a:buFontTx/>
              <a:buNone/>
              <a:tabLst/>
              <a:defRPr/>
            </a:pPr>
            <a:r>
              <a:rPr kumimoji="0" sz="1800" b="1" i="0" u="none" strike="noStrike" kern="0" cap="none" spc="0" normalizeH="0" baseline="0" noProof="0" dirty="0">
                <a:ln>
                  <a:noFill/>
                </a:ln>
                <a:solidFill>
                  <a:srgbClr val="1F487C"/>
                </a:solidFill>
                <a:effectLst/>
                <a:uLnTx/>
                <a:uFillTx/>
                <a:latin typeface="Trebuchet MS"/>
                <a:cs typeface="Trebuchet MS"/>
              </a:rPr>
              <a:t>WIS2</a:t>
            </a:r>
            <a:r>
              <a:rPr kumimoji="0" sz="1800" b="1" i="0" u="none" strike="noStrike" kern="0" cap="none" spc="-120" normalizeH="0" baseline="0" noProof="0" dirty="0">
                <a:ln>
                  <a:noFill/>
                </a:ln>
                <a:solidFill>
                  <a:srgbClr val="1F487C"/>
                </a:solidFill>
                <a:effectLst/>
                <a:uLnTx/>
                <a:uFillTx/>
                <a:latin typeface="Trebuchet MS"/>
                <a:cs typeface="Trebuchet MS"/>
              </a:rPr>
              <a:t> </a:t>
            </a:r>
            <a:r>
              <a:rPr kumimoji="0" sz="1800" b="1" i="0" u="none" strike="noStrike" kern="0" cap="none" spc="0" normalizeH="0" baseline="0" noProof="0" dirty="0">
                <a:ln>
                  <a:noFill/>
                </a:ln>
                <a:solidFill>
                  <a:srgbClr val="1F487C"/>
                </a:solidFill>
                <a:effectLst/>
                <a:uLnTx/>
                <a:uFillTx/>
                <a:latin typeface="Trebuchet MS"/>
                <a:cs typeface="Trebuchet MS"/>
              </a:rPr>
              <a:t>Node</a:t>
            </a:r>
            <a:r>
              <a:rPr kumimoji="0" sz="1800" b="1" i="0" u="none" strike="noStrike" kern="0" cap="none" spc="-105" normalizeH="0" baseline="0" noProof="0" dirty="0">
                <a:ln>
                  <a:noFill/>
                </a:ln>
                <a:solidFill>
                  <a:srgbClr val="1F487C"/>
                </a:solidFill>
                <a:effectLst/>
                <a:uLnTx/>
                <a:uFillTx/>
                <a:latin typeface="Trebuchet MS"/>
                <a:cs typeface="Trebuchet MS"/>
              </a:rPr>
              <a:t> </a:t>
            </a:r>
            <a:r>
              <a:rPr kumimoji="0" sz="1800" b="1" i="0" u="none" strike="noStrike" kern="0" cap="none" spc="-35" normalizeH="0" baseline="0" noProof="0" dirty="0">
                <a:ln>
                  <a:noFill/>
                </a:ln>
                <a:solidFill>
                  <a:srgbClr val="1F487C"/>
                </a:solidFill>
                <a:effectLst/>
                <a:uLnTx/>
                <a:uFillTx/>
                <a:latin typeface="Trebuchet MS"/>
                <a:cs typeface="Trebuchet MS"/>
              </a:rPr>
              <a:t>core</a:t>
            </a:r>
            <a:r>
              <a:rPr kumimoji="0" sz="1800" b="1" i="0" u="none" strike="noStrike" kern="0" cap="none" spc="-80" normalizeH="0" baseline="0" noProof="0" dirty="0">
                <a:ln>
                  <a:noFill/>
                </a:ln>
                <a:solidFill>
                  <a:srgbClr val="1F487C"/>
                </a:solidFill>
                <a:effectLst/>
                <a:uLnTx/>
                <a:uFillTx/>
                <a:latin typeface="Trebuchet MS"/>
                <a:cs typeface="Trebuchet MS"/>
              </a:rPr>
              <a:t> </a:t>
            </a:r>
            <a:r>
              <a:rPr kumimoji="0" sz="1800" b="1" i="0" u="none" strike="noStrike" kern="0" cap="none" spc="-10" normalizeH="0" baseline="0" noProof="0" dirty="0">
                <a:ln>
                  <a:noFill/>
                </a:ln>
                <a:solidFill>
                  <a:srgbClr val="1F487C"/>
                </a:solidFill>
                <a:effectLst/>
                <a:uLnTx/>
                <a:uFillTx/>
                <a:latin typeface="Trebuchet MS"/>
                <a:cs typeface="Trebuchet MS"/>
              </a:rPr>
              <a:t>services:</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20"/>
              </a:spcBef>
              <a:spcAft>
                <a:spcPts val="0"/>
              </a:spcAft>
              <a:buClrTx/>
              <a:buSzTx/>
              <a:buFont typeface="Arial MT"/>
              <a:buChar char="•"/>
              <a:tabLst>
                <a:tab pos="378460" algn="l"/>
              </a:tabLst>
              <a:defRPr/>
            </a:pPr>
            <a:r>
              <a:rPr kumimoji="0" sz="1600" b="1" i="0" u="none" strike="noStrike" kern="0" cap="none" spc="-80" normalizeH="0" baseline="0" noProof="0" dirty="0">
                <a:ln>
                  <a:noFill/>
                </a:ln>
                <a:solidFill>
                  <a:srgbClr val="1F487C"/>
                </a:solidFill>
                <a:effectLst/>
                <a:uLnTx/>
                <a:uFillTx/>
                <a:latin typeface="Trebuchet MS"/>
                <a:cs typeface="Trebuchet MS"/>
              </a:rPr>
              <a:t>HTTP</a:t>
            </a:r>
            <a:r>
              <a:rPr kumimoji="0" sz="1600" b="1" i="0" u="none" strike="noStrike" kern="0" cap="none" spc="-105" normalizeH="0" baseline="0" noProof="0" dirty="0">
                <a:ln>
                  <a:noFill/>
                </a:ln>
                <a:solidFill>
                  <a:srgbClr val="1F487C"/>
                </a:solidFill>
                <a:effectLst/>
                <a:uLnTx/>
                <a:uFillTx/>
                <a:latin typeface="Trebuchet MS"/>
                <a:cs typeface="Trebuchet MS"/>
              </a:rPr>
              <a:t> </a:t>
            </a:r>
            <a:r>
              <a:rPr kumimoji="0" sz="1600" b="1" i="0" u="none" strike="noStrike" kern="0" cap="none" spc="-10" normalizeH="0" baseline="0" noProof="0" dirty="0">
                <a:ln>
                  <a:noFill/>
                </a:ln>
                <a:solidFill>
                  <a:srgbClr val="1F487C"/>
                </a:solidFill>
                <a:effectLst/>
                <a:uLnTx/>
                <a:uFillTx/>
                <a:latin typeface="Trebuchet MS"/>
                <a:cs typeface="Trebuchet MS"/>
              </a:rPr>
              <a:t>storage</a:t>
            </a:r>
            <a:r>
              <a:rPr kumimoji="0" sz="1600" b="1" i="0" u="none" strike="noStrike" kern="0" cap="none" spc="-120" normalizeH="0" baseline="0" noProof="0" dirty="0">
                <a:ln>
                  <a:noFill/>
                </a:ln>
                <a:solidFill>
                  <a:srgbClr val="1F487C"/>
                </a:solidFill>
                <a:effectLst/>
                <a:uLnTx/>
                <a:uFillTx/>
                <a:latin typeface="Trebuchet MS"/>
                <a:cs typeface="Trebuchet MS"/>
              </a:rPr>
              <a:t> </a:t>
            </a:r>
            <a:r>
              <a:rPr kumimoji="0" sz="1600" b="1" i="0" u="none" strike="noStrike" kern="0" cap="none" spc="-35" normalizeH="0" baseline="0" noProof="0" dirty="0">
                <a:ln>
                  <a:noFill/>
                </a:ln>
                <a:solidFill>
                  <a:srgbClr val="1F487C"/>
                </a:solidFill>
                <a:effectLst/>
                <a:uLnTx/>
                <a:uFillTx/>
                <a:latin typeface="Trebuchet MS"/>
                <a:cs typeface="Trebuchet MS"/>
              </a:rPr>
              <a:t>endpoint</a:t>
            </a:r>
            <a:r>
              <a:rPr kumimoji="0" sz="1600" b="1" i="0" u="none" strike="noStrike" kern="0" cap="none" spc="-110"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(MinIO)</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1" i="0" u="none" strike="noStrike" kern="0" cap="none" spc="-65" normalizeH="0" baseline="0" noProof="0" dirty="0">
                <a:ln>
                  <a:noFill/>
                </a:ln>
                <a:solidFill>
                  <a:srgbClr val="1F487C"/>
                </a:solidFill>
                <a:effectLst/>
                <a:uLnTx/>
                <a:uFillTx/>
                <a:latin typeface="Trebuchet MS"/>
                <a:cs typeface="Trebuchet MS"/>
              </a:rPr>
              <a:t>MQTT</a:t>
            </a:r>
            <a:r>
              <a:rPr kumimoji="0" sz="1600" b="1" i="0" u="none" strike="noStrike" kern="0" cap="none" spc="-105" normalizeH="0" baseline="0" noProof="0" dirty="0">
                <a:ln>
                  <a:noFill/>
                </a:ln>
                <a:solidFill>
                  <a:srgbClr val="1F487C"/>
                </a:solidFill>
                <a:effectLst/>
                <a:uLnTx/>
                <a:uFillTx/>
                <a:latin typeface="Trebuchet MS"/>
                <a:cs typeface="Trebuchet MS"/>
              </a:rPr>
              <a:t> </a:t>
            </a:r>
            <a:r>
              <a:rPr kumimoji="0" sz="1600" b="1" i="0" u="none" strike="noStrike" kern="0" cap="none" spc="-55" normalizeH="0" baseline="0" noProof="0" dirty="0">
                <a:ln>
                  <a:noFill/>
                </a:ln>
                <a:solidFill>
                  <a:srgbClr val="1F487C"/>
                </a:solidFill>
                <a:effectLst/>
                <a:uLnTx/>
                <a:uFillTx/>
                <a:latin typeface="Trebuchet MS"/>
                <a:cs typeface="Trebuchet MS"/>
              </a:rPr>
              <a:t>broker</a:t>
            </a:r>
            <a:r>
              <a:rPr kumimoji="0" sz="1600" b="1" i="0" u="none" strike="noStrike" kern="0" cap="none" spc="-114"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(mosquitto)</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1" i="0" u="none" strike="noStrike" kern="0" cap="none" spc="-30" normalizeH="0" baseline="0" noProof="0" dirty="0">
                <a:ln>
                  <a:noFill/>
                </a:ln>
                <a:solidFill>
                  <a:srgbClr val="1F487C"/>
                </a:solidFill>
                <a:effectLst/>
                <a:uLnTx/>
                <a:uFillTx/>
                <a:latin typeface="Trebuchet MS"/>
                <a:cs typeface="Trebuchet MS"/>
              </a:rPr>
              <a:t>'wis2box-management':</a:t>
            </a:r>
            <a:r>
              <a:rPr kumimoji="0" sz="1600" b="1" i="0" u="none" strike="noStrike" kern="0" cap="none" spc="0" normalizeH="0" baseline="0" noProof="0" dirty="0">
                <a:ln>
                  <a:noFill/>
                </a:ln>
                <a:solidFill>
                  <a:srgbClr val="1F487C"/>
                </a:solidFill>
                <a:effectLst/>
                <a:uLnTx/>
                <a:uFillTx/>
                <a:latin typeface="Trebuchet MS"/>
                <a:cs typeface="Trebuchet MS"/>
              </a:rPr>
              <a:t> </a:t>
            </a:r>
            <a:r>
              <a:rPr kumimoji="0" sz="1600" b="0" i="0" u="none" strike="noStrike" kern="0" cap="none" spc="-50" normalizeH="0" baseline="0" noProof="0" dirty="0">
                <a:ln>
                  <a:noFill/>
                </a:ln>
                <a:solidFill>
                  <a:srgbClr val="1F487C"/>
                </a:solidFill>
                <a:effectLst/>
                <a:uLnTx/>
                <a:uFillTx/>
                <a:latin typeface="Trebuchet MS"/>
                <a:cs typeface="Trebuchet MS"/>
              </a:rPr>
              <a:t>create</a:t>
            </a:r>
            <a:r>
              <a:rPr kumimoji="0" sz="1600" b="0" i="0" u="none" strike="noStrike" kern="0" cap="none" spc="-65" normalizeH="0" baseline="0" noProof="0" dirty="0">
                <a:ln>
                  <a:noFill/>
                </a:ln>
                <a:solidFill>
                  <a:srgbClr val="1F487C"/>
                </a:solidFill>
                <a:effectLst/>
                <a:uLnTx/>
                <a:uFillTx/>
                <a:latin typeface="Trebuchet MS"/>
                <a:cs typeface="Trebuchet MS"/>
              </a:rPr>
              <a:t> </a:t>
            </a:r>
            <a:r>
              <a:rPr kumimoji="0" sz="1600" b="0" i="0" u="none" strike="noStrike" kern="0" cap="none" spc="40" normalizeH="0" baseline="0" noProof="0" dirty="0">
                <a:ln>
                  <a:noFill/>
                </a:ln>
                <a:solidFill>
                  <a:srgbClr val="1F487C"/>
                </a:solidFill>
                <a:effectLst/>
                <a:uLnTx/>
                <a:uFillTx/>
                <a:latin typeface="Trebuchet MS"/>
                <a:cs typeface="Trebuchet MS"/>
              </a:rPr>
              <a:t>WCMP2</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9095" marR="0" lvl="0" indent="0" defTabSz="914400" eaLnBrk="1" fontAlgn="auto" latinLnBrk="0" hangingPunct="1">
              <a:lnSpc>
                <a:spcPct val="100000"/>
              </a:lnSpc>
              <a:spcBef>
                <a:spcPts val="5"/>
              </a:spcBef>
              <a:spcAft>
                <a:spcPts val="0"/>
              </a:spcAft>
              <a:buClrTx/>
              <a:buSzTx/>
              <a:buFontTx/>
              <a:buNone/>
              <a:tabLst/>
              <a:defRPr/>
            </a:pPr>
            <a:r>
              <a:rPr kumimoji="0" sz="1600" b="0" i="0" u="none" strike="noStrike" kern="0" cap="none" spc="-20" normalizeH="0" baseline="0" noProof="0" dirty="0">
                <a:ln>
                  <a:noFill/>
                </a:ln>
                <a:solidFill>
                  <a:srgbClr val="1F487C"/>
                </a:solidFill>
                <a:effectLst/>
                <a:uLnTx/>
                <a:uFillTx/>
                <a:latin typeface="Trebuchet MS"/>
                <a:cs typeface="Trebuchet MS"/>
              </a:rPr>
              <a:t>records</a:t>
            </a:r>
            <a:r>
              <a:rPr kumimoji="0" sz="1600" b="0" i="0" u="none" strike="noStrike" kern="0" cap="none" spc="-60" normalizeH="0" baseline="0" noProof="0" dirty="0">
                <a:ln>
                  <a:noFill/>
                </a:ln>
                <a:solidFill>
                  <a:srgbClr val="1F487C"/>
                </a:solidFill>
                <a:effectLst/>
                <a:uLnTx/>
                <a:uFillTx/>
                <a:latin typeface="Trebuchet MS"/>
                <a:cs typeface="Trebuchet MS"/>
              </a:rPr>
              <a:t> </a:t>
            </a:r>
            <a:r>
              <a:rPr kumimoji="0" sz="1600" b="0" i="0" u="none" strike="noStrike" kern="0" cap="none" spc="0" normalizeH="0" baseline="0" noProof="0" dirty="0">
                <a:ln>
                  <a:noFill/>
                </a:ln>
                <a:solidFill>
                  <a:srgbClr val="1F487C"/>
                </a:solidFill>
                <a:effectLst/>
                <a:uLnTx/>
                <a:uFillTx/>
                <a:latin typeface="Trebuchet MS"/>
                <a:cs typeface="Trebuchet MS"/>
              </a:rPr>
              <a:t>and</a:t>
            </a:r>
            <a:r>
              <a:rPr kumimoji="0" sz="1600" b="0" i="0" u="none" strike="noStrike" kern="0" cap="none" spc="-75" normalizeH="0" baseline="0" noProof="0" dirty="0">
                <a:ln>
                  <a:noFill/>
                </a:ln>
                <a:solidFill>
                  <a:srgbClr val="1F487C"/>
                </a:solidFill>
                <a:effectLst/>
                <a:uLnTx/>
                <a:uFillTx/>
                <a:latin typeface="Trebuchet MS"/>
                <a:cs typeface="Trebuchet MS"/>
              </a:rPr>
              <a:t> </a:t>
            </a:r>
            <a:r>
              <a:rPr kumimoji="0" sz="1600" b="0" i="0" u="none" strike="noStrike" kern="0" cap="none" spc="0" normalizeH="0" baseline="0" noProof="0" dirty="0">
                <a:ln>
                  <a:noFill/>
                </a:ln>
                <a:solidFill>
                  <a:srgbClr val="1F487C"/>
                </a:solidFill>
                <a:effectLst/>
                <a:uLnTx/>
                <a:uFillTx/>
                <a:latin typeface="Trebuchet MS"/>
                <a:cs typeface="Trebuchet MS"/>
              </a:rPr>
              <a:t>WIS2</a:t>
            </a:r>
            <a:r>
              <a:rPr kumimoji="0" sz="1600" b="0" i="0" u="none" strike="noStrike" kern="0" cap="none" spc="-110"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notifications</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200"/>
            <a:ext cx="12198350" cy="741045"/>
            <a:chOff x="-3175" y="-3200"/>
            <a:chExt cx="12198350" cy="741045"/>
          </a:xfrm>
        </p:grpSpPr>
        <p:sp>
          <p:nvSpPr>
            <p:cNvPr id="3" name="object 3"/>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6349">
              <a:solidFill>
                <a:srgbClr val="4471C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1642745">
              <a:lnSpc>
                <a:spcPct val="100000"/>
              </a:lnSpc>
              <a:spcBef>
                <a:spcPts val="100"/>
              </a:spcBef>
            </a:pPr>
            <a:r>
              <a:rPr dirty="0"/>
              <a:t>WIS2</a:t>
            </a:r>
            <a:r>
              <a:rPr spc="-30" dirty="0"/>
              <a:t> </a:t>
            </a:r>
            <a:r>
              <a:rPr dirty="0"/>
              <a:t>in</a:t>
            </a:r>
            <a:r>
              <a:rPr spc="-20" dirty="0"/>
              <a:t> </a:t>
            </a:r>
            <a:r>
              <a:rPr dirty="0"/>
              <a:t>a</a:t>
            </a:r>
            <a:r>
              <a:rPr spc="-35" dirty="0"/>
              <a:t> </a:t>
            </a:r>
            <a:r>
              <a:rPr dirty="0"/>
              <a:t>box</a:t>
            </a:r>
            <a:r>
              <a:rPr spc="-30" dirty="0"/>
              <a:t> </a:t>
            </a:r>
            <a:r>
              <a:rPr spc="-10" dirty="0"/>
              <a:t>services</a:t>
            </a:r>
          </a:p>
        </p:txBody>
      </p:sp>
      <p:sp>
        <p:nvSpPr>
          <p:cNvPr id="6" name="object 6"/>
          <p:cNvSpPr/>
          <p:nvPr/>
        </p:nvSpPr>
        <p:spPr>
          <a:xfrm>
            <a:off x="8242681" y="2772689"/>
            <a:ext cx="2122805" cy="452755"/>
          </a:xfrm>
          <a:custGeom>
            <a:avLst/>
            <a:gdLst/>
            <a:ahLst/>
            <a:cxnLst/>
            <a:rect l="l" t="t" r="r" b="b"/>
            <a:pathLst>
              <a:path w="2122804" h="452755">
                <a:moveTo>
                  <a:pt x="2122804" y="0"/>
                </a:moveTo>
                <a:lnTo>
                  <a:pt x="0" y="0"/>
                </a:lnTo>
                <a:lnTo>
                  <a:pt x="0" y="452602"/>
                </a:lnTo>
                <a:lnTo>
                  <a:pt x="2122804" y="452602"/>
                </a:lnTo>
                <a:lnTo>
                  <a:pt x="2122804" y="0"/>
                </a:lnTo>
                <a:close/>
              </a:path>
            </a:pathLst>
          </a:custGeom>
          <a:solidFill>
            <a:srgbClr val="8EB4E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9163939" y="2852673"/>
            <a:ext cx="1122045"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20" normalizeH="0" baseline="0" noProof="0" dirty="0">
                <a:ln>
                  <a:noFill/>
                </a:ln>
                <a:solidFill>
                  <a:sysClr val="windowText" lastClr="000000"/>
                </a:solidFill>
                <a:effectLst/>
                <a:uLnTx/>
                <a:uFillTx/>
                <a:latin typeface="Calibri"/>
                <a:cs typeface="Calibri"/>
              </a:rPr>
              <a:t>Cache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8" name="object 8"/>
          <p:cNvSpPr/>
          <p:nvPr/>
        </p:nvSpPr>
        <p:spPr>
          <a:xfrm>
            <a:off x="8238490" y="1905723"/>
            <a:ext cx="2127250" cy="453390"/>
          </a:xfrm>
          <a:custGeom>
            <a:avLst/>
            <a:gdLst/>
            <a:ahLst/>
            <a:cxnLst/>
            <a:rect l="l" t="t" r="r" b="b"/>
            <a:pathLst>
              <a:path w="2127250" h="453389">
                <a:moveTo>
                  <a:pt x="2126996" y="0"/>
                </a:moveTo>
                <a:lnTo>
                  <a:pt x="0" y="0"/>
                </a:lnTo>
                <a:lnTo>
                  <a:pt x="0" y="453174"/>
                </a:lnTo>
                <a:lnTo>
                  <a:pt x="2126996" y="453174"/>
                </a:lnTo>
                <a:lnTo>
                  <a:pt x="2126996" y="0"/>
                </a:lnTo>
                <a:close/>
              </a:path>
            </a:pathLst>
          </a:custGeom>
          <a:solidFill>
            <a:srgbClr val="E6B8B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txBox="1"/>
          <p:nvPr/>
        </p:nvSpPr>
        <p:spPr>
          <a:xfrm>
            <a:off x="9100184" y="1985594"/>
            <a:ext cx="11861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40"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Broker</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0" name="object 10"/>
          <p:cNvGrpSpPr/>
          <p:nvPr/>
        </p:nvGrpSpPr>
        <p:grpSpPr>
          <a:xfrm>
            <a:off x="8242681" y="1050378"/>
            <a:ext cx="2122805" cy="2107565"/>
            <a:chOff x="8242681" y="1050378"/>
            <a:chExt cx="2122805" cy="2107565"/>
          </a:xfrm>
        </p:grpSpPr>
        <p:sp>
          <p:nvSpPr>
            <p:cNvPr id="11" name="object 11"/>
            <p:cNvSpPr/>
            <p:nvPr/>
          </p:nvSpPr>
          <p:spPr>
            <a:xfrm>
              <a:off x="8350445" y="2008514"/>
              <a:ext cx="277495" cy="260350"/>
            </a:xfrm>
            <a:custGeom>
              <a:avLst/>
              <a:gdLst/>
              <a:ahLst/>
              <a:cxnLst/>
              <a:rect l="l" t="t" r="r" b="b"/>
              <a:pathLst>
                <a:path w="277495" h="260350">
                  <a:moveTo>
                    <a:pt x="178262" y="176528"/>
                  </a:moveTo>
                  <a:lnTo>
                    <a:pt x="157727" y="176528"/>
                  </a:lnTo>
                  <a:lnTo>
                    <a:pt x="196770" y="215593"/>
                  </a:lnTo>
                  <a:lnTo>
                    <a:pt x="193317" y="224657"/>
                  </a:lnTo>
                  <a:lnTo>
                    <a:pt x="192903" y="234204"/>
                  </a:lnTo>
                  <a:lnTo>
                    <a:pt x="195483" y="243320"/>
                  </a:lnTo>
                  <a:lnTo>
                    <a:pt x="195527" y="243475"/>
                  </a:lnTo>
                  <a:lnTo>
                    <a:pt x="201190" y="251710"/>
                  </a:lnTo>
                  <a:lnTo>
                    <a:pt x="210905" y="258136"/>
                  </a:lnTo>
                  <a:lnTo>
                    <a:pt x="222001" y="260278"/>
                  </a:lnTo>
                  <a:lnTo>
                    <a:pt x="233097" y="258136"/>
                  </a:lnTo>
                  <a:lnTo>
                    <a:pt x="242812" y="251710"/>
                  </a:lnTo>
                  <a:lnTo>
                    <a:pt x="249235" y="241990"/>
                  </a:lnTo>
                  <a:lnTo>
                    <a:pt x="251376" y="230888"/>
                  </a:lnTo>
                  <a:lnTo>
                    <a:pt x="249235" y="219785"/>
                  </a:lnTo>
                  <a:lnTo>
                    <a:pt x="242812" y="210065"/>
                  </a:lnTo>
                  <a:lnTo>
                    <a:pt x="236555" y="205643"/>
                  </a:lnTo>
                  <a:lnTo>
                    <a:pt x="207084" y="205643"/>
                  </a:lnTo>
                  <a:lnTo>
                    <a:pt x="178262" y="176528"/>
                  </a:lnTo>
                  <a:close/>
                </a:path>
                <a:path w="277495" h="260350">
                  <a:moveTo>
                    <a:pt x="51509" y="201404"/>
                  </a:moveTo>
                  <a:lnTo>
                    <a:pt x="42352" y="204030"/>
                  </a:lnTo>
                  <a:lnTo>
                    <a:pt x="34335" y="209697"/>
                  </a:lnTo>
                  <a:lnTo>
                    <a:pt x="27913" y="219417"/>
                  </a:lnTo>
                  <a:lnTo>
                    <a:pt x="25772" y="230519"/>
                  </a:lnTo>
                  <a:lnTo>
                    <a:pt x="27913" y="241621"/>
                  </a:lnTo>
                  <a:lnTo>
                    <a:pt x="34335" y="251341"/>
                  </a:lnTo>
                  <a:lnTo>
                    <a:pt x="44050" y="257767"/>
                  </a:lnTo>
                  <a:lnTo>
                    <a:pt x="55146" y="259910"/>
                  </a:lnTo>
                  <a:lnTo>
                    <a:pt x="66242" y="257767"/>
                  </a:lnTo>
                  <a:lnTo>
                    <a:pt x="75957" y="251341"/>
                  </a:lnTo>
                  <a:lnTo>
                    <a:pt x="81510" y="243475"/>
                  </a:lnTo>
                  <a:lnTo>
                    <a:pt x="81620" y="243320"/>
                  </a:lnTo>
                  <a:lnTo>
                    <a:pt x="84231" y="234204"/>
                  </a:lnTo>
                  <a:lnTo>
                    <a:pt x="83830" y="224657"/>
                  </a:lnTo>
                  <a:lnTo>
                    <a:pt x="80377" y="215593"/>
                  </a:lnTo>
                  <a:lnTo>
                    <a:pt x="90690" y="205274"/>
                  </a:lnTo>
                  <a:lnTo>
                    <a:pt x="70064" y="205274"/>
                  </a:lnTo>
                  <a:lnTo>
                    <a:pt x="61011" y="201819"/>
                  </a:lnTo>
                  <a:lnTo>
                    <a:pt x="51509" y="201404"/>
                  </a:lnTo>
                  <a:close/>
                </a:path>
                <a:path w="277495" h="260350">
                  <a:moveTo>
                    <a:pt x="225799" y="201819"/>
                  </a:moveTo>
                  <a:lnTo>
                    <a:pt x="224583" y="201819"/>
                  </a:lnTo>
                  <a:lnTo>
                    <a:pt x="216137" y="202188"/>
                  </a:lnTo>
                  <a:lnTo>
                    <a:pt x="207084" y="205643"/>
                  </a:lnTo>
                  <a:lnTo>
                    <a:pt x="236555" y="205643"/>
                  </a:lnTo>
                  <a:lnTo>
                    <a:pt x="234795" y="204399"/>
                  </a:lnTo>
                  <a:lnTo>
                    <a:pt x="225799" y="201819"/>
                  </a:lnTo>
                  <a:close/>
                </a:path>
                <a:path w="277495" h="260350">
                  <a:moveTo>
                    <a:pt x="91776" y="119860"/>
                  </a:moveTo>
                  <a:lnTo>
                    <a:pt x="52963" y="119860"/>
                  </a:lnTo>
                  <a:lnTo>
                    <a:pt x="101372" y="139675"/>
                  </a:lnTo>
                  <a:lnTo>
                    <a:pt x="101004" y="141149"/>
                  </a:lnTo>
                  <a:lnTo>
                    <a:pt x="101004" y="152573"/>
                  </a:lnTo>
                  <a:lnTo>
                    <a:pt x="103582" y="160313"/>
                  </a:lnTo>
                  <a:lnTo>
                    <a:pt x="108370" y="166578"/>
                  </a:lnTo>
                  <a:lnTo>
                    <a:pt x="70064" y="205274"/>
                  </a:lnTo>
                  <a:lnTo>
                    <a:pt x="90690" y="205274"/>
                  </a:lnTo>
                  <a:lnTo>
                    <a:pt x="119420" y="176528"/>
                  </a:lnTo>
                  <a:lnTo>
                    <a:pt x="178262" y="176528"/>
                  </a:lnTo>
                  <a:lnTo>
                    <a:pt x="168777" y="166946"/>
                  </a:lnTo>
                  <a:lnTo>
                    <a:pt x="173565" y="160681"/>
                  </a:lnTo>
                  <a:lnTo>
                    <a:pt x="176144" y="153311"/>
                  </a:lnTo>
                  <a:lnTo>
                    <a:pt x="176052" y="141149"/>
                  </a:lnTo>
                  <a:lnTo>
                    <a:pt x="175775" y="140043"/>
                  </a:lnTo>
                  <a:lnTo>
                    <a:pt x="208850" y="126505"/>
                  </a:lnTo>
                  <a:lnTo>
                    <a:pt x="170691" y="126505"/>
                  </a:lnTo>
                  <a:lnTo>
                    <a:pt x="170345" y="126039"/>
                  </a:lnTo>
                  <a:lnTo>
                    <a:pt x="106529" y="126039"/>
                  </a:lnTo>
                  <a:lnTo>
                    <a:pt x="91776" y="119860"/>
                  </a:lnTo>
                  <a:close/>
                </a:path>
                <a:path w="277495" h="260350">
                  <a:moveTo>
                    <a:pt x="157727" y="176528"/>
                  </a:moveTo>
                  <a:lnTo>
                    <a:pt x="119420" y="176528"/>
                  </a:lnTo>
                  <a:lnTo>
                    <a:pt x="124945" y="179845"/>
                  </a:lnTo>
                  <a:lnTo>
                    <a:pt x="131207" y="181688"/>
                  </a:lnTo>
                  <a:lnTo>
                    <a:pt x="145940" y="181688"/>
                  </a:lnTo>
                  <a:lnTo>
                    <a:pt x="152202" y="179845"/>
                  </a:lnTo>
                  <a:lnTo>
                    <a:pt x="157727" y="176528"/>
                  </a:lnTo>
                  <a:close/>
                </a:path>
                <a:path w="277495" h="260350">
                  <a:moveTo>
                    <a:pt x="270417" y="120229"/>
                  </a:moveTo>
                  <a:lnTo>
                    <a:pt x="224486" y="120229"/>
                  </a:lnTo>
                  <a:lnTo>
                    <a:pt x="231307" y="126718"/>
                  </a:lnTo>
                  <a:lnTo>
                    <a:pt x="239911" y="130738"/>
                  </a:lnTo>
                  <a:lnTo>
                    <a:pt x="249413" y="131855"/>
                  </a:lnTo>
                  <a:lnTo>
                    <a:pt x="259019" y="129724"/>
                  </a:lnTo>
                  <a:lnTo>
                    <a:pt x="268590" y="123004"/>
                  </a:lnTo>
                  <a:lnTo>
                    <a:pt x="270417" y="120229"/>
                  </a:lnTo>
                  <a:close/>
                </a:path>
                <a:path w="277495" h="260350">
                  <a:moveTo>
                    <a:pt x="29432" y="72520"/>
                  </a:moveTo>
                  <a:lnTo>
                    <a:pt x="17847" y="74812"/>
                  </a:lnTo>
                  <a:lnTo>
                    <a:pt x="18172" y="74812"/>
                  </a:lnTo>
                  <a:lnTo>
                    <a:pt x="8851" y="80928"/>
                  </a:lnTo>
                  <a:lnTo>
                    <a:pt x="2290" y="90659"/>
                  </a:lnTo>
                  <a:lnTo>
                    <a:pt x="0" y="102199"/>
                  </a:lnTo>
                  <a:lnTo>
                    <a:pt x="2198" y="113324"/>
                  </a:lnTo>
                  <a:lnTo>
                    <a:pt x="8402" y="122791"/>
                  </a:lnTo>
                  <a:lnTo>
                    <a:pt x="18128" y="129356"/>
                  </a:lnTo>
                  <a:lnTo>
                    <a:pt x="27734" y="131538"/>
                  </a:lnTo>
                  <a:lnTo>
                    <a:pt x="37236" y="130507"/>
                  </a:lnTo>
                  <a:lnTo>
                    <a:pt x="45840" y="126505"/>
                  </a:lnTo>
                  <a:lnTo>
                    <a:pt x="52663" y="119860"/>
                  </a:lnTo>
                  <a:lnTo>
                    <a:pt x="91776" y="119860"/>
                  </a:lnTo>
                  <a:lnTo>
                    <a:pt x="59013" y="106138"/>
                  </a:lnTo>
                  <a:lnTo>
                    <a:pt x="58792" y="96896"/>
                  </a:lnTo>
                  <a:lnTo>
                    <a:pt x="58783" y="96527"/>
                  </a:lnTo>
                  <a:lnTo>
                    <a:pt x="55514" y="87573"/>
                  </a:lnTo>
                  <a:lnTo>
                    <a:pt x="49483" y="80070"/>
                  </a:lnTo>
                  <a:lnTo>
                    <a:pt x="40965" y="74812"/>
                  </a:lnTo>
                  <a:lnTo>
                    <a:pt x="29432" y="72520"/>
                  </a:lnTo>
                  <a:close/>
                </a:path>
                <a:path w="277495" h="260350">
                  <a:moveTo>
                    <a:pt x="247715" y="72889"/>
                  </a:moveTo>
                  <a:lnTo>
                    <a:pt x="218260" y="102199"/>
                  </a:lnTo>
                  <a:lnTo>
                    <a:pt x="218134" y="106507"/>
                  </a:lnTo>
                  <a:lnTo>
                    <a:pt x="170385" y="126505"/>
                  </a:lnTo>
                  <a:lnTo>
                    <a:pt x="208850" y="126505"/>
                  </a:lnTo>
                  <a:lnTo>
                    <a:pt x="224184" y="120229"/>
                  </a:lnTo>
                  <a:lnTo>
                    <a:pt x="270417" y="120229"/>
                  </a:lnTo>
                  <a:lnTo>
                    <a:pt x="274811" y="113555"/>
                  </a:lnTo>
                  <a:lnTo>
                    <a:pt x="277096" y="102516"/>
                  </a:lnTo>
                  <a:lnTo>
                    <a:pt x="274857" y="91028"/>
                  </a:lnTo>
                  <a:lnTo>
                    <a:pt x="268296" y="81296"/>
                  </a:lnTo>
                  <a:lnTo>
                    <a:pt x="258975" y="75181"/>
                  </a:lnTo>
                  <a:lnTo>
                    <a:pt x="259300" y="75181"/>
                  </a:lnTo>
                  <a:lnTo>
                    <a:pt x="247715" y="72889"/>
                  </a:lnTo>
                  <a:close/>
                </a:path>
                <a:path w="277495" h="260350">
                  <a:moveTo>
                    <a:pt x="138573" y="0"/>
                  </a:moveTo>
                  <a:lnTo>
                    <a:pt x="127132" y="2326"/>
                  </a:lnTo>
                  <a:lnTo>
                    <a:pt x="117762" y="8660"/>
                  </a:lnTo>
                  <a:lnTo>
                    <a:pt x="111432" y="18035"/>
                  </a:lnTo>
                  <a:lnTo>
                    <a:pt x="109107" y="29482"/>
                  </a:lnTo>
                  <a:lnTo>
                    <a:pt x="110799" y="39203"/>
                  </a:lnTo>
                  <a:lnTo>
                    <a:pt x="115460" y="47541"/>
                  </a:lnTo>
                  <a:lnTo>
                    <a:pt x="122470" y="53944"/>
                  </a:lnTo>
                  <a:lnTo>
                    <a:pt x="131207" y="57860"/>
                  </a:lnTo>
                  <a:lnTo>
                    <a:pt x="131207" y="108718"/>
                  </a:lnTo>
                  <a:lnTo>
                    <a:pt x="123570" y="110958"/>
                  </a:lnTo>
                  <a:lnTo>
                    <a:pt x="116796" y="114752"/>
                  </a:lnTo>
                  <a:lnTo>
                    <a:pt x="111058" y="119860"/>
                  </a:lnTo>
                  <a:lnTo>
                    <a:pt x="106529" y="126039"/>
                  </a:lnTo>
                  <a:lnTo>
                    <a:pt x="170345" y="126039"/>
                  </a:lnTo>
                  <a:lnTo>
                    <a:pt x="166037" y="120229"/>
                  </a:lnTo>
                  <a:lnTo>
                    <a:pt x="160213" y="115121"/>
                  </a:lnTo>
                  <a:lnTo>
                    <a:pt x="153422" y="111326"/>
                  </a:lnTo>
                  <a:lnTo>
                    <a:pt x="145940" y="109086"/>
                  </a:lnTo>
                  <a:lnTo>
                    <a:pt x="145940" y="57860"/>
                  </a:lnTo>
                  <a:lnTo>
                    <a:pt x="154676" y="53944"/>
                  </a:lnTo>
                  <a:lnTo>
                    <a:pt x="161686" y="47541"/>
                  </a:lnTo>
                  <a:lnTo>
                    <a:pt x="166348" y="39203"/>
                  </a:lnTo>
                  <a:lnTo>
                    <a:pt x="168040" y="29482"/>
                  </a:lnTo>
                  <a:lnTo>
                    <a:pt x="165715" y="18035"/>
                  </a:lnTo>
                  <a:lnTo>
                    <a:pt x="159384" y="8660"/>
                  </a:lnTo>
                  <a:lnTo>
                    <a:pt x="150015" y="2326"/>
                  </a:lnTo>
                  <a:lnTo>
                    <a:pt x="138573"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2" name="object 12"/>
            <p:cNvPicPr/>
            <p:nvPr/>
          </p:nvPicPr>
          <p:blipFill>
            <a:blip r:embed="rId2" cstate="print"/>
            <a:stretch>
              <a:fillRect/>
            </a:stretch>
          </p:blipFill>
          <p:spPr>
            <a:xfrm>
              <a:off x="8376444" y="2841714"/>
              <a:ext cx="225384" cy="316201"/>
            </a:xfrm>
            <a:prstGeom prst="rect">
              <a:avLst/>
            </a:prstGeom>
          </p:spPr>
        </p:pic>
        <p:sp>
          <p:nvSpPr>
            <p:cNvPr id="13" name="object 13"/>
            <p:cNvSpPr/>
            <p:nvPr/>
          </p:nvSpPr>
          <p:spPr>
            <a:xfrm>
              <a:off x="8242681" y="1050378"/>
              <a:ext cx="2122805" cy="453390"/>
            </a:xfrm>
            <a:custGeom>
              <a:avLst/>
              <a:gdLst/>
              <a:ahLst/>
              <a:cxnLst/>
              <a:rect l="l" t="t" r="r" b="b"/>
              <a:pathLst>
                <a:path w="2122804" h="453390">
                  <a:moveTo>
                    <a:pt x="2122804" y="0"/>
                  </a:moveTo>
                  <a:lnTo>
                    <a:pt x="0" y="0"/>
                  </a:lnTo>
                  <a:lnTo>
                    <a:pt x="0" y="453174"/>
                  </a:lnTo>
                  <a:lnTo>
                    <a:pt x="2122804" y="453174"/>
                  </a:lnTo>
                  <a:lnTo>
                    <a:pt x="2122804" y="0"/>
                  </a:lnTo>
                  <a:close/>
                </a:path>
              </a:pathLst>
            </a:custGeom>
            <a:solidFill>
              <a:srgbClr val="D6E3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8846946" y="1008379"/>
            <a:ext cx="1440180" cy="513080"/>
          </a:xfrm>
          <a:prstGeom prst="rect">
            <a:avLst/>
          </a:prstGeom>
        </p:spPr>
        <p:txBody>
          <a:bodyPr vert="horz" wrap="square" lIns="0" tIns="12065" rIns="0" bIns="0" rtlCol="0">
            <a:spAutoFit/>
          </a:bodyPr>
          <a:lstStyle/>
          <a:p>
            <a:pPr marL="0" marR="5080" lvl="0" indent="0" algn="r"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dirty="0">
                <a:ln>
                  <a:noFill/>
                </a:ln>
                <a:solidFill>
                  <a:sysClr val="windowText" lastClr="000000"/>
                </a:solidFill>
                <a:effectLst/>
                <a:uLnTx/>
                <a:uFillTx/>
                <a:latin typeface="Calibri"/>
                <a:cs typeface="Calibri"/>
              </a:rPr>
              <a:t>Global</a:t>
            </a:r>
            <a:r>
              <a:rPr kumimoji="0" sz="1600" b="1" i="0" u="none" strike="noStrike" kern="0" cap="none" spc="-35" normalizeH="0" baseline="0" noProof="0" dirty="0">
                <a:ln>
                  <a:noFill/>
                </a:ln>
                <a:solidFill>
                  <a:sysClr val="windowText" lastClr="000000"/>
                </a:solidFill>
                <a:effectLst/>
                <a:uLnTx/>
                <a:uFillTx/>
                <a:latin typeface="Calibri"/>
                <a:cs typeface="Calibri"/>
              </a:rPr>
              <a:t> </a:t>
            </a:r>
            <a:r>
              <a:rPr kumimoji="0" sz="1600" b="1" i="0" u="none" strike="noStrike" kern="0" cap="none" spc="-10" normalizeH="0" baseline="0" noProof="0" dirty="0">
                <a:ln>
                  <a:noFill/>
                </a:ln>
                <a:solidFill>
                  <a:sysClr val="windowText" lastClr="000000"/>
                </a:solidFill>
                <a:effectLst/>
                <a:uLnTx/>
                <a:uFillTx/>
                <a:latin typeface="Calibri"/>
                <a:cs typeface="Calibri"/>
              </a:rPr>
              <a:t>Discovery</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0" marR="5080" lvl="0" indent="0" algn="r"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ysClr val="windowText" lastClr="000000"/>
                </a:solidFill>
                <a:effectLst/>
                <a:uLnTx/>
                <a:uFillTx/>
                <a:latin typeface="Calibri"/>
                <a:cs typeface="Calibri"/>
              </a:rPr>
              <a:t>Catalogue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15" name="object 15"/>
          <p:cNvGrpSpPr/>
          <p:nvPr/>
        </p:nvGrpSpPr>
        <p:grpSpPr>
          <a:xfrm>
            <a:off x="7167371" y="1134978"/>
            <a:ext cx="1510665" cy="1931670"/>
            <a:chOff x="7167371" y="1134978"/>
            <a:chExt cx="1510665" cy="1931670"/>
          </a:xfrm>
        </p:grpSpPr>
        <p:sp>
          <p:nvSpPr>
            <p:cNvPr id="16" name="object 16"/>
            <p:cNvSpPr/>
            <p:nvPr/>
          </p:nvSpPr>
          <p:spPr>
            <a:xfrm>
              <a:off x="8329451" y="1134978"/>
              <a:ext cx="348615" cy="311150"/>
            </a:xfrm>
            <a:custGeom>
              <a:avLst/>
              <a:gdLst/>
              <a:ahLst/>
              <a:cxnLst/>
              <a:rect l="l" t="t" r="r" b="b"/>
              <a:pathLst>
                <a:path w="348615" h="311150">
                  <a:moveTo>
                    <a:pt x="206967" y="0"/>
                  </a:moveTo>
                  <a:lnTo>
                    <a:pt x="25128" y="63117"/>
                  </a:lnTo>
                  <a:lnTo>
                    <a:pt x="11898" y="101262"/>
                  </a:lnTo>
                  <a:lnTo>
                    <a:pt x="11977" y="108792"/>
                  </a:lnTo>
                  <a:lnTo>
                    <a:pt x="12613" y="114192"/>
                  </a:lnTo>
                  <a:lnTo>
                    <a:pt x="14087" y="120309"/>
                  </a:lnTo>
                  <a:lnTo>
                    <a:pt x="9913" y="124619"/>
                  </a:lnTo>
                  <a:lnTo>
                    <a:pt x="5290" y="131867"/>
                  </a:lnTo>
                  <a:lnTo>
                    <a:pt x="1543" y="142463"/>
                  </a:lnTo>
                  <a:lnTo>
                    <a:pt x="0" y="156817"/>
                  </a:lnTo>
                  <a:lnTo>
                    <a:pt x="816" y="167585"/>
                  </a:lnTo>
                  <a:lnTo>
                    <a:pt x="906" y="168576"/>
                  </a:lnTo>
                  <a:lnTo>
                    <a:pt x="3614" y="179789"/>
                  </a:lnTo>
                  <a:lnTo>
                    <a:pt x="8116" y="190509"/>
                  </a:lnTo>
                  <a:lnTo>
                    <a:pt x="14155" y="200163"/>
                  </a:lnTo>
                  <a:lnTo>
                    <a:pt x="14243" y="200726"/>
                  </a:lnTo>
                  <a:lnTo>
                    <a:pt x="12612" y="207078"/>
                  </a:lnTo>
                  <a:lnTo>
                    <a:pt x="11818" y="213682"/>
                  </a:lnTo>
                  <a:lnTo>
                    <a:pt x="11898" y="220309"/>
                  </a:lnTo>
                  <a:lnTo>
                    <a:pt x="22472" y="257579"/>
                  </a:lnTo>
                  <a:lnTo>
                    <a:pt x="153258" y="310950"/>
                  </a:lnTo>
                  <a:lnTo>
                    <a:pt x="155252" y="310950"/>
                  </a:lnTo>
                  <a:lnTo>
                    <a:pt x="175407" y="302802"/>
                  </a:lnTo>
                  <a:lnTo>
                    <a:pt x="154253" y="302802"/>
                  </a:lnTo>
                  <a:lnTo>
                    <a:pt x="29600" y="253728"/>
                  </a:lnTo>
                  <a:lnTo>
                    <a:pt x="19724" y="213682"/>
                  </a:lnTo>
                  <a:lnTo>
                    <a:pt x="20623" y="207078"/>
                  </a:lnTo>
                  <a:lnTo>
                    <a:pt x="22507" y="200726"/>
                  </a:lnTo>
                  <a:lnTo>
                    <a:pt x="22937" y="199376"/>
                  </a:lnTo>
                  <a:lnTo>
                    <a:pt x="22613" y="197902"/>
                  </a:lnTo>
                  <a:lnTo>
                    <a:pt x="7941" y="156817"/>
                  </a:lnTo>
                  <a:lnTo>
                    <a:pt x="9738" y="142849"/>
                  </a:lnTo>
                  <a:lnTo>
                    <a:pt x="22219" y="124354"/>
                  </a:lnTo>
                  <a:lnTo>
                    <a:pt x="22966" y="122465"/>
                  </a:lnTo>
                  <a:lnTo>
                    <a:pt x="22444" y="120706"/>
                  </a:lnTo>
                  <a:lnTo>
                    <a:pt x="20649" y="114384"/>
                  </a:lnTo>
                  <a:lnTo>
                    <a:pt x="19901" y="108792"/>
                  </a:lnTo>
                  <a:lnTo>
                    <a:pt x="19961" y="99979"/>
                  </a:lnTo>
                  <a:lnTo>
                    <a:pt x="21006" y="87922"/>
                  </a:lnTo>
                  <a:lnTo>
                    <a:pt x="21022" y="87739"/>
                  </a:lnTo>
                  <a:lnTo>
                    <a:pt x="23676" y="78613"/>
                  </a:lnTo>
                  <a:lnTo>
                    <a:pt x="23727" y="78438"/>
                  </a:lnTo>
                  <a:lnTo>
                    <a:pt x="26743" y="72792"/>
                  </a:lnTo>
                  <a:lnTo>
                    <a:pt x="28849" y="70230"/>
                  </a:lnTo>
                  <a:lnTo>
                    <a:pt x="206409" y="8267"/>
                  </a:lnTo>
                  <a:lnTo>
                    <a:pt x="229308" y="8267"/>
                  </a:lnTo>
                  <a:lnTo>
                    <a:pt x="207823" y="330"/>
                  </a:lnTo>
                  <a:lnTo>
                    <a:pt x="206967" y="0"/>
                  </a:lnTo>
                  <a:close/>
                </a:path>
                <a:path w="348615" h="311150">
                  <a:moveTo>
                    <a:pt x="341504" y="225292"/>
                  </a:moveTo>
                  <a:lnTo>
                    <a:pt x="318063" y="225292"/>
                  </a:lnTo>
                  <a:lnTo>
                    <a:pt x="332705" y="230583"/>
                  </a:lnTo>
                  <a:lnTo>
                    <a:pt x="154253" y="302802"/>
                  </a:lnTo>
                  <a:lnTo>
                    <a:pt x="175407" y="302802"/>
                  </a:lnTo>
                  <a:lnTo>
                    <a:pt x="347478" y="233239"/>
                  </a:lnTo>
                  <a:lnTo>
                    <a:pt x="348470" y="230927"/>
                  </a:lnTo>
                  <a:lnTo>
                    <a:pt x="347214" y="227839"/>
                  </a:lnTo>
                  <a:lnTo>
                    <a:pt x="346387" y="227019"/>
                  </a:lnTo>
                  <a:lnTo>
                    <a:pt x="341504" y="225292"/>
                  </a:lnTo>
                  <a:close/>
                </a:path>
                <a:path w="348615" h="311150">
                  <a:moveTo>
                    <a:pt x="35879" y="196658"/>
                  </a:moveTo>
                  <a:lnTo>
                    <a:pt x="33579" y="197660"/>
                  </a:lnTo>
                  <a:lnTo>
                    <a:pt x="32594" y="200163"/>
                  </a:lnTo>
                  <a:lnTo>
                    <a:pt x="32501" y="242465"/>
                  </a:lnTo>
                  <a:lnTo>
                    <a:pt x="33496" y="243930"/>
                  </a:lnTo>
                  <a:lnTo>
                    <a:pt x="153753" y="291304"/>
                  </a:lnTo>
                  <a:lnTo>
                    <a:pt x="154808" y="291304"/>
                  </a:lnTo>
                  <a:lnTo>
                    <a:pt x="175442" y="282961"/>
                  </a:lnTo>
                  <a:lnTo>
                    <a:pt x="154252" y="282961"/>
                  </a:lnTo>
                  <a:lnTo>
                    <a:pt x="40726" y="238237"/>
                  </a:lnTo>
                  <a:lnTo>
                    <a:pt x="40427" y="238237"/>
                  </a:lnTo>
                  <a:lnTo>
                    <a:pt x="40427" y="207078"/>
                  </a:lnTo>
                  <a:lnTo>
                    <a:pt x="62336" y="207078"/>
                  </a:lnTo>
                  <a:lnTo>
                    <a:pt x="35879" y="196658"/>
                  </a:lnTo>
                  <a:close/>
                </a:path>
                <a:path w="348615" h="311150">
                  <a:moveTo>
                    <a:pt x="323847" y="186477"/>
                  </a:moveTo>
                  <a:lnTo>
                    <a:pt x="315915" y="186477"/>
                  </a:lnTo>
                  <a:lnTo>
                    <a:pt x="315915" y="217597"/>
                  </a:lnTo>
                  <a:lnTo>
                    <a:pt x="154252" y="282961"/>
                  </a:lnTo>
                  <a:lnTo>
                    <a:pt x="175442" y="282961"/>
                  </a:lnTo>
                  <a:lnTo>
                    <a:pt x="318063" y="225292"/>
                  </a:lnTo>
                  <a:lnTo>
                    <a:pt x="341504" y="225292"/>
                  </a:lnTo>
                  <a:lnTo>
                    <a:pt x="323847" y="219026"/>
                  </a:lnTo>
                  <a:lnTo>
                    <a:pt x="323847" y="186477"/>
                  </a:lnTo>
                  <a:close/>
                </a:path>
                <a:path w="348615" h="311150">
                  <a:moveTo>
                    <a:pt x="62336" y="207078"/>
                  </a:moveTo>
                  <a:lnTo>
                    <a:pt x="40704" y="207078"/>
                  </a:lnTo>
                  <a:lnTo>
                    <a:pt x="153753" y="251622"/>
                  </a:lnTo>
                  <a:lnTo>
                    <a:pt x="154808" y="251622"/>
                  </a:lnTo>
                  <a:lnTo>
                    <a:pt x="175441" y="243278"/>
                  </a:lnTo>
                  <a:lnTo>
                    <a:pt x="154252" y="243278"/>
                  </a:lnTo>
                  <a:lnTo>
                    <a:pt x="62336" y="207078"/>
                  </a:lnTo>
                  <a:close/>
                </a:path>
                <a:path w="348615" h="311150">
                  <a:moveTo>
                    <a:pt x="343394" y="171139"/>
                  </a:moveTo>
                  <a:lnTo>
                    <a:pt x="308366" y="171139"/>
                  </a:lnTo>
                  <a:lnTo>
                    <a:pt x="325268" y="173917"/>
                  </a:lnTo>
                  <a:lnTo>
                    <a:pt x="154252" y="243278"/>
                  </a:lnTo>
                  <a:lnTo>
                    <a:pt x="175441" y="243278"/>
                  </a:lnTo>
                  <a:lnTo>
                    <a:pt x="315915" y="186477"/>
                  </a:lnTo>
                  <a:lnTo>
                    <a:pt x="323847" y="186477"/>
                  </a:lnTo>
                  <a:lnTo>
                    <a:pt x="323847" y="183223"/>
                  </a:lnTo>
                  <a:lnTo>
                    <a:pt x="343115" y="175071"/>
                  </a:lnTo>
                  <a:lnTo>
                    <a:pt x="344074" y="172743"/>
                  </a:lnTo>
                  <a:lnTo>
                    <a:pt x="343394" y="171139"/>
                  </a:lnTo>
                  <a:close/>
                </a:path>
                <a:path w="348615" h="311150">
                  <a:moveTo>
                    <a:pt x="24090" y="132575"/>
                  </a:moveTo>
                  <a:lnTo>
                    <a:pt x="23882" y="132575"/>
                  </a:lnTo>
                  <a:lnTo>
                    <a:pt x="21681" y="133534"/>
                  </a:lnTo>
                  <a:lnTo>
                    <a:pt x="20696" y="136037"/>
                  </a:lnTo>
                  <a:lnTo>
                    <a:pt x="20603" y="178973"/>
                  </a:lnTo>
                  <a:lnTo>
                    <a:pt x="21598" y="180438"/>
                  </a:lnTo>
                  <a:lnTo>
                    <a:pt x="153578" y="232422"/>
                  </a:lnTo>
                  <a:lnTo>
                    <a:pt x="154623" y="232422"/>
                  </a:lnTo>
                  <a:lnTo>
                    <a:pt x="175520" y="224092"/>
                  </a:lnTo>
                  <a:lnTo>
                    <a:pt x="154084" y="224092"/>
                  </a:lnTo>
                  <a:lnTo>
                    <a:pt x="28535" y="174638"/>
                  </a:lnTo>
                  <a:lnTo>
                    <a:pt x="28535" y="142849"/>
                  </a:lnTo>
                  <a:lnTo>
                    <a:pt x="50220" y="142849"/>
                  </a:lnTo>
                  <a:lnTo>
                    <a:pt x="24090" y="132575"/>
                  </a:lnTo>
                  <a:close/>
                </a:path>
                <a:path w="348615" h="311150">
                  <a:moveTo>
                    <a:pt x="311893" y="131867"/>
                  </a:moveTo>
                  <a:lnTo>
                    <a:pt x="303954" y="131867"/>
                  </a:lnTo>
                  <a:lnTo>
                    <a:pt x="303961" y="164337"/>
                  </a:lnTo>
                  <a:lnTo>
                    <a:pt x="154084" y="224092"/>
                  </a:lnTo>
                  <a:lnTo>
                    <a:pt x="175520" y="224092"/>
                  </a:lnTo>
                  <a:lnTo>
                    <a:pt x="308366" y="171139"/>
                  </a:lnTo>
                  <a:lnTo>
                    <a:pt x="343394" y="171139"/>
                  </a:lnTo>
                  <a:lnTo>
                    <a:pt x="342686" y="169469"/>
                  </a:lnTo>
                  <a:lnTo>
                    <a:pt x="341529" y="168577"/>
                  </a:lnTo>
                  <a:lnTo>
                    <a:pt x="311893" y="163676"/>
                  </a:lnTo>
                  <a:lnTo>
                    <a:pt x="311893" y="131867"/>
                  </a:lnTo>
                  <a:close/>
                </a:path>
                <a:path w="348615" h="311150">
                  <a:moveTo>
                    <a:pt x="50220" y="142849"/>
                  </a:moveTo>
                  <a:lnTo>
                    <a:pt x="28535" y="142849"/>
                  </a:lnTo>
                  <a:lnTo>
                    <a:pt x="153753" y="192098"/>
                  </a:lnTo>
                  <a:lnTo>
                    <a:pt x="154808" y="192098"/>
                  </a:lnTo>
                  <a:lnTo>
                    <a:pt x="175445" y="183755"/>
                  </a:lnTo>
                  <a:lnTo>
                    <a:pt x="154252" y="183755"/>
                  </a:lnTo>
                  <a:lnTo>
                    <a:pt x="50220" y="142849"/>
                  </a:lnTo>
                  <a:close/>
                </a:path>
                <a:path w="348615" h="311150">
                  <a:moveTo>
                    <a:pt x="341519" y="106246"/>
                  </a:moveTo>
                  <a:lnTo>
                    <a:pt x="318063" y="106246"/>
                  </a:lnTo>
                  <a:lnTo>
                    <a:pt x="332704" y="111537"/>
                  </a:lnTo>
                  <a:lnTo>
                    <a:pt x="154252" y="183755"/>
                  </a:lnTo>
                  <a:lnTo>
                    <a:pt x="175445" y="183755"/>
                  </a:lnTo>
                  <a:lnTo>
                    <a:pt x="303790" y="131867"/>
                  </a:lnTo>
                  <a:lnTo>
                    <a:pt x="311893" y="131867"/>
                  </a:lnTo>
                  <a:lnTo>
                    <a:pt x="311893" y="128583"/>
                  </a:lnTo>
                  <a:lnTo>
                    <a:pt x="347478" y="114192"/>
                  </a:lnTo>
                  <a:lnTo>
                    <a:pt x="348469" y="111881"/>
                  </a:lnTo>
                  <a:lnTo>
                    <a:pt x="347214" y="108792"/>
                  </a:lnTo>
                  <a:lnTo>
                    <a:pt x="346387" y="107972"/>
                  </a:lnTo>
                  <a:lnTo>
                    <a:pt x="341519" y="106246"/>
                  </a:lnTo>
                  <a:close/>
                </a:path>
                <a:path w="348615" h="311150">
                  <a:moveTo>
                    <a:pt x="35879" y="77611"/>
                  </a:moveTo>
                  <a:lnTo>
                    <a:pt x="33579" y="78613"/>
                  </a:lnTo>
                  <a:lnTo>
                    <a:pt x="32594" y="81117"/>
                  </a:lnTo>
                  <a:lnTo>
                    <a:pt x="32501" y="123418"/>
                  </a:lnTo>
                  <a:lnTo>
                    <a:pt x="33496" y="124883"/>
                  </a:lnTo>
                  <a:lnTo>
                    <a:pt x="153753" y="172257"/>
                  </a:lnTo>
                  <a:lnTo>
                    <a:pt x="154808" y="172257"/>
                  </a:lnTo>
                  <a:lnTo>
                    <a:pt x="175441" y="163914"/>
                  </a:lnTo>
                  <a:lnTo>
                    <a:pt x="154252" y="163914"/>
                  </a:lnTo>
                  <a:lnTo>
                    <a:pt x="40427" y="119073"/>
                  </a:lnTo>
                  <a:lnTo>
                    <a:pt x="40427" y="87922"/>
                  </a:lnTo>
                  <a:lnTo>
                    <a:pt x="62059" y="87922"/>
                  </a:lnTo>
                  <a:lnTo>
                    <a:pt x="35879" y="77611"/>
                  </a:lnTo>
                  <a:close/>
                </a:path>
                <a:path w="348615" h="311150">
                  <a:moveTo>
                    <a:pt x="323847" y="67430"/>
                  </a:moveTo>
                  <a:lnTo>
                    <a:pt x="315915" y="67430"/>
                  </a:lnTo>
                  <a:lnTo>
                    <a:pt x="315915" y="98551"/>
                  </a:lnTo>
                  <a:lnTo>
                    <a:pt x="154252" y="163914"/>
                  </a:lnTo>
                  <a:lnTo>
                    <a:pt x="175441" y="163914"/>
                  </a:lnTo>
                  <a:lnTo>
                    <a:pt x="318063" y="106246"/>
                  </a:lnTo>
                  <a:lnTo>
                    <a:pt x="341519" y="106246"/>
                  </a:lnTo>
                  <a:lnTo>
                    <a:pt x="323847" y="99979"/>
                  </a:lnTo>
                  <a:lnTo>
                    <a:pt x="323847" y="67430"/>
                  </a:lnTo>
                  <a:close/>
                </a:path>
                <a:path w="348615" h="311150">
                  <a:moveTo>
                    <a:pt x="62059" y="87922"/>
                  </a:moveTo>
                  <a:lnTo>
                    <a:pt x="40427" y="87922"/>
                  </a:lnTo>
                  <a:lnTo>
                    <a:pt x="153753" y="132575"/>
                  </a:lnTo>
                  <a:lnTo>
                    <a:pt x="154807" y="132575"/>
                  </a:lnTo>
                  <a:lnTo>
                    <a:pt x="175138" y="124354"/>
                  </a:lnTo>
                  <a:lnTo>
                    <a:pt x="154563" y="124354"/>
                  </a:lnTo>
                  <a:lnTo>
                    <a:pt x="62059" y="87922"/>
                  </a:lnTo>
                  <a:close/>
                </a:path>
                <a:path w="348615" h="311150">
                  <a:moveTo>
                    <a:pt x="229308" y="8267"/>
                  </a:moveTo>
                  <a:lnTo>
                    <a:pt x="206409" y="8267"/>
                  </a:lnTo>
                  <a:lnTo>
                    <a:pt x="328672" y="53442"/>
                  </a:lnTo>
                  <a:lnTo>
                    <a:pt x="153951" y="124354"/>
                  </a:lnTo>
                  <a:lnTo>
                    <a:pt x="175138" y="124354"/>
                  </a:lnTo>
                  <a:lnTo>
                    <a:pt x="315915" y="67430"/>
                  </a:lnTo>
                  <a:lnTo>
                    <a:pt x="323847" y="67430"/>
                  </a:lnTo>
                  <a:lnTo>
                    <a:pt x="323847" y="64176"/>
                  </a:lnTo>
                  <a:lnTo>
                    <a:pt x="343115" y="56024"/>
                  </a:lnTo>
                  <a:lnTo>
                    <a:pt x="344041" y="53696"/>
                  </a:lnTo>
                  <a:lnTo>
                    <a:pt x="342785" y="50667"/>
                  </a:lnTo>
                  <a:lnTo>
                    <a:pt x="341958" y="49880"/>
                  </a:lnTo>
                  <a:lnTo>
                    <a:pt x="229308" y="826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7" name="object 17"/>
            <p:cNvPicPr/>
            <p:nvPr/>
          </p:nvPicPr>
          <p:blipFill>
            <a:blip r:embed="rId3" cstate="print"/>
            <a:stretch>
              <a:fillRect/>
            </a:stretch>
          </p:blipFill>
          <p:spPr>
            <a:xfrm>
              <a:off x="7167371" y="1245120"/>
              <a:ext cx="1121664" cy="1021067"/>
            </a:xfrm>
            <a:prstGeom prst="rect">
              <a:avLst/>
            </a:prstGeom>
          </p:spPr>
        </p:pic>
        <p:sp>
          <p:nvSpPr>
            <p:cNvPr id="18" name="object 18"/>
            <p:cNvSpPr/>
            <p:nvPr/>
          </p:nvSpPr>
          <p:spPr>
            <a:xfrm>
              <a:off x="7286751" y="1267460"/>
              <a:ext cx="964565" cy="864235"/>
            </a:xfrm>
            <a:custGeom>
              <a:avLst/>
              <a:gdLst/>
              <a:ahLst/>
              <a:cxnLst/>
              <a:rect l="l" t="t" r="r" b="b"/>
              <a:pathLst>
                <a:path w="964565" h="864235">
                  <a:moveTo>
                    <a:pt x="31369" y="784860"/>
                  </a:moveTo>
                  <a:lnTo>
                    <a:pt x="0" y="864107"/>
                  </a:lnTo>
                  <a:lnTo>
                    <a:pt x="82169" y="841628"/>
                  </a:lnTo>
                  <a:lnTo>
                    <a:pt x="72849" y="831214"/>
                  </a:lnTo>
                  <a:lnTo>
                    <a:pt x="55752" y="831214"/>
                  </a:lnTo>
                  <a:lnTo>
                    <a:pt x="38862" y="812291"/>
                  </a:lnTo>
                  <a:lnTo>
                    <a:pt x="48337" y="803821"/>
                  </a:lnTo>
                  <a:lnTo>
                    <a:pt x="31369" y="784860"/>
                  </a:lnTo>
                  <a:close/>
                </a:path>
                <a:path w="964565" h="864235">
                  <a:moveTo>
                    <a:pt x="48337" y="803821"/>
                  </a:moveTo>
                  <a:lnTo>
                    <a:pt x="38862" y="812291"/>
                  </a:lnTo>
                  <a:lnTo>
                    <a:pt x="55752" y="831214"/>
                  </a:lnTo>
                  <a:lnTo>
                    <a:pt x="65251" y="822723"/>
                  </a:lnTo>
                  <a:lnTo>
                    <a:pt x="48337" y="803821"/>
                  </a:lnTo>
                  <a:close/>
                </a:path>
                <a:path w="964565" h="864235">
                  <a:moveTo>
                    <a:pt x="65251" y="822723"/>
                  </a:moveTo>
                  <a:lnTo>
                    <a:pt x="55752" y="831214"/>
                  </a:lnTo>
                  <a:lnTo>
                    <a:pt x="72849" y="831214"/>
                  </a:lnTo>
                  <a:lnTo>
                    <a:pt x="65251" y="822723"/>
                  </a:lnTo>
                  <a:close/>
                </a:path>
                <a:path w="964565" h="864235">
                  <a:moveTo>
                    <a:pt x="947547" y="0"/>
                  </a:moveTo>
                  <a:lnTo>
                    <a:pt x="48337" y="803821"/>
                  </a:lnTo>
                  <a:lnTo>
                    <a:pt x="65251" y="822723"/>
                  </a:lnTo>
                  <a:lnTo>
                    <a:pt x="964438" y="18923"/>
                  </a:lnTo>
                  <a:lnTo>
                    <a:pt x="947547" y="0"/>
                  </a:lnTo>
                  <a:close/>
                </a:path>
              </a:pathLst>
            </a:custGeom>
            <a:solidFill>
              <a:srgbClr val="77923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9" name="object 19"/>
            <p:cNvPicPr/>
            <p:nvPr/>
          </p:nvPicPr>
          <p:blipFill>
            <a:blip r:embed="rId4" cstate="print"/>
            <a:stretch>
              <a:fillRect/>
            </a:stretch>
          </p:blipFill>
          <p:spPr>
            <a:xfrm>
              <a:off x="7167371" y="2031479"/>
              <a:ext cx="1121664" cy="1034808"/>
            </a:xfrm>
            <a:prstGeom prst="rect">
              <a:avLst/>
            </a:prstGeom>
          </p:spPr>
        </p:pic>
        <p:sp>
          <p:nvSpPr>
            <p:cNvPr id="20" name="object 20"/>
            <p:cNvSpPr/>
            <p:nvPr/>
          </p:nvSpPr>
          <p:spPr>
            <a:xfrm>
              <a:off x="7286751" y="2131568"/>
              <a:ext cx="964565" cy="876935"/>
            </a:xfrm>
            <a:custGeom>
              <a:avLst/>
              <a:gdLst/>
              <a:ahLst/>
              <a:cxnLst/>
              <a:rect l="l" t="t" r="r" b="b"/>
              <a:pathLst>
                <a:path w="964565" h="876935">
                  <a:moveTo>
                    <a:pt x="64934" y="41835"/>
                  </a:moveTo>
                  <a:lnTo>
                    <a:pt x="47893" y="60610"/>
                  </a:lnTo>
                  <a:lnTo>
                    <a:pt x="947420" y="876808"/>
                  </a:lnTo>
                  <a:lnTo>
                    <a:pt x="964438" y="858012"/>
                  </a:lnTo>
                  <a:lnTo>
                    <a:pt x="64934" y="41835"/>
                  </a:lnTo>
                  <a:close/>
                </a:path>
                <a:path w="964565" h="876935">
                  <a:moveTo>
                    <a:pt x="0" y="0"/>
                  </a:moveTo>
                  <a:lnTo>
                    <a:pt x="30861" y="79375"/>
                  </a:lnTo>
                  <a:lnTo>
                    <a:pt x="47893" y="60610"/>
                  </a:lnTo>
                  <a:lnTo>
                    <a:pt x="38480" y="52070"/>
                  </a:lnTo>
                  <a:lnTo>
                    <a:pt x="55499" y="33274"/>
                  </a:lnTo>
                  <a:lnTo>
                    <a:pt x="72704" y="33274"/>
                  </a:lnTo>
                  <a:lnTo>
                    <a:pt x="82042" y="22987"/>
                  </a:lnTo>
                  <a:lnTo>
                    <a:pt x="0" y="0"/>
                  </a:lnTo>
                  <a:close/>
                </a:path>
                <a:path w="964565" h="876935">
                  <a:moveTo>
                    <a:pt x="55499" y="33274"/>
                  </a:moveTo>
                  <a:lnTo>
                    <a:pt x="38480" y="52070"/>
                  </a:lnTo>
                  <a:lnTo>
                    <a:pt x="47893" y="60610"/>
                  </a:lnTo>
                  <a:lnTo>
                    <a:pt x="64934" y="41835"/>
                  </a:lnTo>
                  <a:lnTo>
                    <a:pt x="55499" y="33274"/>
                  </a:lnTo>
                  <a:close/>
                </a:path>
                <a:path w="964565" h="876935">
                  <a:moveTo>
                    <a:pt x="72704" y="33274"/>
                  </a:moveTo>
                  <a:lnTo>
                    <a:pt x="55499" y="33274"/>
                  </a:lnTo>
                  <a:lnTo>
                    <a:pt x="64934" y="41835"/>
                  </a:lnTo>
                  <a:lnTo>
                    <a:pt x="72704" y="3327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1" name="object 21"/>
          <p:cNvSpPr txBox="1"/>
          <p:nvPr/>
        </p:nvSpPr>
        <p:spPr>
          <a:xfrm>
            <a:off x="7722489" y="1950847"/>
            <a:ext cx="38290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20" normalizeH="0" baseline="0" noProof="0" dirty="0">
                <a:ln>
                  <a:noFill/>
                </a:ln>
                <a:solidFill>
                  <a:srgbClr val="943735"/>
                </a:solidFill>
                <a:effectLst/>
                <a:uLnTx/>
                <a:uFillTx/>
                <a:latin typeface="Calibri"/>
                <a:cs typeface="Calibri"/>
              </a:rPr>
              <a:t>MQTT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22" name="object 22"/>
          <p:cNvGrpSpPr/>
          <p:nvPr/>
        </p:nvGrpSpPr>
        <p:grpSpPr>
          <a:xfrm>
            <a:off x="541210" y="881507"/>
            <a:ext cx="7736205" cy="4445635"/>
            <a:chOff x="541210" y="881507"/>
            <a:chExt cx="7736205" cy="4445635"/>
          </a:xfrm>
        </p:grpSpPr>
        <p:pic>
          <p:nvPicPr>
            <p:cNvPr id="23" name="object 23"/>
            <p:cNvPicPr/>
            <p:nvPr/>
          </p:nvPicPr>
          <p:blipFill>
            <a:blip r:embed="rId5" cstate="print"/>
            <a:stretch>
              <a:fillRect/>
            </a:stretch>
          </p:blipFill>
          <p:spPr>
            <a:xfrm>
              <a:off x="7552816" y="1526032"/>
              <a:ext cx="234568" cy="254000"/>
            </a:xfrm>
            <a:prstGeom prst="rect">
              <a:avLst/>
            </a:prstGeom>
          </p:spPr>
        </p:pic>
        <p:sp>
          <p:nvSpPr>
            <p:cNvPr id="24" name="object 24"/>
            <p:cNvSpPr/>
            <p:nvPr/>
          </p:nvSpPr>
          <p:spPr>
            <a:xfrm>
              <a:off x="7741919" y="2425319"/>
              <a:ext cx="259715" cy="229870"/>
            </a:xfrm>
            <a:custGeom>
              <a:avLst/>
              <a:gdLst/>
              <a:ahLst/>
              <a:cxnLst/>
              <a:rect l="l" t="t" r="r" b="b"/>
              <a:pathLst>
                <a:path w="259715" h="229869">
                  <a:moveTo>
                    <a:pt x="229234" y="157480"/>
                  </a:moveTo>
                  <a:lnTo>
                    <a:pt x="223138" y="157480"/>
                  </a:lnTo>
                  <a:lnTo>
                    <a:pt x="221741" y="160020"/>
                  </a:lnTo>
                  <a:lnTo>
                    <a:pt x="166877" y="218440"/>
                  </a:lnTo>
                  <a:lnTo>
                    <a:pt x="166750" y="219710"/>
                  </a:lnTo>
                  <a:lnTo>
                    <a:pt x="167004" y="220980"/>
                  </a:lnTo>
                  <a:lnTo>
                    <a:pt x="167385" y="220980"/>
                  </a:lnTo>
                  <a:lnTo>
                    <a:pt x="167894" y="222250"/>
                  </a:lnTo>
                  <a:lnTo>
                    <a:pt x="169418" y="223520"/>
                  </a:lnTo>
                  <a:lnTo>
                    <a:pt x="171703" y="226060"/>
                  </a:lnTo>
                  <a:lnTo>
                    <a:pt x="174116" y="228600"/>
                  </a:lnTo>
                  <a:lnTo>
                    <a:pt x="175005" y="228600"/>
                  </a:lnTo>
                  <a:lnTo>
                    <a:pt x="176022" y="229870"/>
                  </a:lnTo>
                  <a:lnTo>
                    <a:pt x="180339" y="229870"/>
                  </a:lnTo>
                  <a:lnTo>
                    <a:pt x="199644" y="209550"/>
                  </a:lnTo>
                  <a:lnTo>
                    <a:pt x="223011" y="209550"/>
                  </a:lnTo>
                  <a:lnTo>
                    <a:pt x="219201" y="208280"/>
                  </a:lnTo>
                  <a:lnTo>
                    <a:pt x="217170" y="207010"/>
                  </a:lnTo>
                  <a:lnTo>
                    <a:pt x="209169" y="199390"/>
                  </a:lnTo>
                  <a:lnTo>
                    <a:pt x="229743" y="177800"/>
                  </a:lnTo>
                  <a:lnTo>
                    <a:pt x="249935" y="177800"/>
                  </a:lnTo>
                  <a:lnTo>
                    <a:pt x="248665" y="176530"/>
                  </a:lnTo>
                  <a:lnTo>
                    <a:pt x="247269" y="175260"/>
                  </a:lnTo>
                  <a:lnTo>
                    <a:pt x="245745" y="172720"/>
                  </a:lnTo>
                  <a:lnTo>
                    <a:pt x="230504" y="158750"/>
                  </a:lnTo>
                  <a:lnTo>
                    <a:pt x="229234" y="157480"/>
                  </a:lnTo>
                  <a:close/>
                </a:path>
                <a:path w="259715" h="229869">
                  <a:moveTo>
                    <a:pt x="249935" y="177800"/>
                  </a:moveTo>
                  <a:lnTo>
                    <a:pt x="229743" y="177800"/>
                  </a:lnTo>
                  <a:lnTo>
                    <a:pt x="235330" y="182880"/>
                  </a:lnTo>
                  <a:lnTo>
                    <a:pt x="237871" y="185420"/>
                  </a:lnTo>
                  <a:lnTo>
                    <a:pt x="240156" y="187960"/>
                  </a:lnTo>
                  <a:lnTo>
                    <a:pt x="240919" y="189230"/>
                  </a:lnTo>
                  <a:lnTo>
                    <a:pt x="241426" y="191770"/>
                  </a:lnTo>
                  <a:lnTo>
                    <a:pt x="241934" y="193040"/>
                  </a:lnTo>
                  <a:lnTo>
                    <a:pt x="241934" y="195580"/>
                  </a:lnTo>
                  <a:lnTo>
                    <a:pt x="241300" y="196850"/>
                  </a:lnTo>
                  <a:lnTo>
                    <a:pt x="240791" y="199390"/>
                  </a:lnTo>
                  <a:lnTo>
                    <a:pt x="230504" y="209550"/>
                  </a:lnTo>
                  <a:lnTo>
                    <a:pt x="199644" y="209550"/>
                  </a:lnTo>
                  <a:lnTo>
                    <a:pt x="204977" y="214630"/>
                  </a:lnTo>
                  <a:lnTo>
                    <a:pt x="209296" y="218440"/>
                  </a:lnTo>
                  <a:lnTo>
                    <a:pt x="213486" y="220980"/>
                  </a:lnTo>
                  <a:lnTo>
                    <a:pt x="217550" y="223520"/>
                  </a:lnTo>
                  <a:lnTo>
                    <a:pt x="225678" y="226060"/>
                  </a:lnTo>
                  <a:lnTo>
                    <a:pt x="237362" y="226060"/>
                  </a:lnTo>
                  <a:lnTo>
                    <a:pt x="244982" y="222250"/>
                  </a:lnTo>
                  <a:lnTo>
                    <a:pt x="248538" y="219710"/>
                  </a:lnTo>
                  <a:lnTo>
                    <a:pt x="251968" y="215900"/>
                  </a:lnTo>
                  <a:lnTo>
                    <a:pt x="254380" y="213360"/>
                  </a:lnTo>
                  <a:lnTo>
                    <a:pt x="259587" y="196850"/>
                  </a:lnTo>
                  <a:lnTo>
                    <a:pt x="259079" y="193040"/>
                  </a:lnTo>
                  <a:lnTo>
                    <a:pt x="251205" y="179070"/>
                  </a:lnTo>
                  <a:lnTo>
                    <a:pt x="249935" y="177800"/>
                  </a:lnTo>
                  <a:close/>
                </a:path>
                <a:path w="259715" h="229869">
                  <a:moveTo>
                    <a:pt x="170179" y="102870"/>
                  </a:moveTo>
                  <a:lnTo>
                    <a:pt x="166750" y="102870"/>
                  </a:lnTo>
                  <a:lnTo>
                    <a:pt x="165226" y="104140"/>
                  </a:lnTo>
                  <a:lnTo>
                    <a:pt x="164464" y="105410"/>
                  </a:lnTo>
                  <a:lnTo>
                    <a:pt x="162559" y="106680"/>
                  </a:lnTo>
                  <a:lnTo>
                    <a:pt x="161798" y="107950"/>
                  </a:lnTo>
                  <a:lnTo>
                    <a:pt x="161289" y="109220"/>
                  </a:lnTo>
                  <a:lnTo>
                    <a:pt x="160654" y="109220"/>
                  </a:lnTo>
                  <a:lnTo>
                    <a:pt x="159893" y="111760"/>
                  </a:lnTo>
                  <a:lnTo>
                    <a:pt x="160020" y="113030"/>
                  </a:lnTo>
                  <a:lnTo>
                    <a:pt x="160400" y="113030"/>
                  </a:lnTo>
                  <a:lnTo>
                    <a:pt x="176529" y="128270"/>
                  </a:lnTo>
                  <a:lnTo>
                    <a:pt x="127761" y="180340"/>
                  </a:lnTo>
                  <a:lnTo>
                    <a:pt x="127380" y="181610"/>
                  </a:lnTo>
                  <a:lnTo>
                    <a:pt x="127380" y="182880"/>
                  </a:lnTo>
                  <a:lnTo>
                    <a:pt x="127634" y="184150"/>
                  </a:lnTo>
                  <a:lnTo>
                    <a:pt x="128015" y="184150"/>
                  </a:lnTo>
                  <a:lnTo>
                    <a:pt x="128524" y="185420"/>
                  </a:lnTo>
                  <a:lnTo>
                    <a:pt x="130048" y="186690"/>
                  </a:lnTo>
                  <a:lnTo>
                    <a:pt x="132333" y="189230"/>
                  </a:lnTo>
                  <a:lnTo>
                    <a:pt x="133603" y="190500"/>
                  </a:lnTo>
                  <a:lnTo>
                    <a:pt x="134747" y="190500"/>
                  </a:lnTo>
                  <a:lnTo>
                    <a:pt x="135635" y="191770"/>
                  </a:lnTo>
                  <a:lnTo>
                    <a:pt x="136651" y="191770"/>
                  </a:lnTo>
                  <a:lnTo>
                    <a:pt x="137413" y="193040"/>
                  </a:lnTo>
                  <a:lnTo>
                    <a:pt x="140588" y="193040"/>
                  </a:lnTo>
                  <a:lnTo>
                    <a:pt x="189737" y="140970"/>
                  </a:lnTo>
                  <a:lnTo>
                    <a:pt x="210857" y="140970"/>
                  </a:lnTo>
                  <a:lnTo>
                    <a:pt x="170179" y="102870"/>
                  </a:lnTo>
                  <a:close/>
                </a:path>
                <a:path w="259715" h="229869">
                  <a:moveTo>
                    <a:pt x="210857" y="140970"/>
                  </a:moveTo>
                  <a:lnTo>
                    <a:pt x="189737" y="140970"/>
                  </a:lnTo>
                  <a:lnTo>
                    <a:pt x="205994" y="156210"/>
                  </a:lnTo>
                  <a:lnTo>
                    <a:pt x="209676" y="156210"/>
                  </a:lnTo>
                  <a:lnTo>
                    <a:pt x="211200" y="153670"/>
                  </a:lnTo>
                  <a:lnTo>
                    <a:pt x="212851" y="152400"/>
                  </a:lnTo>
                  <a:lnTo>
                    <a:pt x="213868" y="151130"/>
                  </a:lnTo>
                  <a:lnTo>
                    <a:pt x="214629" y="151130"/>
                  </a:lnTo>
                  <a:lnTo>
                    <a:pt x="215137" y="149860"/>
                  </a:lnTo>
                  <a:lnTo>
                    <a:pt x="215773" y="149860"/>
                  </a:lnTo>
                  <a:lnTo>
                    <a:pt x="216407" y="147320"/>
                  </a:lnTo>
                  <a:lnTo>
                    <a:pt x="216280" y="146050"/>
                  </a:lnTo>
                  <a:lnTo>
                    <a:pt x="210857" y="140970"/>
                  </a:lnTo>
                  <a:close/>
                </a:path>
                <a:path w="259715" h="229869">
                  <a:moveTo>
                    <a:pt x="119379" y="54610"/>
                  </a:moveTo>
                  <a:lnTo>
                    <a:pt x="116204" y="54610"/>
                  </a:lnTo>
                  <a:lnTo>
                    <a:pt x="114807" y="55880"/>
                  </a:lnTo>
                  <a:lnTo>
                    <a:pt x="114173" y="57150"/>
                  </a:lnTo>
                  <a:lnTo>
                    <a:pt x="113283" y="57150"/>
                  </a:lnTo>
                  <a:lnTo>
                    <a:pt x="112395" y="58420"/>
                  </a:lnTo>
                  <a:lnTo>
                    <a:pt x="111378" y="59690"/>
                  </a:lnTo>
                  <a:lnTo>
                    <a:pt x="110744" y="59690"/>
                  </a:lnTo>
                  <a:lnTo>
                    <a:pt x="110108" y="60960"/>
                  </a:lnTo>
                  <a:lnTo>
                    <a:pt x="109600" y="60960"/>
                  </a:lnTo>
                  <a:lnTo>
                    <a:pt x="109220" y="62230"/>
                  </a:lnTo>
                  <a:lnTo>
                    <a:pt x="108965" y="63500"/>
                  </a:lnTo>
                  <a:lnTo>
                    <a:pt x="108711" y="63500"/>
                  </a:lnTo>
                  <a:lnTo>
                    <a:pt x="108711" y="64770"/>
                  </a:lnTo>
                  <a:lnTo>
                    <a:pt x="108965" y="64770"/>
                  </a:lnTo>
                  <a:lnTo>
                    <a:pt x="125475" y="80010"/>
                  </a:lnTo>
                  <a:lnTo>
                    <a:pt x="76326" y="133350"/>
                  </a:lnTo>
                  <a:lnTo>
                    <a:pt x="76200" y="134620"/>
                  </a:lnTo>
                  <a:lnTo>
                    <a:pt x="76580" y="135890"/>
                  </a:lnTo>
                  <a:lnTo>
                    <a:pt x="76834" y="135890"/>
                  </a:lnTo>
                  <a:lnTo>
                    <a:pt x="77470" y="137160"/>
                  </a:lnTo>
                  <a:lnTo>
                    <a:pt x="80009" y="139700"/>
                  </a:lnTo>
                  <a:lnTo>
                    <a:pt x="81152" y="140970"/>
                  </a:lnTo>
                  <a:lnTo>
                    <a:pt x="83565" y="143510"/>
                  </a:lnTo>
                  <a:lnTo>
                    <a:pt x="84581" y="143510"/>
                  </a:lnTo>
                  <a:lnTo>
                    <a:pt x="85471" y="144780"/>
                  </a:lnTo>
                  <a:lnTo>
                    <a:pt x="86868" y="144780"/>
                  </a:lnTo>
                  <a:lnTo>
                    <a:pt x="87629" y="146050"/>
                  </a:lnTo>
                  <a:lnTo>
                    <a:pt x="89407" y="146050"/>
                  </a:lnTo>
                  <a:lnTo>
                    <a:pt x="89788" y="144780"/>
                  </a:lnTo>
                  <a:lnTo>
                    <a:pt x="138683" y="92710"/>
                  </a:lnTo>
                  <a:lnTo>
                    <a:pt x="159497" y="92710"/>
                  </a:lnTo>
                  <a:lnTo>
                    <a:pt x="119379" y="54610"/>
                  </a:lnTo>
                  <a:close/>
                </a:path>
                <a:path w="259715" h="229869">
                  <a:moveTo>
                    <a:pt x="59929" y="46990"/>
                  </a:moveTo>
                  <a:lnTo>
                    <a:pt x="38100" y="46990"/>
                  </a:lnTo>
                  <a:lnTo>
                    <a:pt x="62229" y="69850"/>
                  </a:lnTo>
                  <a:lnTo>
                    <a:pt x="37464" y="96520"/>
                  </a:lnTo>
                  <a:lnTo>
                    <a:pt x="37337" y="99060"/>
                  </a:lnTo>
                  <a:lnTo>
                    <a:pt x="37973" y="99060"/>
                  </a:lnTo>
                  <a:lnTo>
                    <a:pt x="38480" y="100330"/>
                  </a:lnTo>
                  <a:lnTo>
                    <a:pt x="40004" y="102870"/>
                  </a:lnTo>
                  <a:lnTo>
                    <a:pt x="41021" y="102870"/>
                  </a:lnTo>
                  <a:lnTo>
                    <a:pt x="43687" y="105410"/>
                  </a:lnTo>
                  <a:lnTo>
                    <a:pt x="44703" y="106680"/>
                  </a:lnTo>
                  <a:lnTo>
                    <a:pt x="45593" y="107950"/>
                  </a:lnTo>
                  <a:lnTo>
                    <a:pt x="47371" y="107950"/>
                  </a:lnTo>
                  <a:lnTo>
                    <a:pt x="48005" y="109220"/>
                  </a:lnTo>
                  <a:lnTo>
                    <a:pt x="50926" y="109220"/>
                  </a:lnTo>
                  <a:lnTo>
                    <a:pt x="97580" y="58420"/>
                  </a:lnTo>
                  <a:lnTo>
                    <a:pt x="72771" y="58420"/>
                  </a:lnTo>
                  <a:lnTo>
                    <a:pt x="59929" y="46990"/>
                  </a:lnTo>
                  <a:close/>
                </a:path>
                <a:path w="259715" h="229869">
                  <a:moveTo>
                    <a:pt x="159497" y="92710"/>
                  </a:moveTo>
                  <a:lnTo>
                    <a:pt x="138683" y="92710"/>
                  </a:lnTo>
                  <a:lnTo>
                    <a:pt x="155066" y="107950"/>
                  </a:lnTo>
                  <a:lnTo>
                    <a:pt x="155448" y="109220"/>
                  </a:lnTo>
                  <a:lnTo>
                    <a:pt x="156845" y="109220"/>
                  </a:lnTo>
                  <a:lnTo>
                    <a:pt x="157352" y="107950"/>
                  </a:lnTo>
                  <a:lnTo>
                    <a:pt x="157987" y="107950"/>
                  </a:lnTo>
                  <a:lnTo>
                    <a:pt x="160020" y="106680"/>
                  </a:lnTo>
                  <a:lnTo>
                    <a:pt x="161798" y="104140"/>
                  </a:lnTo>
                  <a:lnTo>
                    <a:pt x="162686" y="104140"/>
                  </a:lnTo>
                  <a:lnTo>
                    <a:pt x="164083" y="101600"/>
                  </a:lnTo>
                  <a:lnTo>
                    <a:pt x="164591" y="101600"/>
                  </a:lnTo>
                  <a:lnTo>
                    <a:pt x="164973" y="100330"/>
                  </a:lnTo>
                  <a:lnTo>
                    <a:pt x="165226" y="100330"/>
                  </a:lnTo>
                  <a:lnTo>
                    <a:pt x="165353" y="97790"/>
                  </a:lnTo>
                  <a:lnTo>
                    <a:pt x="164846" y="97790"/>
                  </a:lnTo>
                  <a:lnTo>
                    <a:pt x="159497" y="92710"/>
                  </a:lnTo>
                  <a:close/>
                </a:path>
                <a:path w="259715" h="229869">
                  <a:moveTo>
                    <a:pt x="169418" y="101600"/>
                  </a:moveTo>
                  <a:lnTo>
                    <a:pt x="168909" y="101600"/>
                  </a:lnTo>
                  <a:lnTo>
                    <a:pt x="168528" y="102870"/>
                  </a:lnTo>
                  <a:lnTo>
                    <a:pt x="169799" y="102870"/>
                  </a:lnTo>
                  <a:lnTo>
                    <a:pt x="169418" y="101600"/>
                  </a:lnTo>
                  <a:close/>
                </a:path>
                <a:path w="259715" h="229869">
                  <a:moveTo>
                    <a:pt x="61213" y="0"/>
                  </a:moveTo>
                  <a:lnTo>
                    <a:pt x="57657" y="0"/>
                  </a:lnTo>
                  <a:lnTo>
                    <a:pt x="507" y="60960"/>
                  </a:lnTo>
                  <a:lnTo>
                    <a:pt x="126" y="60960"/>
                  </a:lnTo>
                  <a:lnTo>
                    <a:pt x="0" y="63500"/>
                  </a:lnTo>
                  <a:lnTo>
                    <a:pt x="761" y="64770"/>
                  </a:lnTo>
                  <a:lnTo>
                    <a:pt x="1270" y="66040"/>
                  </a:lnTo>
                  <a:lnTo>
                    <a:pt x="2794" y="67310"/>
                  </a:lnTo>
                  <a:lnTo>
                    <a:pt x="3809" y="68580"/>
                  </a:lnTo>
                  <a:lnTo>
                    <a:pt x="6350" y="71120"/>
                  </a:lnTo>
                  <a:lnTo>
                    <a:pt x="7493" y="71120"/>
                  </a:lnTo>
                  <a:lnTo>
                    <a:pt x="8381" y="72390"/>
                  </a:lnTo>
                  <a:lnTo>
                    <a:pt x="9398" y="73660"/>
                  </a:lnTo>
                  <a:lnTo>
                    <a:pt x="13588" y="73660"/>
                  </a:lnTo>
                  <a:lnTo>
                    <a:pt x="38100" y="46990"/>
                  </a:lnTo>
                  <a:lnTo>
                    <a:pt x="59929" y="46990"/>
                  </a:lnTo>
                  <a:lnTo>
                    <a:pt x="48513" y="36830"/>
                  </a:lnTo>
                  <a:lnTo>
                    <a:pt x="70865" y="12700"/>
                  </a:lnTo>
                  <a:lnTo>
                    <a:pt x="71374" y="11430"/>
                  </a:lnTo>
                  <a:lnTo>
                    <a:pt x="71247" y="10160"/>
                  </a:lnTo>
                  <a:lnTo>
                    <a:pt x="70993" y="10160"/>
                  </a:lnTo>
                  <a:lnTo>
                    <a:pt x="70611" y="8890"/>
                  </a:lnTo>
                  <a:lnTo>
                    <a:pt x="70103" y="8890"/>
                  </a:lnTo>
                  <a:lnTo>
                    <a:pt x="68579" y="6350"/>
                  </a:lnTo>
                  <a:lnTo>
                    <a:pt x="66294" y="3810"/>
                  </a:lnTo>
                  <a:lnTo>
                    <a:pt x="63880" y="2540"/>
                  </a:lnTo>
                  <a:lnTo>
                    <a:pt x="62991" y="1270"/>
                  </a:lnTo>
                  <a:lnTo>
                    <a:pt x="61975" y="1270"/>
                  </a:lnTo>
                  <a:lnTo>
                    <a:pt x="61213" y="0"/>
                  </a:lnTo>
                  <a:close/>
                </a:path>
                <a:path w="259715" h="229869">
                  <a:moveTo>
                    <a:pt x="97154" y="34290"/>
                  </a:moveTo>
                  <a:lnTo>
                    <a:pt x="95630" y="34290"/>
                  </a:lnTo>
                  <a:lnTo>
                    <a:pt x="95250" y="35560"/>
                  </a:lnTo>
                  <a:lnTo>
                    <a:pt x="72771" y="58420"/>
                  </a:lnTo>
                  <a:lnTo>
                    <a:pt x="97580" y="58420"/>
                  </a:lnTo>
                  <a:lnTo>
                    <a:pt x="108076" y="46990"/>
                  </a:lnTo>
                  <a:lnTo>
                    <a:pt x="108457" y="46990"/>
                  </a:lnTo>
                  <a:lnTo>
                    <a:pt x="108457" y="45720"/>
                  </a:lnTo>
                  <a:lnTo>
                    <a:pt x="108203" y="44450"/>
                  </a:lnTo>
                  <a:lnTo>
                    <a:pt x="107823" y="44450"/>
                  </a:lnTo>
                  <a:lnTo>
                    <a:pt x="107314" y="43180"/>
                  </a:lnTo>
                  <a:lnTo>
                    <a:pt x="105790" y="41910"/>
                  </a:lnTo>
                  <a:lnTo>
                    <a:pt x="104775" y="40640"/>
                  </a:lnTo>
                  <a:lnTo>
                    <a:pt x="102234" y="38100"/>
                  </a:lnTo>
                  <a:lnTo>
                    <a:pt x="101091" y="36830"/>
                  </a:lnTo>
                  <a:lnTo>
                    <a:pt x="100202" y="36830"/>
                  </a:lnTo>
                  <a:lnTo>
                    <a:pt x="99186" y="35560"/>
                  </a:lnTo>
                  <a:lnTo>
                    <a:pt x="97789" y="35560"/>
                  </a:lnTo>
                  <a:lnTo>
                    <a:pt x="97154" y="34290"/>
                  </a:lnTo>
                  <a:close/>
                </a:path>
              </a:pathLst>
            </a:custGeom>
            <a:solidFill>
              <a:srgbClr val="24406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25"/>
            <p:cNvPicPr/>
            <p:nvPr/>
          </p:nvPicPr>
          <p:blipFill>
            <a:blip r:embed="rId6" cstate="print"/>
            <a:stretch>
              <a:fillRect/>
            </a:stretch>
          </p:blipFill>
          <p:spPr>
            <a:xfrm>
              <a:off x="7167371" y="2031517"/>
              <a:ext cx="1109472" cy="234670"/>
            </a:xfrm>
            <a:prstGeom prst="rect">
              <a:avLst/>
            </a:prstGeom>
          </p:spPr>
        </p:pic>
        <p:sp>
          <p:nvSpPr>
            <p:cNvPr id="26" name="object 26"/>
            <p:cNvSpPr/>
            <p:nvPr/>
          </p:nvSpPr>
          <p:spPr>
            <a:xfrm>
              <a:off x="7286752" y="2093468"/>
              <a:ext cx="951865" cy="76200"/>
            </a:xfrm>
            <a:custGeom>
              <a:avLst/>
              <a:gdLst/>
              <a:ahLst/>
              <a:cxnLst/>
              <a:rect l="l" t="t" r="r" b="b"/>
              <a:pathLst>
                <a:path w="951865" h="76200">
                  <a:moveTo>
                    <a:pt x="76200" y="0"/>
                  </a:moveTo>
                  <a:lnTo>
                    <a:pt x="0" y="38100"/>
                  </a:lnTo>
                  <a:lnTo>
                    <a:pt x="76200" y="76200"/>
                  </a:lnTo>
                  <a:lnTo>
                    <a:pt x="76200" y="50810"/>
                  </a:lnTo>
                  <a:lnTo>
                    <a:pt x="63500" y="50810"/>
                  </a:lnTo>
                  <a:lnTo>
                    <a:pt x="63500" y="25410"/>
                  </a:lnTo>
                  <a:lnTo>
                    <a:pt x="76200" y="25410"/>
                  </a:lnTo>
                  <a:lnTo>
                    <a:pt x="76200" y="0"/>
                  </a:lnTo>
                  <a:close/>
                </a:path>
                <a:path w="951865" h="76200">
                  <a:moveTo>
                    <a:pt x="76200" y="25410"/>
                  </a:moveTo>
                  <a:lnTo>
                    <a:pt x="76200" y="50810"/>
                  </a:lnTo>
                  <a:lnTo>
                    <a:pt x="951738" y="51562"/>
                  </a:lnTo>
                  <a:lnTo>
                    <a:pt x="951738" y="26162"/>
                  </a:lnTo>
                  <a:lnTo>
                    <a:pt x="76200" y="25410"/>
                  </a:lnTo>
                  <a:close/>
                </a:path>
                <a:path w="951865" h="76200">
                  <a:moveTo>
                    <a:pt x="76200" y="25410"/>
                  </a:moveTo>
                  <a:lnTo>
                    <a:pt x="63500" y="25410"/>
                  </a:lnTo>
                  <a:lnTo>
                    <a:pt x="63500" y="50810"/>
                  </a:lnTo>
                  <a:lnTo>
                    <a:pt x="76200" y="50810"/>
                  </a:lnTo>
                  <a:lnTo>
                    <a:pt x="76200" y="25410"/>
                  </a:lnTo>
                  <a:close/>
                </a:path>
              </a:pathLst>
            </a:custGeom>
            <a:solidFill>
              <a:srgbClr val="D9959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7"/>
            <p:cNvSpPr/>
            <p:nvPr/>
          </p:nvSpPr>
          <p:spPr>
            <a:xfrm>
              <a:off x="553910" y="894207"/>
              <a:ext cx="6796405" cy="4420235"/>
            </a:xfrm>
            <a:custGeom>
              <a:avLst/>
              <a:gdLst/>
              <a:ahLst/>
              <a:cxnLst/>
              <a:rect l="l" t="t" r="r" b="b"/>
              <a:pathLst>
                <a:path w="6796405" h="4420235">
                  <a:moveTo>
                    <a:pt x="0" y="4420108"/>
                  </a:moveTo>
                  <a:lnTo>
                    <a:pt x="6796278" y="4420108"/>
                  </a:lnTo>
                  <a:lnTo>
                    <a:pt x="6796278" y="0"/>
                  </a:lnTo>
                  <a:lnTo>
                    <a:pt x="0" y="0"/>
                  </a:lnTo>
                  <a:lnTo>
                    <a:pt x="0" y="4420108"/>
                  </a:lnTo>
                  <a:close/>
                </a:path>
              </a:pathLst>
            </a:custGeom>
            <a:ln w="25400">
              <a:solidFill>
                <a:srgbClr val="0F42D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8" name="object 28"/>
          <p:cNvSpPr txBox="1"/>
          <p:nvPr/>
        </p:nvSpPr>
        <p:spPr>
          <a:xfrm>
            <a:off x="5953759" y="881888"/>
            <a:ext cx="131635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F42D2"/>
                </a:solidFill>
                <a:effectLst/>
                <a:uLnTx/>
                <a:uFillTx/>
                <a:latin typeface="Calibri"/>
                <a:cs typeface="Calibri"/>
              </a:rPr>
              <a:t>WIS2</a:t>
            </a:r>
            <a:r>
              <a:rPr kumimoji="0" sz="1800" b="1" i="0" u="none" strike="noStrike" kern="0" cap="none" spc="-15" normalizeH="0" baseline="0" noProof="0" dirty="0">
                <a:ln>
                  <a:noFill/>
                </a:ln>
                <a:solidFill>
                  <a:srgbClr val="0F42D2"/>
                </a:solidFill>
                <a:effectLst/>
                <a:uLnTx/>
                <a:uFillTx/>
                <a:latin typeface="Calibri"/>
                <a:cs typeface="Calibri"/>
              </a:rPr>
              <a:t> </a:t>
            </a:r>
            <a:r>
              <a:rPr kumimoji="0" sz="1800" b="1" i="0" u="none" strike="noStrike" kern="0" cap="none" spc="0" normalizeH="0" baseline="0" noProof="0" dirty="0">
                <a:ln>
                  <a:noFill/>
                </a:ln>
                <a:solidFill>
                  <a:srgbClr val="0F42D2"/>
                </a:solidFill>
                <a:effectLst/>
                <a:uLnTx/>
                <a:uFillTx/>
                <a:latin typeface="Calibri"/>
                <a:cs typeface="Calibri"/>
              </a:rPr>
              <a:t>in</a:t>
            </a:r>
            <a:r>
              <a:rPr kumimoji="0" sz="1800" b="1" i="0" u="none" strike="noStrike" kern="0" cap="none" spc="-20" normalizeH="0" baseline="0" noProof="0" dirty="0">
                <a:ln>
                  <a:noFill/>
                </a:ln>
                <a:solidFill>
                  <a:srgbClr val="0F42D2"/>
                </a:solidFill>
                <a:effectLst/>
                <a:uLnTx/>
                <a:uFillTx/>
                <a:latin typeface="Calibri"/>
                <a:cs typeface="Calibri"/>
              </a:rPr>
              <a:t> </a:t>
            </a:r>
            <a:r>
              <a:rPr kumimoji="0" sz="1800" b="1" i="0" u="none" strike="noStrike" kern="0" cap="none" spc="0" normalizeH="0" baseline="0" noProof="0" dirty="0">
                <a:ln>
                  <a:noFill/>
                </a:ln>
                <a:solidFill>
                  <a:srgbClr val="0F42D2"/>
                </a:solidFill>
                <a:effectLst/>
                <a:uLnTx/>
                <a:uFillTx/>
                <a:latin typeface="Calibri"/>
                <a:cs typeface="Calibri"/>
              </a:rPr>
              <a:t>a </a:t>
            </a:r>
            <a:r>
              <a:rPr kumimoji="0" sz="1800" b="1" i="0" u="none" strike="noStrike" kern="0" cap="none" spc="-25" normalizeH="0" baseline="0" noProof="0" dirty="0">
                <a:ln>
                  <a:noFill/>
                </a:ln>
                <a:solidFill>
                  <a:srgbClr val="0F42D2"/>
                </a:solidFill>
                <a:effectLst/>
                <a:uLnTx/>
                <a:uFillTx/>
                <a:latin typeface="Calibri"/>
                <a:cs typeface="Calibri"/>
              </a:rPr>
              <a:t>box</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grpSp>
        <p:nvGrpSpPr>
          <p:cNvPr id="29" name="object 29"/>
          <p:cNvGrpSpPr/>
          <p:nvPr/>
        </p:nvGrpSpPr>
        <p:grpSpPr>
          <a:xfrm>
            <a:off x="1497457" y="1056170"/>
            <a:ext cx="5859780" cy="4272915"/>
            <a:chOff x="1497457" y="1056170"/>
            <a:chExt cx="5859780" cy="4272915"/>
          </a:xfrm>
        </p:grpSpPr>
        <p:sp>
          <p:nvSpPr>
            <p:cNvPr id="30" name="object 30"/>
            <p:cNvSpPr/>
            <p:nvPr/>
          </p:nvSpPr>
          <p:spPr>
            <a:xfrm>
              <a:off x="2612009" y="4091901"/>
              <a:ext cx="1835785" cy="652145"/>
            </a:xfrm>
            <a:custGeom>
              <a:avLst/>
              <a:gdLst/>
              <a:ahLst/>
              <a:cxnLst/>
              <a:rect l="l" t="t" r="r" b="b"/>
              <a:pathLst>
                <a:path w="1835785" h="652145">
                  <a:moveTo>
                    <a:pt x="1835658" y="0"/>
                  </a:moveTo>
                  <a:lnTo>
                    <a:pt x="0" y="0"/>
                  </a:lnTo>
                  <a:lnTo>
                    <a:pt x="0" y="651802"/>
                  </a:lnTo>
                  <a:lnTo>
                    <a:pt x="1835658" y="651802"/>
                  </a:lnTo>
                  <a:lnTo>
                    <a:pt x="1835658" y="0"/>
                  </a:lnTo>
                  <a:close/>
                </a:path>
              </a:pathLst>
            </a:custGeom>
            <a:solidFill>
              <a:srgbClr val="DBEDF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p:cNvSpPr/>
            <p:nvPr/>
          </p:nvSpPr>
          <p:spPr>
            <a:xfrm>
              <a:off x="2612009" y="4091901"/>
              <a:ext cx="1835785" cy="652145"/>
            </a:xfrm>
            <a:custGeom>
              <a:avLst/>
              <a:gdLst/>
              <a:ahLst/>
              <a:cxnLst/>
              <a:rect l="l" t="t" r="r" b="b"/>
              <a:pathLst>
                <a:path w="1835785" h="652145">
                  <a:moveTo>
                    <a:pt x="0" y="651802"/>
                  </a:moveTo>
                  <a:lnTo>
                    <a:pt x="1835658" y="651802"/>
                  </a:lnTo>
                  <a:lnTo>
                    <a:pt x="1835658" y="0"/>
                  </a:lnTo>
                  <a:lnTo>
                    <a:pt x="0" y="0"/>
                  </a:lnTo>
                  <a:lnTo>
                    <a:pt x="0" y="651802"/>
                  </a:lnTo>
                  <a:close/>
                </a:path>
              </a:pathLst>
            </a:custGeom>
            <a:ln w="1905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p:cNvSpPr/>
            <p:nvPr/>
          </p:nvSpPr>
          <p:spPr>
            <a:xfrm>
              <a:off x="5064886" y="3880103"/>
              <a:ext cx="2277745" cy="1434465"/>
            </a:xfrm>
            <a:custGeom>
              <a:avLst/>
              <a:gdLst/>
              <a:ahLst/>
              <a:cxnLst/>
              <a:rect l="l" t="t" r="r" b="b"/>
              <a:pathLst>
                <a:path w="2277745" h="1434464">
                  <a:moveTo>
                    <a:pt x="2277617" y="0"/>
                  </a:moveTo>
                  <a:lnTo>
                    <a:pt x="0" y="0"/>
                  </a:lnTo>
                  <a:lnTo>
                    <a:pt x="0" y="1434211"/>
                  </a:lnTo>
                  <a:lnTo>
                    <a:pt x="2277617" y="1434211"/>
                  </a:lnTo>
                  <a:lnTo>
                    <a:pt x="2277617" y="0"/>
                  </a:lnTo>
                  <a:close/>
                </a:path>
              </a:pathLst>
            </a:custGeom>
            <a:solidFill>
              <a:srgbClr val="EBF0D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p:nvPr/>
          </p:nvSpPr>
          <p:spPr>
            <a:xfrm>
              <a:off x="5064886" y="3880103"/>
              <a:ext cx="2277745" cy="1434465"/>
            </a:xfrm>
            <a:custGeom>
              <a:avLst/>
              <a:gdLst/>
              <a:ahLst/>
              <a:cxnLst/>
              <a:rect l="l" t="t" r="r" b="b"/>
              <a:pathLst>
                <a:path w="2277745" h="1434464">
                  <a:moveTo>
                    <a:pt x="0" y="1434211"/>
                  </a:moveTo>
                  <a:lnTo>
                    <a:pt x="2277617" y="1434211"/>
                  </a:lnTo>
                  <a:lnTo>
                    <a:pt x="2277617" y="0"/>
                  </a:lnTo>
                  <a:lnTo>
                    <a:pt x="0" y="0"/>
                  </a:lnTo>
                  <a:lnTo>
                    <a:pt x="0" y="1434211"/>
                  </a:lnTo>
                  <a:close/>
                </a:path>
              </a:pathLst>
            </a:custGeom>
            <a:ln w="28575">
              <a:solidFill>
                <a:srgbClr val="77923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p:cNvSpPr/>
            <p:nvPr/>
          </p:nvSpPr>
          <p:spPr>
            <a:xfrm>
              <a:off x="1497457" y="1056170"/>
              <a:ext cx="3014345" cy="905510"/>
            </a:xfrm>
            <a:custGeom>
              <a:avLst/>
              <a:gdLst/>
              <a:ahLst/>
              <a:cxnLst/>
              <a:rect l="l" t="t" r="r" b="b"/>
              <a:pathLst>
                <a:path w="3014345" h="905510">
                  <a:moveTo>
                    <a:pt x="3014091" y="0"/>
                  </a:moveTo>
                  <a:lnTo>
                    <a:pt x="0" y="0"/>
                  </a:lnTo>
                  <a:lnTo>
                    <a:pt x="0" y="905471"/>
                  </a:lnTo>
                  <a:lnTo>
                    <a:pt x="3014091" y="905471"/>
                  </a:lnTo>
                  <a:lnTo>
                    <a:pt x="3014091" y="0"/>
                  </a:lnTo>
                  <a:close/>
                </a:path>
              </a:pathLst>
            </a:custGeom>
            <a:solidFill>
              <a:srgbClr val="B8CD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5" name="object 35" descr="MinIO | Understand the guidelines for using MinIO's marks"/>
            <p:cNvPicPr/>
            <p:nvPr/>
          </p:nvPicPr>
          <p:blipFill>
            <a:blip r:embed="rId7" cstate="print"/>
            <a:stretch>
              <a:fillRect/>
            </a:stretch>
          </p:blipFill>
          <p:spPr>
            <a:xfrm>
              <a:off x="3506342" y="1168920"/>
              <a:ext cx="939571" cy="133210"/>
            </a:xfrm>
            <a:prstGeom prst="rect">
              <a:avLst/>
            </a:prstGeom>
          </p:spPr>
        </p:pic>
        <p:sp>
          <p:nvSpPr>
            <p:cNvPr id="36" name="object 36"/>
            <p:cNvSpPr/>
            <p:nvPr/>
          </p:nvSpPr>
          <p:spPr>
            <a:xfrm>
              <a:off x="1651508" y="1563116"/>
              <a:ext cx="1233805" cy="331470"/>
            </a:xfrm>
            <a:custGeom>
              <a:avLst/>
              <a:gdLst/>
              <a:ahLst/>
              <a:cxnLst/>
              <a:rect l="l" t="t" r="r" b="b"/>
              <a:pathLst>
                <a:path w="1233805" h="331469">
                  <a:moveTo>
                    <a:pt x="1233309" y="0"/>
                  </a:moveTo>
                  <a:lnTo>
                    <a:pt x="0" y="0"/>
                  </a:lnTo>
                  <a:lnTo>
                    <a:pt x="0" y="331215"/>
                  </a:lnTo>
                  <a:lnTo>
                    <a:pt x="1233309" y="331215"/>
                  </a:lnTo>
                  <a:lnTo>
                    <a:pt x="1233309" y="0"/>
                  </a:lnTo>
                  <a:close/>
                </a:path>
              </a:pathLst>
            </a:custGeom>
            <a:solidFill>
              <a:srgbClr val="004F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7" name="object 37"/>
          <p:cNvSpPr txBox="1"/>
          <p:nvPr/>
        </p:nvSpPr>
        <p:spPr>
          <a:xfrm>
            <a:off x="1818894" y="1596898"/>
            <a:ext cx="654050"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dirty="0">
                <a:ln>
                  <a:noFill/>
                </a:ln>
                <a:solidFill>
                  <a:srgbClr val="FFFFFF"/>
                </a:solidFill>
                <a:effectLst/>
                <a:uLnTx/>
                <a:uFillTx/>
                <a:latin typeface="Calibri"/>
                <a:cs typeface="Calibri"/>
              </a:rPr>
              <a:t>incoming</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38" name="object 38"/>
          <p:cNvGrpSpPr/>
          <p:nvPr/>
        </p:nvGrpSpPr>
        <p:grpSpPr>
          <a:xfrm>
            <a:off x="2539745" y="1550416"/>
            <a:ext cx="1892935" cy="335915"/>
            <a:chOff x="2539745" y="1550416"/>
            <a:chExt cx="1892935" cy="335915"/>
          </a:xfrm>
        </p:grpSpPr>
        <p:pic>
          <p:nvPicPr>
            <p:cNvPr id="39" name="object 39"/>
            <p:cNvPicPr/>
            <p:nvPr/>
          </p:nvPicPr>
          <p:blipFill>
            <a:blip r:embed="rId8" cstate="print"/>
            <a:stretch>
              <a:fillRect/>
            </a:stretch>
          </p:blipFill>
          <p:spPr>
            <a:xfrm>
              <a:off x="2539745" y="1576006"/>
              <a:ext cx="296811" cy="309816"/>
            </a:xfrm>
            <a:prstGeom prst="rect">
              <a:avLst/>
            </a:prstGeom>
          </p:spPr>
        </p:pic>
        <p:sp>
          <p:nvSpPr>
            <p:cNvPr id="40" name="object 40"/>
            <p:cNvSpPr/>
            <p:nvPr/>
          </p:nvSpPr>
          <p:spPr>
            <a:xfrm>
              <a:off x="3199129" y="1550416"/>
              <a:ext cx="1233805" cy="331470"/>
            </a:xfrm>
            <a:custGeom>
              <a:avLst/>
              <a:gdLst/>
              <a:ahLst/>
              <a:cxnLst/>
              <a:rect l="l" t="t" r="r" b="b"/>
              <a:pathLst>
                <a:path w="1233804" h="331469">
                  <a:moveTo>
                    <a:pt x="1233309" y="0"/>
                  </a:moveTo>
                  <a:lnTo>
                    <a:pt x="0" y="0"/>
                  </a:lnTo>
                  <a:lnTo>
                    <a:pt x="0" y="331215"/>
                  </a:lnTo>
                  <a:lnTo>
                    <a:pt x="1233309" y="331215"/>
                  </a:lnTo>
                  <a:lnTo>
                    <a:pt x="1233309" y="0"/>
                  </a:lnTo>
                  <a:close/>
                </a:path>
              </a:pathLst>
            </a:custGeom>
            <a:solidFill>
              <a:srgbClr val="004F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1" name="object 41"/>
          <p:cNvSpPr txBox="1"/>
          <p:nvPr/>
        </p:nvSpPr>
        <p:spPr>
          <a:xfrm>
            <a:off x="3366642" y="1584198"/>
            <a:ext cx="441959"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dirty="0">
                <a:ln>
                  <a:noFill/>
                </a:ln>
                <a:solidFill>
                  <a:srgbClr val="FFFFFF"/>
                </a:solidFill>
                <a:effectLst/>
                <a:uLnTx/>
                <a:uFillTx/>
                <a:latin typeface="Calibri"/>
                <a:cs typeface="Calibri"/>
              </a:rPr>
              <a:t>public</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42" name="object 42"/>
          <p:cNvGrpSpPr/>
          <p:nvPr/>
        </p:nvGrpSpPr>
        <p:grpSpPr>
          <a:xfrm>
            <a:off x="1798383" y="1563166"/>
            <a:ext cx="5541645" cy="3644265"/>
            <a:chOff x="1798383" y="1563166"/>
            <a:chExt cx="5541645" cy="3644265"/>
          </a:xfrm>
        </p:grpSpPr>
        <p:pic>
          <p:nvPicPr>
            <p:cNvPr id="43" name="object 43"/>
            <p:cNvPicPr/>
            <p:nvPr/>
          </p:nvPicPr>
          <p:blipFill>
            <a:blip r:embed="rId8" cstate="print"/>
            <a:stretch>
              <a:fillRect/>
            </a:stretch>
          </p:blipFill>
          <p:spPr>
            <a:xfrm>
              <a:off x="4087367" y="1563166"/>
              <a:ext cx="296811" cy="309829"/>
            </a:xfrm>
            <a:prstGeom prst="rect">
              <a:avLst/>
            </a:prstGeom>
          </p:spPr>
        </p:pic>
        <p:sp>
          <p:nvSpPr>
            <p:cNvPr id="44" name="object 44"/>
            <p:cNvSpPr/>
            <p:nvPr/>
          </p:nvSpPr>
          <p:spPr>
            <a:xfrm>
              <a:off x="6158483" y="2121280"/>
              <a:ext cx="1181735" cy="805815"/>
            </a:xfrm>
            <a:custGeom>
              <a:avLst/>
              <a:gdLst/>
              <a:ahLst/>
              <a:cxnLst/>
              <a:rect l="l" t="t" r="r" b="b"/>
              <a:pathLst>
                <a:path w="1181734" h="805814">
                  <a:moveTo>
                    <a:pt x="0" y="805815"/>
                  </a:moveTo>
                  <a:lnTo>
                    <a:pt x="1181201" y="805815"/>
                  </a:lnTo>
                  <a:lnTo>
                    <a:pt x="1181201" y="0"/>
                  </a:lnTo>
                  <a:lnTo>
                    <a:pt x="0" y="0"/>
                  </a:lnTo>
                  <a:lnTo>
                    <a:pt x="0" y="805815"/>
                  </a:lnTo>
                  <a:close/>
                </a:path>
              </a:pathLst>
            </a:custGeom>
            <a:solidFill>
              <a:srgbClr val="F1DCD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5" name="object 45" descr="Eclipse Mosquitto by CEDALO GmbH - ctrlX AUTOMATION"/>
            <p:cNvPicPr/>
            <p:nvPr/>
          </p:nvPicPr>
          <p:blipFill>
            <a:blip r:embed="rId9" cstate="print"/>
            <a:stretch>
              <a:fillRect/>
            </a:stretch>
          </p:blipFill>
          <p:spPr>
            <a:xfrm>
              <a:off x="6272530" y="2373579"/>
              <a:ext cx="959535" cy="541070"/>
            </a:xfrm>
            <a:prstGeom prst="rect">
              <a:avLst/>
            </a:prstGeom>
          </p:spPr>
        </p:pic>
        <p:pic>
          <p:nvPicPr>
            <p:cNvPr id="46" name="object 46" descr="Monitoring Ultimatearm Outline icon"/>
            <p:cNvPicPr/>
            <p:nvPr/>
          </p:nvPicPr>
          <p:blipFill>
            <a:blip r:embed="rId10" cstate="print"/>
            <a:stretch>
              <a:fillRect/>
            </a:stretch>
          </p:blipFill>
          <p:spPr>
            <a:xfrm>
              <a:off x="5150611" y="4507458"/>
              <a:ext cx="699922" cy="699922"/>
            </a:xfrm>
            <a:prstGeom prst="rect">
              <a:avLst/>
            </a:prstGeom>
          </p:spPr>
        </p:pic>
        <p:sp>
          <p:nvSpPr>
            <p:cNvPr id="47" name="object 47"/>
            <p:cNvSpPr/>
            <p:nvPr/>
          </p:nvSpPr>
          <p:spPr>
            <a:xfrm>
              <a:off x="1812670" y="2462199"/>
              <a:ext cx="2634615" cy="1038860"/>
            </a:xfrm>
            <a:custGeom>
              <a:avLst/>
              <a:gdLst/>
              <a:ahLst/>
              <a:cxnLst/>
              <a:rect l="l" t="t" r="r" b="b"/>
              <a:pathLst>
                <a:path w="2634615" h="1038860">
                  <a:moveTo>
                    <a:pt x="2634107" y="0"/>
                  </a:moveTo>
                  <a:lnTo>
                    <a:pt x="0" y="0"/>
                  </a:lnTo>
                  <a:lnTo>
                    <a:pt x="0" y="1038555"/>
                  </a:lnTo>
                  <a:lnTo>
                    <a:pt x="2634107" y="1038555"/>
                  </a:lnTo>
                  <a:lnTo>
                    <a:pt x="2634107" y="0"/>
                  </a:lnTo>
                  <a:close/>
                </a:path>
              </a:pathLst>
            </a:custGeom>
            <a:solidFill>
              <a:srgbClr val="DBEDF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48"/>
            <p:cNvSpPr/>
            <p:nvPr/>
          </p:nvSpPr>
          <p:spPr>
            <a:xfrm>
              <a:off x="1812670" y="2462199"/>
              <a:ext cx="2634615" cy="1038860"/>
            </a:xfrm>
            <a:custGeom>
              <a:avLst/>
              <a:gdLst/>
              <a:ahLst/>
              <a:cxnLst/>
              <a:rect l="l" t="t" r="r" b="b"/>
              <a:pathLst>
                <a:path w="2634615" h="1038860">
                  <a:moveTo>
                    <a:pt x="0" y="1038555"/>
                  </a:moveTo>
                  <a:lnTo>
                    <a:pt x="2634107" y="1038555"/>
                  </a:lnTo>
                  <a:lnTo>
                    <a:pt x="2634107" y="0"/>
                  </a:lnTo>
                  <a:lnTo>
                    <a:pt x="0" y="0"/>
                  </a:lnTo>
                  <a:lnTo>
                    <a:pt x="0" y="1038555"/>
                  </a:lnTo>
                  <a:close/>
                </a:path>
              </a:pathLst>
            </a:custGeom>
            <a:ln w="285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9" name="object 49"/>
          <p:cNvSpPr txBox="1"/>
          <p:nvPr/>
        </p:nvSpPr>
        <p:spPr>
          <a:xfrm>
            <a:off x="2505582" y="2459227"/>
            <a:ext cx="1901825" cy="958215"/>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0D0D0D"/>
                </a:solidFill>
                <a:effectLst/>
                <a:uLnTx/>
                <a:uFillTx/>
                <a:latin typeface="Calibri"/>
                <a:cs typeface="Calibri"/>
              </a:rPr>
              <a:t>wis2box-management</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327660" marR="6985" lvl="0" indent="274320" algn="r" defTabSz="914400" eaLnBrk="1" fontAlgn="auto" latinLnBrk="0" hangingPunct="1">
              <a:lnSpc>
                <a:spcPct val="100000"/>
              </a:lnSpc>
              <a:spcBef>
                <a:spcPts val="1105"/>
              </a:spcBef>
              <a:spcAft>
                <a:spcPts val="0"/>
              </a:spcAft>
              <a:buClrTx/>
              <a:buSzTx/>
              <a:buFontTx/>
              <a:buNone/>
              <a:tabLst/>
              <a:defRPr/>
            </a:pPr>
            <a:r>
              <a:rPr kumimoji="0" sz="1200" b="0" i="0" u="none" strike="noStrike" kern="0" cap="none" spc="0" normalizeH="0" baseline="0" noProof="0" dirty="0">
                <a:ln>
                  <a:noFill/>
                </a:ln>
                <a:solidFill>
                  <a:srgbClr val="0D0D0D"/>
                </a:solidFill>
                <a:effectLst/>
                <a:uLnTx/>
                <a:uFillTx/>
                <a:latin typeface="Calibri"/>
                <a:cs typeface="Calibri"/>
              </a:rPr>
              <a:t>apply</a:t>
            </a:r>
            <a:r>
              <a:rPr kumimoji="0" sz="1200" b="0" i="0" u="none" strike="noStrike" kern="0" cap="none" spc="-30" normalizeH="0" baseline="0" noProof="0" dirty="0">
                <a:ln>
                  <a:noFill/>
                </a:ln>
                <a:solidFill>
                  <a:srgbClr val="0D0D0D"/>
                </a:solidFill>
                <a:effectLst/>
                <a:uLnTx/>
                <a:uFillTx/>
                <a:latin typeface="Calibri"/>
                <a:cs typeface="Calibri"/>
              </a:rPr>
              <a:t> </a:t>
            </a:r>
            <a:r>
              <a:rPr kumimoji="0" sz="1200" b="0" i="0" u="none" strike="noStrike" kern="0" cap="none" spc="0" normalizeH="0" baseline="0" noProof="0" dirty="0">
                <a:ln>
                  <a:noFill/>
                </a:ln>
                <a:solidFill>
                  <a:srgbClr val="0D0D0D"/>
                </a:solidFill>
                <a:effectLst/>
                <a:uLnTx/>
                <a:uFillTx/>
                <a:latin typeface="Calibri"/>
                <a:cs typeface="Calibri"/>
              </a:rPr>
              <a:t>data</a:t>
            </a:r>
            <a:r>
              <a:rPr kumimoji="0" sz="1200" b="0" i="0" u="none" strike="noStrike" kern="0" cap="none" spc="-20" normalizeH="0" baseline="0" noProof="0" dirty="0">
                <a:ln>
                  <a:noFill/>
                </a:ln>
                <a:solidFill>
                  <a:srgbClr val="0D0D0D"/>
                </a:solidFill>
                <a:effectLst/>
                <a:uLnTx/>
                <a:uFillTx/>
                <a:latin typeface="Calibri"/>
                <a:cs typeface="Calibri"/>
              </a:rPr>
              <a:t> </a:t>
            </a:r>
            <a:r>
              <a:rPr kumimoji="0" sz="1200" b="0" i="0" u="none" strike="noStrike" kern="0" cap="none" spc="-10" normalizeH="0" baseline="0" noProof="0" dirty="0">
                <a:ln>
                  <a:noFill/>
                </a:ln>
                <a:solidFill>
                  <a:srgbClr val="0D0D0D"/>
                </a:solidFill>
                <a:effectLst/>
                <a:uLnTx/>
                <a:uFillTx/>
                <a:latin typeface="Calibri"/>
                <a:cs typeface="Calibri"/>
              </a:rPr>
              <a:t>mappings </a:t>
            </a:r>
            <a:r>
              <a:rPr kumimoji="0" sz="1200" b="0" i="0" u="none" strike="noStrike" kern="0" cap="none" spc="0" normalizeH="0" baseline="0" noProof="0" dirty="0">
                <a:ln>
                  <a:noFill/>
                </a:ln>
                <a:solidFill>
                  <a:srgbClr val="0D0D0D"/>
                </a:solidFill>
                <a:effectLst/>
                <a:uLnTx/>
                <a:uFillTx/>
                <a:latin typeface="Calibri"/>
                <a:cs typeface="Calibri"/>
              </a:rPr>
              <a:t>create</a:t>
            </a:r>
            <a:r>
              <a:rPr kumimoji="0" sz="1200" b="0" i="0" u="none" strike="noStrike" kern="0" cap="none" spc="-15" normalizeH="0" baseline="0" noProof="0" dirty="0">
                <a:ln>
                  <a:noFill/>
                </a:ln>
                <a:solidFill>
                  <a:srgbClr val="0D0D0D"/>
                </a:solidFill>
                <a:effectLst/>
                <a:uLnTx/>
                <a:uFillTx/>
                <a:latin typeface="Calibri"/>
                <a:cs typeface="Calibri"/>
              </a:rPr>
              <a:t> </a:t>
            </a:r>
            <a:r>
              <a:rPr kumimoji="0" sz="1200" b="0" i="0" u="none" strike="noStrike" kern="0" cap="none" spc="0" normalizeH="0" baseline="0" noProof="0" dirty="0">
                <a:ln>
                  <a:noFill/>
                </a:ln>
                <a:solidFill>
                  <a:srgbClr val="0D0D0D"/>
                </a:solidFill>
                <a:effectLst/>
                <a:uLnTx/>
                <a:uFillTx/>
                <a:latin typeface="Calibri"/>
                <a:cs typeface="Calibri"/>
              </a:rPr>
              <a:t>WIS2 </a:t>
            </a:r>
            <a:r>
              <a:rPr kumimoji="0" sz="1200" b="0" i="0" u="none" strike="noStrike" kern="0" cap="none" spc="-10" normalizeH="0" baseline="0" noProof="0" dirty="0">
                <a:ln>
                  <a:noFill/>
                </a:ln>
                <a:solidFill>
                  <a:srgbClr val="0D0D0D"/>
                </a:solidFill>
                <a:effectLst/>
                <a:uLnTx/>
                <a:uFillTx/>
                <a:latin typeface="Calibri"/>
                <a:cs typeface="Calibri"/>
              </a:rPr>
              <a:t>notifications </a:t>
            </a:r>
            <a:r>
              <a:rPr kumimoji="0" sz="1200" b="0" i="0" u="none" strike="noStrike" kern="0" cap="none" spc="0" normalizeH="0" baseline="0" noProof="0" dirty="0">
                <a:ln>
                  <a:noFill/>
                </a:ln>
                <a:solidFill>
                  <a:srgbClr val="0D0D0D"/>
                </a:solidFill>
                <a:effectLst/>
                <a:uLnTx/>
                <a:uFillTx/>
                <a:latin typeface="Calibri"/>
                <a:cs typeface="Calibri"/>
              </a:rPr>
              <a:t>create</a:t>
            </a:r>
            <a:r>
              <a:rPr kumimoji="0" sz="1200" b="0" i="0" u="none" strike="noStrike" kern="0" cap="none" spc="-25" normalizeH="0" baseline="0" noProof="0" dirty="0">
                <a:ln>
                  <a:noFill/>
                </a:ln>
                <a:solidFill>
                  <a:srgbClr val="0D0D0D"/>
                </a:solidFill>
                <a:effectLst/>
                <a:uLnTx/>
                <a:uFillTx/>
                <a:latin typeface="Calibri"/>
                <a:cs typeface="Calibri"/>
              </a:rPr>
              <a:t> </a:t>
            </a:r>
            <a:r>
              <a:rPr kumimoji="0" sz="1200" b="0" i="0" u="none" strike="noStrike" kern="0" cap="none" spc="0" normalizeH="0" baseline="0" noProof="0" dirty="0">
                <a:ln>
                  <a:noFill/>
                </a:ln>
                <a:solidFill>
                  <a:srgbClr val="0D0D0D"/>
                </a:solidFill>
                <a:effectLst/>
                <a:uLnTx/>
                <a:uFillTx/>
                <a:latin typeface="Calibri"/>
                <a:cs typeface="Calibri"/>
              </a:rPr>
              <a:t>WCMP2</a:t>
            </a:r>
            <a:r>
              <a:rPr kumimoji="0" sz="1200" b="0" i="0" u="none" strike="noStrike" kern="0" cap="none" spc="-20" normalizeH="0" baseline="0" noProof="0" dirty="0">
                <a:ln>
                  <a:noFill/>
                </a:ln>
                <a:solidFill>
                  <a:srgbClr val="0D0D0D"/>
                </a:solidFill>
                <a:effectLst/>
                <a:uLnTx/>
                <a:uFillTx/>
                <a:latin typeface="Calibri"/>
                <a:cs typeface="Calibri"/>
              </a:rPr>
              <a:t> </a:t>
            </a:r>
            <a:r>
              <a:rPr kumimoji="0" sz="1200" b="0" i="0" u="none" strike="noStrike" kern="0" cap="none" spc="-10" normalizeH="0" baseline="0" noProof="0" dirty="0">
                <a:ln>
                  <a:noFill/>
                </a:ln>
                <a:solidFill>
                  <a:srgbClr val="0D0D0D"/>
                </a:solidFill>
                <a:effectLst/>
                <a:uLnTx/>
                <a:uFillTx/>
                <a:latin typeface="Calibri"/>
                <a:cs typeface="Calibri"/>
              </a:rPr>
              <a:t>records</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pic>
        <p:nvPicPr>
          <p:cNvPr id="50" name="object 50" descr="Input, system, operation, process, insert icon - Download on Iconfinder"/>
          <p:cNvPicPr/>
          <p:nvPr/>
        </p:nvPicPr>
        <p:blipFill>
          <a:blip r:embed="rId11" cstate="print"/>
          <a:stretch>
            <a:fillRect/>
          </a:stretch>
        </p:blipFill>
        <p:spPr>
          <a:xfrm>
            <a:off x="1919351" y="2478455"/>
            <a:ext cx="692607" cy="692556"/>
          </a:xfrm>
          <a:prstGeom prst="rect">
            <a:avLst/>
          </a:prstGeom>
        </p:spPr>
      </p:pic>
      <p:sp>
        <p:nvSpPr>
          <p:cNvPr id="51" name="object 51"/>
          <p:cNvSpPr txBox="1"/>
          <p:nvPr/>
        </p:nvSpPr>
        <p:spPr>
          <a:xfrm>
            <a:off x="5206110" y="3846153"/>
            <a:ext cx="1868805" cy="1374775"/>
          </a:xfrm>
          <a:prstGeom prst="rect">
            <a:avLst/>
          </a:prstGeom>
        </p:spPr>
        <p:txBody>
          <a:bodyPr vert="horz" wrap="square" lIns="0" tIns="70485" rIns="0" bIns="0" rtlCol="0">
            <a:spAutoFit/>
          </a:bodyPr>
          <a:lstStyle/>
          <a:p>
            <a:pPr marL="12700" marR="0" lvl="0" indent="0" defTabSz="914400" eaLnBrk="1" fontAlgn="auto" latinLnBrk="0" hangingPunct="1">
              <a:lnSpc>
                <a:spcPct val="100000"/>
              </a:lnSpc>
              <a:spcBef>
                <a:spcPts val="555"/>
              </a:spcBef>
              <a:spcAft>
                <a:spcPts val="0"/>
              </a:spcAft>
              <a:buClrTx/>
              <a:buSzTx/>
              <a:buFontTx/>
              <a:buNone/>
              <a:tabLst/>
              <a:defRPr/>
            </a:pPr>
            <a:r>
              <a:rPr kumimoji="0" sz="1600" b="1" i="0" u="none" strike="noStrike" kern="0" cap="none" spc="-10" normalizeH="0" baseline="0" noProof="0" dirty="0">
                <a:ln>
                  <a:noFill/>
                </a:ln>
                <a:solidFill>
                  <a:srgbClr val="4F6128"/>
                </a:solidFill>
                <a:effectLst/>
                <a:uLnTx/>
                <a:uFillTx/>
                <a:latin typeface="Calibri"/>
                <a:cs typeface="Calibri"/>
              </a:rPr>
              <a:t>web-interfaces</a:t>
            </a:r>
            <a:endParaRPr kumimoji="0" sz="1600" b="0" i="0" u="none" strike="noStrike" kern="0" cap="none" spc="0" normalizeH="0" baseline="0" noProof="0">
              <a:ln>
                <a:noFill/>
              </a:ln>
              <a:solidFill>
                <a:sysClr val="windowText" lastClr="000000"/>
              </a:solidFill>
              <a:effectLst/>
              <a:uLnTx/>
              <a:uFillTx/>
              <a:latin typeface="Calibri"/>
              <a:cs typeface="Calibri"/>
            </a:endParaRPr>
          </a:p>
          <a:p>
            <a:pPr marL="846455" marR="5080" lvl="0" indent="375920" algn="r" defTabSz="914400" eaLnBrk="1" fontAlgn="auto" latinLnBrk="0" hangingPunct="1">
              <a:lnSpc>
                <a:spcPct val="100000"/>
              </a:lnSpc>
              <a:spcBef>
                <a:spcPts val="325"/>
              </a:spcBef>
              <a:spcAft>
                <a:spcPts val="0"/>
              </a:spcAft>
              <a:buClrTx/>
              <a:buSzTx/>
              <a:buFontTx/>
              <a:buNone/>
              <a:tabLst/>
              <a:defRPr/>
            </a:pPr>
            <a:r>
              <a:rPr kumimoji="0" sz="1100" b="0" i="0" u="none" strike="noStrike" kern="0" cap="none" spc="-10" normalizeH="0" baseline="0" noProof="0" dirty="0">
                <a:ln>
                  <a:noFill/>
                </a:ln>
                <a:solidFill>
                  <a:sysClr val="windowText" lastClr="000000"/>
                </a:solidFill>
                <a:effectLst/>
                <a:uLnTx/>
                <a:uFillTx/>
                <a:latin typeface="Calibri"/>
                <a:cs typeface="Calibri"/>
              </a:rPr>
              <a:t>monitoring map-display timeseries </a:t>
            </a:r>
            <a:r>
              <a:rPr kumimoji="0" sz="1100" b="0" i="0" u="none" strike="noStrike" kern="0" cap="none" spc="0" normalizeH="0" baseline="0" noProof="0" dirty="0">
                <a:ln>
                  <a:noFill/>
                </a:ln>
                <a:solidFill>
                  <a:sysClr val="windowText" lastClr="000000"/>
                </a:solidFill>
                <a:effectLst/>
                <a:uLnTx/>
                <a:uFillTx/>
                <a:latin typeface="Calibri"/>
                <a:cs typeface="Calibri"/>
              </a:rPr>
              <a:t>dataset-</a:t>
            </a:r>
            <a:r>
              <a:rPr kumimoji="0" sz="1100" b="0" i="0" u="none" strike="noStrike" kern="0" cap="none" spc="-10" normalizeH="0" baseline="0" noProof="0" dirty="0">
                <a:ln>
                  <a:noFill/>
                </a:ln>
                <a:solidFill>
                  <a:sysClr val="windowText" lastClr="000000"/>
                </a:solidFill>
                <a:effectLst/>
                <a:uLnTx/>
                <a:uFillTx/>
                <a:latin typeface="Calibri"/>
                <a:cs typeface="Calibri"/>
              </a:rPr>
              <a:t>editor FM-</a:t>
            </a:r>
            <a:r>
              <a:rPr kumimoji="0" sz="1100" b="0" i="0" u="none" strike="noStrike" kern="0" cap="none" spc="0" normalizeH="0" baseline="0" noProof="0" dirty="0">
                <a:ln>
                  <a:noFill/>
                </a:ln>
                <a:solidFill>
                  <a:sysClr val="windowText" lastClr="000000"/>
                </a:solidFill>
                <a:effectLst/>
                <a:uLnTx/>
                <a:uFillTx/>
                <a:latin typeface="Calibri"/>
                <a:cs typeface="Calibri"/>
              </a:rPr>
              <a:t>12</a:t>
            </a:r>
            <a:r>
              <a:rPr kumimoji="0" sz="1100" b="0" i="0" u="none" strike="noStrike" kern="0" cap="none" spc="-25" normalizeH="0" baseline="0" noProof="0" dirty="0">
                <a:ln>
                  <a:noFill/>
                </a:ln>
                <a:solidFill>
                  <a:sysClr val="windowText" lastClr="000000"/>
                </a:solidFill>
                <a:effectLst/>
                <a:uLnTx/>
                <a:uFillTx/>
                <a:latin typeface="Calibri"/>
                <a:cs typeface="Calibri"/>
              </a:rPr>
              <a:t> </a:t>
            </a:r>
            <a:r>
              <a:rPr kumimoji="0" sz="1100" b="0" i="0" u="none" strike="noStrike" kern="0" cap="none" spc="0" normalizeH="0" baseline="0" noProof="0" dirty="0">
                <a:ln>
                  <a:noFill/>
                </a:ln>
                <a:solidFill>
                  <a:sysClr val="windowText" lastClr="000000"/>
                </a:solidFill>
                <a:effectLst/>
                <a:uLnTx/>
                <a:uFillTx/>
                <a:latin typeface="Calibri"/>
                <a:cs typeface="Calibri"/>
              </a:rPr>
              <a:t>input</a:t>
            </a:r>
            <a:r>
              <a:rPr kumimoji="0" sz="1100" b="0" i="0" u="none" strike="noStrike" kern="0" cap="none" spc="-10" normalizeH="0" baseline="0" noProof="0" dirty="0">
                <a:ln>
                  <a:noFill/>
                </a:ln>
                <a:solidFill>
                  <a:sysClr val="windowText" lastClr="000000"/>
                </a:solidFill>
                <a:effectLst/>
                <a:uLnTx/>
                <a:uFillTx/>
                <a:latin typeface="Calibri"/>
                <a:cs typeface="Calibri"/>
              </a:rPr>
              <a:t> </a:t>
            </a:r>
            <a:r>
              <a:rPr kumimoji="0" sz="1100" b="0" i="0" u="none" strike="noStrike" kern="0" cap="none" spc="-20" normalizeH="0" baseline="0" noProof="0" dirty="0">
                <a:ln>
                  <a:noFill/>
                </a:ln>
                <a:solidFill>
                  <a:sysClr val="windowText" lastClr="000000"/>
                </a:solidFill>
                <a:effectLst/>
                <a:uLnTx/>
                <a:uFillTx/>
                <a:latin typeface="Calibri"/>
                <a:cs typeface="Calibri"/>
              </a:rPr>
              <a:t>form </a:t>
            </a:r>
            <a:r>
              <a:rPr kumimoji="0" sz="1100" b="0" i="0" u="none" strike="noStrike" kern="0" cap="none" spc="0" normalizeH="0" baseline="0" noProof="0" dirty="0">
                <a:ln>
                  <a:noFill/>
                </a:ln>
                <a:solidFill>
                  <a:sysClr val="windowText" lastClr="000000"/>
                </a:solidFill>
                <a:effectLst/>
                <a:uLnTx/>
                <a:uFillTx/>
                <a:latin typeface="Calibri"/>
                <a:cs typeface="Calibri"/>
              </a:rPr>
              <a:t>station-</a:t>
            </a:r>
            <a:r>
              <a:rPr kumimoji="0" sz="1100" b="0" i="0" u="none" strike="noStrike" kern="0" cap="none" spc="-10" normalizeH="0" baseline="0" noProof="0" dirty="0">
                <a:ln>
                  <a:noFill/>
                </a:ln>
                <a:solidFill>
                  <a:sysClr val="windowText" lastClr="000000"/>
                </a:solidFill>
                <a:effectLst/>
                <a:uLnTx/>
                <a:uFillTx/>
                <a:latin typeface="Calibri"/>
                <a:cs typeface="Calibri"/>
              </a:rPr>
              <a:t>editor</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sp>
        <p:nvSpPr>
          <p:cNvPr id="52" name="object 52"/>
          <p:cNvSpPr txBox="1"/>
          <p:nvPr/>
        </p:nvSpPr>
        <p:spPr>
          <a:xfrm>
            <a:off x="2691129" y="4082288"/>
            <a:ext cx="117157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10" normalizeH="0" baseline="0" noProof="0" dirty="0">
                <a:ln>
                  <a:noFill/>
                </a:ln>
                <a:solidFill>
                  <a:srgbClr val="004F9F"/>
                </a:solidFill>
                <a:effectLst/>
                <a:uLnTx/>
                <a:uFillTx/>
                <a:latin typeface="Calibri"/>
                <a:cs typeface="Calibri"/>
              </a:rPr>
              <a:t>wis2box-</a:t>
            </a:r>
            <a:r>
              <a:rPr kumimoji="0" sz="1800" b="1" i="0" u="none" strike="noStrike" kern="0" cap="none" spc="-25" normalizeH="0" baseline="0" noProof="0" dirty="0">
                <a:ln>
                  <a:noFill/>
                </a:ln>
                <a:solidFill>
                  <a:srgbClr val="004F9F"/>
                </a:solidFill>
                <a:effectLst/>
                <a:uLnTx/>
                <a:uFillTx/>
                <a:latin typeface="Calibri"/>
                <a:cs typeface="Calibri"/>
              </a:rPr>
              <a:t>api</a:t>
            </a:r>
            <a:endParaRPr kumimoji="0" sz="1800" b="0" i="0" u="none" strike="noStrike" kern="0" cap="none" spc="0" normalizeH="0" baseline="0" noProof="0">
              <a:ln>
                <a:noFill/>
              </a:ln>
              <a:solidFill>
                <a:sysClr val="windowText" lastClr="000000"/>
              </a:solidFill>
              <a:effectLst/>
              <a:uLnTx/>
              <a:uFillTx/>
              <a:latin typeface="Calibri"/>
              <a:cs typeface="Calibri"/>
            </a:endParaRPr>
          </a:p>
        </p:txBody>
      </p:sp>
      <p:grpSp>
        <p:nvGrpSpPr>
          <p:cNvPr id="53" name="object 53"/>
          <p:cNvGrpSpPr/>
          <p:nvPr/>
        </p:nvGrpSpPr>
        <p:grpSpPr>
          <a:xfrm>
            <a:off x="2712466" y="4091711"/>
            <a:ext cx="1735455" cy="589915"/>
            <a:chOff x="2712466" y="4091711"/>
            <a:chExt cx="1735455" cy="589915"/>
          </a:xfrm>
        </p:grpSpPr>
        <p:pic>
          <p:nvPicPr>
            <p:cNvPr id="54" name="object 54" descr="opengeospatial - YouTube"/>
            <p:cNvPicPr/>
            <p:nvPr/>
          </p:nvPicPr>
          <p:blipFill>
            <a:blip r:embed="rId12" cstate="print"/>
            <a:stretch>
              <a:fillRect/>
            </a:stretch>
          </p:blipFill>
          <p:spPr>
            <a:xfrm>
              <a:off x="4140580" y="4091711"/>
              <a:ext cx="307047" cy="307060"/>
            </a:xfrm>
            <a:prstGeom prst="rect">
              <a:avLst/>
            </a:prstGeom>
          </p:spPr>
        </p:pic>
        <p:pic>
          <p:nvPicPr>
            <p:cNvPr id="55" name="object 55" descr="Home - pygeoapi"/>
            <p:cNvPicPr/>
            <p:nvPr/>
          </p:nvPicPr>
          <p:blipFill>
            <a:blip r:embed="rId13" cstate="print"/>
            <a:stretch>
              <a:fillRect/>
            </a:stretch>
          </p:blipFill>
          <p:spPr>
            <a:xfrm>
              <a:off x="2712466" y="4448454"/>
              <a:ext cx="852995" cy="233146"/>
            </a:xfrm>
            <a:prstGeom prst="rect">
              <a:avLst/>
            </a:prstGeom>
          </p:spPr>
        </p:pic>
      </p:grpSp>
      <p:sp>
        <p:nvSpPr>
          <p:cNvPr id="56" name="object 56"/>
          <p:cNvSpPr txBox="1"/>
          <p:nvPr/>
        </p:nvSpPr>
        <p:spPr>
          <a:xfrm>
            <a:off x="1599438" y="1045844"/>
            <a:ext cx="65532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375F92"/>
                </a:solidFill>
                <a:effectLst/>
                <a:uLnTx/>
                <a:uFillTx/>
                <a:latin typeface="Calibri"/>
                <a:cs typeface="Calibri"/>
              </a:rPr>
              <a:t>storage</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sp>
        <p:nvSpPr>
          <p:cNvPr id="57" name="object 57"/>
          <p:cNvSpPr txBox="1"/>
          <p:nvPr/>
        </p:nvSpPr>
        <p:spPr>
          <a:xfrm>
            <a:off x="6273165" y="2123389"/>
            <a:ext cx="1029335" cy="240029"/>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375F92"/>
                </a:solidFill>
                <a:effectLst/>
                <a:uLnTx/>
                <a:uFillTx/>
                <a:latin typeface="Calibri"/>
                <a:cs typeface="Calibri"/>
              </a:rPr>
              <a:t>MQTT-broker</a:t>
            </a:r>
            <a:endParaRPr kumimoji="0" sz="1400" b="0" i="0" u="none" strike="noStrike" kern="0" cap="none" spc="0" normalizeH="0" baseline="0" noProof="0">
              <a:ln>
                <a:noFill/>
              </a:ln>
              <a:solidFill>
                <a:sysClr val="windowText" lastClr="000000"/>
              </a:solidFill>
              <a:effectLst/>
              <a:uLnTx/>
              <a:uFillTx/>
              <a:latin typeface="Calibri"/>
              <a:cs typeface="Calibri"/>
            </a:endParaRPr>
          </a:p>
        </p:txBody>
      </p:sp>
      <p:grpSp>
        <p:nvGrpSpPr>
          <p:cNvPr id="58" name="object 58"/>
          <p:cNvGrpSpPr/>
          <p:nvPr/>
        </p:nvGrpSpPr>
        <p:grpSpPr>
          <a:xfrm>
            <a:off x="6158484" y="1406334"/>
            <a:ext cx="1181735" cy="715010"/>
            <a:chOff x="6158484" y="1406334"/>
            <a:chExt cx="1181735" cy="715010"/>
          </a:xfrm>
        </p:grpSpPr>
        <p:sp>
          <p:nvSpPr>
            <p:cNvPr id="59" name="object 59"/>
            <p:cNvSpPr/>
            <p:nvPr/>
          </p:nvSpPr>
          <p:spPr>
            <a:xfrm>
              <a:off x="6158484" y="1406334"/>
              <a:ext cx="1181735" cy="715010"/>
            </a:xfrm>
            <a:custGeom>
              <a:avLst/>
              <a:gdLst/>
              <a:ahLst/>
              <a:cxnLst/>
              <a:rect l="l" t="t" r="r" b="b"/>
              <a:pathLst>
                <a:path w="1181734" h="715010">
                  <a:moveTo>
                    <a:pt x="1181201" y="0"/>
                  </a:moveTo>
                  <a:lnTo>
                    <a:pt x="0" y="0"/>
                  </a:lnTo>
                  <a:lnTo>
                    <a:pt x="0" y="714946"/>
                  </a:lnTo>
                  <a:lnTo>
                    <a:pt x="1181201" y="714946"/>
                  </a:lnTo>
                  <a:lnTo>
                    <a:pt x="1181201" y="0"/>
                  </a:lnTo>
                  <a:close/>
                </a:path>
              </a:pathLst>
            </a:custGeom>
            <a:solidFill>
              <a:srgbClr val="B8CDE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0" name="object 60"/>
            <p:cNvPicPr/>
            <p:nvPr/>
          </p:nvPicPr>
          <p:blipFill>
            <a:blip r:embed="rId14" cstate="print"/>
            <a:stretch>
              <a:fillRect/>
            </a:stretch>
          </p:blipFill>
          <p:spPr>
            <a:xfrm>
              <a:off x="6373241" y="1849297"/>
              <a:ext cx="696988" cy="156286"/>
            </a:xfrm>
            <a:prstGeom prst="rect">
              <a:avLst/>
            </a:prstGeom>
          </p:spPr>
        </p:pic>
      </p:grpSp>
      <p:sp>
        <p:nvSpPr>
          <p:cNvPr id="61" name="object 61"/>
          <p:cNvSpPr txBox="1"/>
          <p:nvPr/>
        </p:nvSpPr>
        <p:spPr>
          <a:xfrm>
            <a:off x="6273165" y="1412493"/>
            <a:ext cx="1004569"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0" normalizeH="0" baseline="0" noProof="0" dirty="0">
                <a:ln>
                  <a:noFill/>
                </a:ln>
                <a:solidFill>
                  <a:srgbClr val="375F92"/>
                </a:solidFill>
                <a:effectLst/>
                <a:uLnTx/>
                <a:uFillTx/>
                <a:latin typeface="Calibri"/>
                <a:cs typeface="Calibri"/>
              </a:rPr>
              <a:t>HTTP-proxy</a:t>
            </a:r>
            <a:endParaRPr kumimoji="0" sz="1600" b="0" i="0" u="none" strike="noStrike" kern="0" cap="none" spc="0" normalizeH="0" baseline="0" noProof="0">
              <a:ln>
                <a:noFill/>
              </a:ln>
              <a:solidFill>
                <a:sysClr val="windowText" lastClr="000000"/>
              </a:solidFill>
              <a:effectLst/>
              <a:uLnTx/>
              <a:uFillTx/>
              <a:latin typeface="Calibri"/>
              <a:cs typeface="Calibri"/>
            </a:endParaRPr>
          </a:p>
        </p:txBody>
      </p:sp>
      <p:grpSp>
        <p:nvGrpSpPr>
          <p:cNvPr id="62" name="object 62"/>
          <p:cNvGrpSpPr/>
          <p:nvPr/>
        </p:nvGrpSpPr>
        <p:grpSpPr>
          <a:xfrm>
            <a:off x="0" y="1616963"/>
            <a:ext cx="6114415" cy="1104900"/>
            <a:chOff x="0" y="1616963"/>
            <a:chExt cx="6114415" cy="1104900"/>
          </a:xfrm>
        </p:grpSpPr>
        <p:pic>
          <p:nvPicPr>
            <p:cNvPr id="63" name="object 63"/>
            <p:cNvPicPr/>
            <p:nvPr/>
          </p:nvPicPr>
          <p:blipFill>
            <a:blip r:embed="rId15" cstate="print"/>
            <a:stretch>
              <a:fillRect/>
            </a:stretch>
          </p:blipFill>
          <p:spPr>
            <a:xfrm>
              <a:off x="2148839" y="1871446"/>
              <a:ext cx="234670" cy="850417"/>
            </a:xfrm>
            <a:prstGeom prst="rect">
              <a:avLst/>
            </a:prstGeom>
          </p:spPr>
        </p:pic>
        <p:sp>
          <p:nvSpPr>
            <p:cNvPr id="64" name="object 64"/>
            <p:cNvSpPr/>
            <p:nvPr/>
          </p:nvSpPr>
          <p:spPr>
            <a:xfrm>
              <a:off x="2229992" y="1894331"/>
              <a:ext cx="76200" cy="692785"/>
            </a:xfrm>
            <a:custGeom>
              <a:avLst/>
              <a:gdLst/>
              <a:ahLst/>
              <a:cxnLst/>
              <a:rect l="l" t="t" r="r" b="b"/>
              <a:pathLst>
                <a:path w="76200" h="692785">
                  <a:moveTo>
                    <a:pt x="25400" y="616457"/>
                  </a:moveTo>
                  <a:lnTo>
                    <a:pt x="0" y="616457"/>
                  </a:lnTo>
                  <a:lnTo>
                    <a:pt x="38100" y="692657"/>
                  </a:lnTo>
                  <a:lnTo>
                    <a:pt x="69850" y="629157"/>
                  </a:lnTo>
                  <a:lnTo>
                    <a:pt x="25400" y="629157"/>
                  </a:lnTo>
                  <a:lnTo>
                    <a:pt x="25400" y="616457"/>
                  </a:lnTo>
                  <a:close/>
                </a:path>
                <a:path w="76200" h="692785">
                  <a:moveTo>
                    <a:pt x="50800" y="0"/>
                  </a:moveTo>
                  <a:lnTo>
                    <a:pt x="25400" y="0"/>
                  </a:lnTo>
                  <a:lnTo>
                    <a:pt x="25400" y="629157"/>
                  </a:lnTo>
                  <a:lnTo>
                    <a:pt x="50800" y="629157"/>
                  </a:lnTo>
                  <a:lnTo>
                    <a:pt x="50800" y="0"/>
                  </a:lnTo>
                  <a:close/>
                </a:path>
                <a:path w="76200" h="692785">
                  <a:moveTo>
                    <a:pt x="76200" y="616457"/>
                  </a:moveTo>
                  <a:lnTo>
                    <a:pt x="50800" y="616457"/>
                  </a:lnTo>
                  <a:lnTo>
                    <a:pt x="50800" y="629157"/>
                  </a:lnTo>
                  <a:lnTo>
                    <a:pt x="69850" y="629157"/>
                  </a:lnTo>
                  <a:lnTo>
                    <a:pt x="76200" y="616457"/>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5" name="object 65"/>
            <p:cNvPicPr/>
            <p:nvPr/>
          </p:nvPicPr>
          <p:blipFill>
            <a:blip r:embed="rId16" cstate="print"/>
            <a:stretch>
              <a:fillRect/>
            </a:stretch>
          </p:blipFill>
          <p:spPr>
            <a:xfrm>
              <a:off x="3695700" y="1781530"/>
              <a:ext cx="234670" cy="714781"/>
            </a:xfrm>
            <a:prstGeom prst="rect">
              <a:avLst/>
            </a:prstGeom>
          </p:spPr>
        </p:pic>
        <p:sp>
          <p:nvSpPr>
            <p:cNvPr id="66" name="object 66"/>
            <p:cNvSpPr/>
            <p:nvPr/>
          </p:nvSpPr>
          <p:spPr>
            <a:xfrm>
              <a:off x="3777615" y="1881631"/>
              <a:ext cx="76200" cy="556260"/>
            </a:xfrm>
            <a:custGeom>
              <a:avLst/>
              <a:gdLst/>
              <a:ahLst/>
              <a:cxnLst/>
              <a:rect l="l" t="t" r="r" b="b"/>
              <a:pathLst>
                <a:path w="76200" h="556260">
                  <a:moveTo>
                    <a:pt x="50800" y="63500"/>
                  </a:moveTo>
                  <a:lnTo>
                    <a:pt x="25400" y="63500"/>
                  </a:lnTo>
                  <a:lnTo>
                    <a:pt x="25400" y="556132"/>
                  </a:lnTo>
                  <a:lnTo>
                    <a:pt x="50800" y="556132"/>
                  </a:lnTo>
                  <a:lnTo>
                    <a:pt x="50800" y="63500"/>
                  </a:lnTo>
                  <a:close/>
                </a:path>
                <a:path w="76200" h="556260">
                  <a:moveTo>
                    <a:pt x="38100" y="0"/>
                  </a:moveTo>
                  <a:lnTo>
                    <a:pt x="0" y="76200"/>
                  </a:lnTo>
                  <a:lnTo>
                    <a:pt x="25400" y="76200"/>
                  </a:lnTo>
                  <a:lnTo>
                    <a:pt x="25400" y="63500"/>
                  </a:lnTo>
                  <a:lnTo>
                    <a:pt x="69850" y="63500"/>
                  </a:lnTo>
                  <a:lnTo>
                    <a:pt x="38100" y="0"/>
                  </a:lnTo>
                  <a:close/>
                </a:path>
                <a:path w="76200" h="556260">
                  <a:moveTo>
                    <a:pt x="69850" y="63500"/>
                  </a:moveTo>
                  <a:lnTo>
                    <a:pt x="50800" y="63500"/>
                  </a:lnTo>
                  <a:lnTo>
                    <a:pt x="50800" y="76200"/>
                  </a:lnTo>
                  <a:lnTo>
                    <a:pt x="76200" y="76200"/>
                  </a:lnTo>
                  <a:lnTo>
                    <a:pt x="69850" y="635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7" name="object 67"/>
            <p:cNvPicPr/>
            <p:nvPr/>
          </p:nvPicPr>
          <p:blipFill>
            <a:blip r:embed="rId17" cstate="print"/>
            <a:stretch>
              <a:fillRect/>
            </a:stretch>
          </p:blipFill>
          <p:spPr>
            <a:xfrm>
              <a:off x="0" y="1616963"/>
              <a:ext cx="1766315" cy="233172"/>
            </a:xfrm>
            <a:prstGeom prst="rect">
              <a:avLst/>
            </a:prstGeom>
          </p:spPr>
        </p:pic>
        <p:sp>
          <p:nvSpPr>
            <p:cNvPr id="68" name="object 68"/>
            <p:cNvSpPr/>
            <p:nvPr/>
          </p:nvSpPr>
          <p:spPr>
            <a:xfrm>
              <a:off x="0" y="1678558"/>
              <a:ext cx="1651635" cy="76200"/>
            </a:xfrm>
            <a:custGeom>
              <a:avLst/>
              <a:gdLst/>
              <a:ahLst/>
              <a:cxnLst/>
              <a:rect l="l" t="t" r="r" b="b"/>
              <a:pathLst>
                <a:path w="1651635" h="76200">
                  <a:moveTo>
                    <a:pt x="1574927" y="0"/>
                  </a:moveTo>
                  <a:lnTo>
                    <a:pt x="1575138" y="25384"/>
                  </a:lnTo>
                  <a:lnTo>
                    <a:pt x="1575239" y="37464"/>
                  </a:lnTo>
                  <a:lnTo>
                    <a:pt x="1575350" y="50784"/>
                  </a:lnTo>
                  <a:lnTo>
                    <a:pt x="1575464" y="64530"/>
                  </a:lnTo>
                  <a:lnTo>
                    <a:pt x="1575562" y="76200"/>
                  </a:lnTo>
                  <a:lnTo>
                    <a:pt x="1625392" y="50784"/>
                  </a:lnTo>
                  <a:lnTo>
                    <a:pt x="1588136" y="50784"/>
                  </a:lnTo>
                  <a:lnTo>
                    <a:pt x="1588019" y="39129"/>
                  </a:lnTo>
                  <a:lnTo>
                    <a:pt x="1588002" y="37464"/>
                  </a:lnTo>
                  <a:lnTo>
                    <a:pt x="1587882" y="25384"/>
                  </a:lnTo>
                  <a:lnTo>
                    <a:pt x="1626814" y="25384"/>
                  </a:lnTo>
                  <a:lnTo>
                    <a:pt x="1574927" y="0"/>
                  </a:lnTo>
                  <a:close/>
                </a:path>
                <a:path w="1651635" h="76200">
                  <a:moveTo>
                    <a:pt x="1575138" y="25384"/>
                  </a:moveTo>
                  <a:lnTo>
                    <a:pt x="0" y="39129"/>
                  </a:lnTo>
                  <a:lnTo>
                    <a:pt x="0" y="64530"/>
                  </a:lnTo>
                  <a:lnTo>
                    <a:pt x="1575350" y="50784"/>
                  </a:lnTo>
                  <a:lnTo>
                    <a:pt x="1575239" y="37464"/>
                  </a:lnTo>
                  <a:lnTo>
                    <a:pt x="1575138" y="25384"/>
                  </a:lnTo>
                  <a:close/>
                </a:path>
                <a:path w="1651635" h="76200">
                  <a:moveTo>
                    <a:pt x="1626814" y="25384"/>
                  </a:moveTo>
                  <a:lnTo>
                    <a:pt x="1587882" y="25384"/>
                  </a:lnTo>
                  <a:lnTo>
                    <a:pt x="1588002" y="37464"/>
                  </a:lnTo>
                  <a:lnTo>
                    <a:pt x="1588019" y="39129"/>
                  </a:lnTo>
                  <a:lnTo>
                    <a:pt x="1588136" y="50784"/>
                  </a:lnTo>
                  <a:lnTo>
                    <a:pt x="1625392" y="50784"/>
                  </a:lnTo>
                  <a:lnTo>
                    <a:pt x="1651508" y="37464"/>
                  </a:lnTo>
                  <a:lnTo>
                    <a:pt x="1626814" y="25384"/>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9" name="object 69"/>
            <p:cNvPicPr/>
            <p:nvPr/>
          </p:nvPicPr>
          <p:blipFill>
            <a:blip r:embed="rId18" cstate="print"/>
            <a:stretch>
              <a:fillRect/>
            </a:stretch>
          </p:blipFill>
          <p:spPr>
            <a:xfrm>
              <a:off x="4389120" y="1671827"/>
              <a:ext cx="1725168" cy="114300"/>
            </a:xfrm>
            <a:prstGeom prst="rect">
              <a:avLst/>
            </a:prstGeom>
          </p:spPr>
        </p:pic>
        <p:sp>
          <p:nvSpPr>
            <p:cNvPr id="70" name="object 70"/>
            <p:cNvSpPr/>
            <p:nvPr/>
          </p:nvSpPr>
          <p:spPr>
            <a:xfrm>
              <a:off x="4432427" y="1706498"/>
              <a:ext cx="1630680" cy="9525"/>
            </a:xfrm>
            <a:custGeom>
              <a:avLst/>
              <a:gdLst/>
              <a:ahLst/>
              <a:cxnLst/>
              <a:rect l="l" t="t" r="r" b="b"/>
              <a:pathLst>
                <a:path w="1630679" h="9525">
                  <a:moveTo>
                    <a:pt x="0" y="9525"/>
                  </a:moveTo>
                  <a:lnTo>
                    <a:pt x="1630552" y="0"/>
                  </a:lnTo>
                </a:path>
              </a:pathLst>
            </a:custGeom>
            <a:ln w="25400">
              <a:solidFill>
                <a:srgbClr val="00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1" name="object 71"/>
          <p:cNvSpPr txBox="1"/>
          <p:nvPr/>
        </p:nvSpPr>
        <p:spPr>
          <a:xfrm>
            <a:off x="2333370" y="1902028"/>
            <a:ext cx="603250" cy="53022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0D0D0D"/>
                </a:solidFill>
                <a:effectLst/>
                <a:uLnTx/>
                <a:uFillTx/>
                <a:latin typeface="Calibri"/>
                <a:cs typeface="Calibri"/>
              </a:rPr>
              <a:t>listen</a:t>
            </a:r>
            <a:r>
              <a:rPr kumimoji="0" sz="1100" b="1" i="0" u="none" strike="noStrike" kern="0" cap="none" spc="-35" normalizeH="0" baseline="0" noProof="0" dirty="0">
                <a:ln>
                  <a:noFill/>
                </a:ln>
                <a:solidFill>
                  <a:srgbClr val="0D0D0D"/>
                </a:solidFill>
                <a:effectLst/>
                <a:uLnTx/>
                <a:uFillTx/>
                <a:latin typeface="Calibri"/>
                <a:cs typeface="Calibri"/>
              </a:rPr>
              <a:t> </a:t>
            </a:r>
            <a:r>
              <a:rPr kumimoji="0" sz="1100" b="1" i="0" u="none" strike="noStrike" kern="0" cap="none" spc="-25" normalizeH="0" baseline="0" noProof="0" dirty="0">
                <a:ln>
                  <a:noFill/>
                </a:ln>
                <a:solidFill>
                  <a:srgbClr val="0D0D0D"/>
                </a:solidFill>
                <a:effectLst/>
                <a:uLnTx/>
                <a:uFillTx/>
                <a:latin typeface="Calibri"/>
                <a:cs typeface="Calibri"/>
              </a:rPr>
              <a:t>to </a:t>
            </a:r>
            <a:r>
              <a:rPr kumimoji="0" sz="1100" b="1" i="0" u="none" strike="noStrike" kern="0" cap="none" spc="0" normalizeH="0" baseline="0" noProof="0" dirty="0">
                <a:ln>
                  <a:noFill/>
                </a:ln>
                <a:solidFill>
                  <a:srgbClr val="0D0D0D"/>
                </a:solidFill>
                <a:effectLst/>
                <a:uLnTx/>
                <a:uFillTx/>
                <a:latin typeface="Calibri"/>
                <a:cs typeface="Calibri"/>
              </a:rPr>
              <a:t>incoming-</a:t>
            </a:r>
            <a:r>
              <a:rPr kumimoji="0" sz="1100" b="1" i="0" u="none" strike="noStrike" kern="0" cap="none" spc="-10" normalizeH="0" baseline="0" noProof="0" dirty="0">
                <a:ln>
                  <a:noFill/>
                </a:ln>
                <a:solidFill>
                  <a:srgbClr val="0D0D0D"/>
                </a:solidFill>
                <a:effectLst/>
                <a:uLnTx/>
                <a:uFillTx/>
                <a:latin typeface="Calibri"/>
                <a:cs typeface="Calibri"/>
              </a:rPr>
              <a:t>bucket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sp>
        <p:nvSpPr>
          <p:cNvPr id="72" name="object 72"/>
          <p:cNvSpPr txBox="1"/>
          <p:nvPr/>
        </p:nvSpPr>
        <p:spPr>
          <a:xfrm>
            <a:off x="3908552" y="1921001"/>
            <a:ext cx="605155" cy="52895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0D0D0D"/>
                </a:solidFill>
                <a:effectLst/>
                <a:uLnTx/>
                <a:uFillTx/>
                <a:latin typeface="Calibri"/>
                <a:cs typeface="Calibri"/>
              </a:rPr>
              <a:t>publish</a:t>
            </a:r>
            <a:r>
              <a:rPr kumimoji="0" sz="1100" b="1" i="0" u="none" strike="noStrike" kern="0" cap="none" spc="-45" normalizeH="0" baseline="0" noProof="0" dirty="0">
                <a:ln>
                  <a:noFill/>
                </a:ln>
                <a:solidFill>
                  <a:srgbClr val="0D0D0D"/>
                </a:solidFill>
                <a:effectLst/>
                <a:uLnTx/>
                <a:uFillTx/>
                <a:latin typeface="Calibri"/>
                <a:cs typeface="Calibri"/>
              </a:rPr>
              <a:t> </a:t>
            </a:r>
            <a:r>
              <a:rPr kumimoji="0" sz="1100" b="1" i="0" u="none" strike="noStrike" kern="0" cap="none" spc="-25" normalizeH="0" baseline="0" noProof="0" dirty="0">
                <a:ln>
                  <a:noFill/>
                </a:ln>
                <a:solidFill>
                  <a:srgbClr val="0D0D0D"/>
                </a:solidFill>
                <a:effectLst/>
                <a:uLnTx/>
                <a:uFillTx/>
                <a:latin typeface="Calibri"/>
                <a:cs typeface="Calibri"/>
              </a:rPr>
              <a:t>to </a:t>
            </a:r>
            <a:r>
              <a:rPr kumimoji="0" sz="1100" b="1" i="0" u="none" strike="noStrike" kern="0" cap="none" spc="0" normalizeH="0" baseline="0" noProof="0" dirty="0">
                <a:ln>
                  <a:noFill/>
                </a:ln>
                <a:solidFill>
                  <a:srgbClr val="0D0D0D"/>
                </a:solidFill>
                <a:effectLst/>
                <a:uLnTx/>
                <a:uFillTx/>
                <a:latin typeface="Calibri"/>
                <a:cs typeface="Calibri"/>
              </a:rPr>
              <a:t>public-</a:t>
            </a:r>
            <a:r>
              <a:rPr kumimoji="0" sz="1100" b="1" i="0" u="none" strike="noStrike" kern="0" cap="none" spc="-10" normalizeH="0" baseline="0" noProof="0" dirty="0">
                <a:ln>
                  <a:noFill/>
                </a:ln>
                <a:solidFill>
                  <a:srgbClr val="0D0D0D"/>
                </a:solidFill>
                <a:effectLst/>
                <a:uLnTx/>
                <a:uFillTx/>
                <a:latin typeface="Calibri"/>
                <a:cs typeface="Calibri"/>
              </a:rPr>
              <a:t>bucket</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sp>
        <p:nvSpPr>
          <p:cNvPr id="73" name="object 73"/>
          <p:cNvSpPr txBox="1"/>
          <p:nvPr/>
        </p:nvSpPr>
        <p:spPr>
          <a:xfrm>
            <a:off x="5044185" y="1507616"/>
            <a:ext cx="35623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10" normalizeH="0" baseline="0" noProof="0" dirty="0">
                <a:ln>
                  <a:noFill/>
                </a:ln>
                <a:solidFill>
                  <a:sysClr val="windowText" lastClr="000000"/>
                </a:solidFill>
                <a:effectLst/>
                <a:uLnTx/>
                <a:uFillTx/>
                <a:latin typeface="Calibri"/>
                <a:cs typeface="Calibri"/>
              </a:rPr>
              <a:t>proxy</a:t>
            </a:r>
            <a:endParaRPr kumimoji="0" sz="1100" b="0" i="0" u="none" strike="noStrike" kern="0" cap="none" spc="0" normalizeH="0" baseline="0" noProof="0">
              <a:ln>
                <a:noFill/>
              </a:ln>
              <a:solidFill>
                <a:sysClr val="windowText" lastClr="000000"/>
              </a:solidFill>
              <a:effectLst/>
              <a:uLnTx/>
              <a:uFillTx/>
              <a:latin typeface="Calibri"/>
              <a:cs typeface="Calibri"/>
            </a:endParaRPr>
          </a:p>
        </p:txBody>
      </p:sp>
      <p:grpSp>
        <p:nvGrpSpPr>
          <p:cNvPr id="74" name="object 74"/>
          <p:cNvGrpSpPr/>
          <p:nvPr/>
        </p:nvGrpSpPr>
        <p:grpSpPr>
          <a:xfrm>
            <a:off x="655802" y="2406395"/>
            <a:ext cx="5617210" cy="2458720"/>
            <a:chOff x="655802" y="2406395"/>
            <a:chExt cx="5617210" cy="2458720"/>
          </a:xfrm>
        </p:grpSpPr>
        <p:pic>
          <p:nvPicPr>
            <p:cNvPr id="75" name="object 75"/>
            <p:cNvPicPr/>
            <p:nvPr/>
          </p:nvPicPr>
          <p:blipFill>
            <a:blip r:embed="rId19" cstate="print"/>
            <a:stretch>
              <a:fillRect/>
            </a:stretch>
          </p:blipFill>
          <p:spPr>
            <a:xfrm>
              <a:off x="3009900" y="3401580"/>
              <a:ext cx="234670" cy="748271"/>
            </a:xfrm>
            <a:prstGeom prst="rect">
              <a:avLst/>
            </a:prstGeom>
          </p:spPr>
        </p:pic>
        <p:sp>
          <p:nvSpPr>
            <p:cNvPr id="76" name="object 76"/>
            <p:cNvSpPr/>
            <p:nvPr/>
          </p:nvSpPr>
          <p:spPr>
            <a:xfrm>
              <a:off x="3091688" y="3500754"/>
              <a:ext cx="76200" cy="591185"/>
            </a:xfrm>
            <a:custGeom>
              <a:avLst/>
              <a:gdLst/>
              <a:ahLst/>
              <a:cxnLst/>
              <a:rect l="l" t="t" r="r" b="b"/>
              <a:pathLst>
                <a:path w="76200" h="591185">
                  <a:moveTo>
                    <a:pt x="50800" y="63500"/>
                  </a:moveTo>
                  <a:lnTo>
                    <a:pt x="25400" y="63500"/>
                  </a:lnTo>
                  <a:lnTo>
                    <a:pt x="25400" y="591058"/>
                  </a:lnTo>
                  <a:lnTo>
                    <a:pt x="50800" y="591058"/>
                  </a:lnTo>
                  <a:lnTo>
                    <a:pt x="50800" y="63500"/>
                  </a:lnTo>
                  <a:close/>
                </a:path>
                <a:path w="76200" h="591185">
                  <a:moveTo>
                    <a:pt x="38100" y="0"/>
                  </a:moveTo>
                  <a:lnTo>
                    <a:pt x="0" y="76200"/>
                  </a:lnTo>
                  <a:lnTo>
                    <a:pt x="25400" y="76200"/>
                  </a:lnTo>
                  <a:lnTo>
                    <a:pt x="25400" y="63500"/>
                  </a:lnTo>
                  <a:lnTo>
                    <a:pt x="69850" y="63500"/>
                  </a:lnTo>
                  <a:lnTo>
                    <a:pt x="38100" y="0"/>
                  </a:lnTo>
                  <a:close/>
                </a:path>
                <a:path w="76200" h="591185">
                  <a:moveTo>
                    <a:pt x="69850" y="63500"/>
                  </a:moveTo>
                  <a:lnTo>
                    <a:pt x="50800" y="63500"/>
                  </a:lnTo>
                  <a:lnTo>
                    <a:pt x="50800" y="76200"/>
                  </a:lnTo>
                  <a:lnTo>
                    <a:pt x="76200" y="76200"/>
                  </a:lnTo>
                  <a:lnTo>
                    <a:pt x="69850" y="635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7" name="object 77"/>
            <p:cNvPicPr/>
            <p:nvPr/>
          </p:nvPicPr>
          <p:blipFill>
            <a:blip r:embed="rId20" cstate="print"/>
            <a:stretch>
              <a:fillRect/>
            </a:stretch>
          </p:blipFill>
          <p:spPr>
            <a:xfrm>
              <a:off x="3605783" y="3492995"/>
              <a:ext cx="234670" cy="751344"/>
            </a:xfrm>
            <a:prstGeom prst="rect">
              <a:avLst/>
            </a:prstGeom>
          </p:spPr>
        </p:pic>
        <p:sp>
          <p:nvSpPr>
            <p:cNvPr id="78" name="object 78"/>
            <p:cNvSpPr/>
            <p:nvPr/>
          </p:nvSpPr>
          <p:spPr>
            <a:xfrm>
              <a:off x="3687698" y="3514978"/>
              <a:ext cx="76200" cy="594995"/>
            </a:xfrm>
            <a:custGeom>
              <a:avLst/>
              <a:gdLst/>
              <a:ahLst/>
              <a:cxnLst/>
              <a:rect l="l" t="t" r="r" b="b"/>
              <a:pathLst>
                <a:path w="76200" h="594995">
                  <a:moveTo>
                    <a:pt x="25400" y="518414"/>
                  </a:moveTo>
                  <a:lnTo>
                    <a:pt x="0" y="518414"/>
                  </a:lnTo>
                  <a:lnTo>
                    <a:pt x="38100" y="594614"/>
                  </a:lnTo>
                  <a:lnTo>
                    <a:pt x="69850" y="531114"/>
                  </a:lnTo>
                  <a:lnTo>
                    <a:pt x="25400" y="531114"/>
                  </a:lnTo>
                  <a:lnTo>
                    <a:pt x="25400" y="518414"/>
                  </a:lnTo>
                  <a:close/>
                </a:path>
                <a:path w="76200" h="594995">
                  <a:moveTo>
                    <a:pt x="50800" y="0"/>
                  </a:moveTo>
                  <a:lnTo>
                    <a:pt x="25400" y="0"/>
                  </a:lnTo>
                  <a:lnTo>
                    <a:pt x="25400" y="531114"/>
                  </a:lnTo>
                  <a:lnTo>
                    <a:pt x="50800" y="531114"/>
                  </a:lnTo>
                  <a:lnTo>
                    <a:pt x="50800" y="0"/>
                  </a:lnTo>
                  <a:close/>
                </a:path>
                <a:path w="76200" h="594995">
                  <a:moveTo>
                    <a:pt x="76200" y="518414"/>
                  </a:moveTo>
                  <a:lnTo>
                    <a:pt x="50800" y="518414"/>
                  </a:lnTo>
                  <a:lnTo>
                    <a:pt x="50800" y="531114"/>
                  </a:lnTo>
                  <a:lnTo>
                    <a:pt x="69850" y="531114"/>
                  </a:lnTo>
                  <a:lnTo>
                    <a:pt x="76200" y="518414"/>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9" name="object 79"/>
            <p:cNvPicPr/>
            <p:nvPr/>
          </p:nvPicPr>
          <p:blipFill>
            <a:blip r:embed="rId21" cstate="print"/>
            <a:stretch>
              <a:fillRect/>
            </a:stretch>
          </p:blipFill>
          <p:spPr>
            <a:xfrm>
              <a:off x="4437888" y="2406395"/>
              <a:ext cx="1834895" cy="617220"/>
            </a:xfrm>
            <a:prstGeom prst="rect">
              <a:avLst/>
            </a:prstGeom>
          </p:spPr>
        </p:pic>
        <p:pic>
          <p:nvPicPr>
            <p:cNvPr id="80" name="object 80"/>
            <p:cNvPicPr/>
            <p:nvPr/>
          </p:nvPicPr>
          <p:blipFill>
            <a:blip r:embed="rId22" cstate="print"/>
            <a:stretch>
              <a:fillRect/>
            </a:stretch>
          </p:blipFill>
          <p:spPr>
            <a:xfrm>
              <a:off x="4480433" y="2444876"/>
              <a:ext cx="1678051" cy="520700"/>
            </a:xfrm>
            <a:prstGeom prst="rect">
              <a:avLst/>
            </a:prstGeom>
          </p:spPr>
        </p:pic>
        <p:pic>
          <p:nvPicPr>
            <p:cNvPr id="81" name="object 81"/>
            <p:cNvPicPr/>
            <p:nvPr/>
          </p:nvPicPr>
          <p:blipFill>
            <a:blip r:embed="rId23" cstate="print"/>
            <a:stretch>
              <a:fillRect/>
            </a:stretch>
          </p:blipFill>
          <p:spPr>
            <a:xfrm>
              <a:off x="4328159" y="4318977"/>
              <a:ext cx="778776" cy="349034"/>
            </a:xfrm>
            <a:prstGeom prst="rect">
              <a:avLst/>
            </a:prstGeom>
          </p:spPr>
        </p:pic>
        <p:sp>
          <p:nvSpPr>
            <p:cNvPr id="82" name="object 82"/>
            <p:cNvSpPr/>
            <p:nvPr/>
          </p:nvSpPr>
          <p:spPr>
            <a:xfrm>
              <a:off x="4447666" y="4402454"/>
              <a:ext cx="621030" cy="207010"/>
            </a:xfrm>
            <a:custGeom>
              <a:avLst/>
              <a:gdLst/>
              <a:ahLst/>
              <a:cxnLst/>
              <a:rect l="l" t="t" r="r" b="b"/>
              <a:pathLst>
                <a:path w="621029" h="207010">
                  <a:moveTo>
                    <a:pt x="76633" y="24349"/>
                  </a:moveTo>
                  <a:lnTo>
                    <a:pt x="69560" y="48745"/>
                  </a:lnTo>
                  <a:lnTo>
                    <a:pt x="613663" y="206883"/>
                  </a:lnTo>
                  <a:lnTo>
                    <a:pt x="620776" y="182499"/>
                  </a:lnTo>
                  <a:lnTo>
                    <a:pt x="76633" y="24349"/>
                  </a:lnTo>
                  <a:close/>
                </a:path>
                <a:path w="621029" h="207010">
                  <a:moveTo>
                    <a:pt x="83693" y="0"/>
                  </a:moveTo>
                  <a:lnTo>
                    <a:pt x="0" y="15367"/>
                  </a:lnTo>
                  <a:lnTo>
                    <a:pt x="62484" y="73152"/>
                  </a:lnTo>
                  <a:lnTo>
                    <a:pt x="69560" y="48745"/>
                  </a:lnTo>
                  <a:lnTo>
                    <a:pt x="57404" y="45212"/>
                  </a:lnTo>
                  <a:lnTo>
                    <a:pt x="64516" y="20828"/>
                  </a:lnTo>
                  <a:lnTo>
                    <a:pt x="77654" y="20828"/>
                  </a:lnTo>
                  <a:lnTo>
                    <a:pt x="83693" y="0"/>
                  </a:lnTo>
                  <a:close/>
                </a:path>
                <a:path w="621029" h="207010">
                  <a:moveTo>
                    <a:pt x="64516" y="20828"/>
                  </a:moveTo>
                  <a:lnTo>
                    <a:pt x="57404" y="45212"/>
                  </a:lnTo>
                  <a:lnTo>
                    <a:pt x="69560" y="48745"/>
                  </a:lnTo>
                  <a:lnTo>
                    <a:pt x="76633" y="24349"/>
                  </a:lnTo>
                  <a:lnTo>
                    <a:pt x="64516" y="20828"/>
                  </a:lnTo>
                  <a:close/>
                </a:path>
                <a:path w="621029" h="207010">
                  <a:moveTo>
                    <a:pt x="77654" y="20828"/>
                  </a:moveTo>
                  <a:lnTo>
                    <a:pt x="64516" y="20828"/>
                  </a:lnTo>
                  <a:lnTo>
                    <a:pt x="76633" y="24349"/>
                  </a:lnTo>
                  <a:lnTo>
                    <a:pt x="77654" y="20828"/>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83" name="object 83"/>
            <p:cNvPicPr/>
            <p:nvPr/>
          </p:nvPicPr>
          <p:blipFill>
            <a:blip r:embed="rId24" cstate="print"/>
            <a:stretch>
              <a:fillRect/>
            </a:stretch>
          </p:blipFill>
          <p:spPr>
            <a:xfrm>
              <a:off x="4386071" y="4482121"/>
              <a:ext cx="836676" cy="382485"/>
            </a:xfrm>
            <a:prstGeom prst="rect">
              <a:avLst/>
            </a:prstGeom>
          </p:spPr>
        </p:pic>
        <p:sp>
          <p:nvSpPr>
            <p:cNvPr id="84" name="object 84"/>
            <p:cNvSpPr/>
            <p:nvPr/>
          </p:nvSpPr>
          <p:spPr>
            <a:xfrm>
              <a:off x="4428616" y="4505451"/>
              <a:ext cx="680085" cy="237490"/>
            </a:xfrm>
            <a:custGeom>
              <a:avLst/>
              <a:gdLst/>
              <a:ahLst/>
              <a:cxnLst/>
              <a:rect l="l" t="t" r="r" b="b"/>
              <a:pathLst>
                <a:path w="680085" h="237489">
                  <a:moveTo>
                    <a:pt x="603252" y="213097"/>
                  </a:moveTo>
                  <a:lnTo>
                    <a:pt x="595630" y="237362"/>
                  </a:lnTo>
                  <a:lnTo>
                    <a:pt x="679831" y="223774"/>
                  </a:lnTo>
                  <a:lnTo>
                    <a:pt x="672722" y="216916"/>
                  </a:lnTo>
                  <a:lnTo>
                    <a:pt x="615442" y="216916"/>
                  </a:lnTo>
                  <a:lnTo>
                    <a:pt x="603252" y="213097"/>
                  </a:lnTo>
                  <a:close/>
                </a:path>
                <a:path w="680085" h="237489">
                  <a:moveTo>
                    <a:pt x="610860" y="188878"/>
                  </a:moveTo>
                  <a:lnTo>
                    <a:pt x="603252" y="213097"/>
                  </a:lnTo>
                  <a:lnTo>
                    <a:pt x="615442" y="216916"/>
                  </a:lnTo>
                  <a:lnTo>
                    <a:pt x="622935" y="192659"/>
                  </a:lnTo>
                  <a:lnTo>
                    <a:pt x="610860" y="188878"/>
                  </a:lnTo>
                  <a:close/>
                </a:path>
                <a:path w="680085" h="237489">
                  <a:moveTo>
                    <a:pt x="618490" y="164592"/>
                  </a:moveTo>
                  <a:lnTo>
                    <a:pt x="610860" y="188878"/>
                  </a:lnTo>
                  <a:lnTo>
                    <a:pt x="622935" y="192659"/>
                  </a:lnTo>
                  <a:lnTo>
                    <a:pt x="615442" y="216916"/>
                  </a:lnTo>
                  <a:lnTo>
                    <a:pt x="672722" y="216916"/>
                  </a:lnTo>
                  <a:lnTo>
                    <a:pt x="618490" y="164592"/>
                  </a:lnTo>
                  <a:close/>
                </a:path>
                <a:path w="680085" h="237489">
                  <a:moveTo>
                    <a:pt x="7620" y="0"/>
                  </a:moveTo>
                  <a:lnTo>
                    <a:pt x="0" y="24130"/>
                  </a:lnTo>
                  <a:lnTo>
                    <a:pt x="603252" y="213097"/>
                  </a:lnTo>
                  <a:lnTo>
                    <a:pt x="610860" y="188878"/>
                  </a:lnTo>
                  <a:lnTo>
                    <a:pt x="762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p:cNvSpPr/>
            <p:nvPr/>
          </p:nvSpPr>
          <p:spPr>
            <a:xfrm>
              <a:off x="655802" y="4081640"/>
              <a:ext cx="1189990" cy="499745"/>
            </a:xfrm>
            <a:custGeom>
              <a:avLst/>
              <a:gdLst/>
              <a:ahLst/>
              <a:cxnLst/>
              <a:rect l="l" t="t" r="r" b="b"/>
              <a:pathLst>
                <a:path w="1189989" h="499745">
                  <a:moveTo>
                    <a:pt x="1189621" y="0"/>
                  </a:moveTo>
                  <a:lnTo>
                    <a:pt x="0" y="0"/>
                  </a:lnTo>
                  <a:lnTo>
                    <a:pt x="0" y="499249"/>
                  </a:lnTo>
                  <a:lnTo>
                    <a:pt x="1189621" y="499249"/>
                  </a:lnTo>
                  <a:lnTo>
                    <a:pt x="1189621" y="0"/>
                  </a:lnTo>
                  <a:close/>
                </a:path>
              </a:pathLst>
            </a:custGeom>
            <a:solidFill>
              <a:srgbClr val="DBEDF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6" name="object 86"/>
          <p:cNvSpPr txBox="1"/>
          <p:nvPr/>
        </p:nvSpPr>
        <p:spPr>
          <a:xfrm>
            <a:off x="823061" y="4110609"/>
            <a:ext cx="883285"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dirty="0">
                <a:ln>
                  <a:noFill/>
                </a:ln>
                <a:solidFill>
                  <a:srgbClr val="004F9F"/>
                </a:solidFill>
                <a:effectLst/>
                <a:uLnTx/>
                <a:uFillTx/>
                <a:latin typeface="Calibri"/>
                <a:cs typeface="Calibri"/>
              </a:rPr>
              <a:t>API-backend</a:t>
            </a:r>
            <a:endParaRPr kumimoji="0" sz="1300" b="0" i="0" u="none" strike="noStrike" kern="0" cap="none" spc="0" normalizeH="0" baseline="0" noProof="0">
              <a:ln>
                <a:noFill/>
              </a:ln>
              <a:solidFill>
                <a:sysClr val="windowText" lastClr="000000"/>
              </a:solidFill>
              <a:effectLst/>
              <a:uLnTx/>
              <a:uFillTx/>
              <a:latin typeface="Calibri"/>
              <a:cs typeface="Calibri"/>
            </a:endParaRPr>
          </a:p>
        </p:txBody>
      </p:sp>
      <p:grpSp>
        <p:nvGrpSpPr>
          <p:cNvPr id="87" name="object 87"/>
          <p:cNvGrpSpPr/>
          <p:nvPr/>
        </p:nvGrpSpPr>
        <p:grpSpPr>
          <a:xfrm>
            <a:off x="740930" y="4145305"/>
            <a:ext cx="5737860" cy="2619375"/>
            <a:chOff x="740930" y="4145305"/>
            <a:chExt cx="5737860" cy="2619375"/>
          </a:xfrm>
        </p:grpSpPr>
        <p:pic>
          <p:nvPicPr>
            <p:cNvPr id="88" name="object 88"/>
            <p:cNvPicPr/>
            <p:nvPr/>
          </p:nvPicPr>
          <p:blipFill>
            <a:blip r:embed="rId25" cstate="print"/>
            <a:stretch>
              <a:fillRect/>
            </a:stretch>
          </p:blipFill>
          <p:spPr>
            <a:xfrm>
              <a:off x="1726692" y="4145305"/>
              <a:ext cx="923569" cy="234670"/>
            </a:xfrm>
            <a:prstGeom prst="rect">
              <a:avLst/>
            </a:prstGeom>
          </p:spPr>
        </p:pic>
        <p:sp>
          <p:nvSpPr>
            <p:cNvPr id="89" name="object 89"/>
            <p:cNvSpPr/>
            <p:nvPr/>
          </p:nvSpPr>
          <p:spPr>
            <a:xfrm>
              <a:off x="1845437" y="4207256"/>
              <a:ext cx="767080" cy="76200"/>
            </a:xfrm>
            <a:custGeom>
              <a:avLst/>
              <a:gdLst/>
              <a:ahLst/>
              <a:cxnLst/>
              <a:rect l="l" t="t" r="r" b="b"/>
              <a:pathLst>
                <a:path w="767080" h="76200">
                  <a:moveTo>
                    <a:pt x="76326" y="0"/>
                  </a:moveTo>
                  <a:lnTo>
                    <a:pt x="0" y="37719"/>
                  </a:lnTo>
                  <a:lnTo>
                    <a:pt x="76073" y="76200"/>
                  </a:lnTo>
                  <a:lnTo>
                    <a:pt x="76157" y="50726"/>
                  </a:lnTo>
                  <a:lnTo>
                    <a:pt x="63372" y="50726"/>
                  </a:lnTo>
                  <a:lnTo>
                    <a:pt x="63485" y="28194"/>
                  </a:lnTo>
                  <a:lnTo>
                    <a:pt x="63499" y="25325"/>
                  </a:lnTo>
                  <a:lnTo>
                    <a:pt x="76242" y="25325"/>
                  </a:lnTo>
                  <a:lnTo>
                    <a:pt x="76326" y="0"/>
                  </a:lnTo>
                  <a:close/>
                </a:path>
                <a:path w="767080" h="76200">
                  <a:moveTo>
                    <a:pt x="76242" y="25325"/>
                  </a:moveTo>
                  <a:lnTo>
                    <a:pt x="76157" y="50726"/>
                  </a:lnTo>
                  <a:lnTo>
                    <a:pt x="766444" y="53594"/>
                  </a:lnTo>
                  <a:lnTo>
                    <a:pt x="766571" y="28194"/>
                  </a:lnTo>
                  <a:lnTo>
                    <a:pt x="76242" y="25325"/>
                  </a:lnTo>
                  <a:close/>
                </a:path>
                <a:path w="767080" h="76200">
                  <a:moveTo>
                    <a:pt x="76242" y="25325"/>
                  </a:moveTo>
                  <a:lnTo>
                    <a:pt x="63499" y="25325"/>
                  </a:lnTo>
                  <a:lnTo>
                    <a:pt x="63485" y="28194"/>
                  </a:lnTo>
                  <a:lnTo>
                    <a:pt x="63372" y="50726"/>
                  </a:lnTo>
                  <a:lnTo>
                    <a:pt x="76157" y="50726"/>
                  </a:lnTo>
                  <a:lnTo>
                    <a:pt x="76242" y="25325"/>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0" name="object 90"/>
            <p:cNvPicPr/>
            <p:nvPr/>
          </p:nvPicPr>
          <p:blipFill>
            <a:blip r:embed="rId26" cstate="print"/>
            <a:stretch>
              <a:fillRect/>
            </a:stretch>
          </p:blipFill>
          <p:spPr>
            <a:xfrm>
              <a:off x="1802892" y="4235221"/>
              <a:ext cx="923569" cy="234670"/>
            </a:xfrm>
            <a:prstGeom prst="rect">
              <a:avLst/>
            </a:prstGeom>
          </p:spPr>
        </p:pic>
        <p:sp>
          <p:nvSpPr>
            <p:cNvPr id="91" name="object 91"/>
            <p:cNvSpPr/>
            <p:nvPr/>
          </p:nvSpPr>
          <p:spPr>
            <a:xfrm>
              <a:off x="1845309" y="4296029"/>
              <a:ext cx="767080" cy="76200"/>
            </a:xfrm>
            <a:custGeom>
              <a:avLst/>
              <a:gdLst/>
              <a:ahLst/>
              <a:cxnLst/>
              <a:rect l="l" t="t" r="r" b="b"/>
              <a:pathLst>
                <a:path w="767080" h="76200">
                  <a:moveTo>
                    <a:pt x="690626" y="0"/>
                  </a:moveTo>
                  <a:lnTo>
                    <a:pt x="690551" y="22479"/>
                  </a:lnTo>
                  <a:lnTo>
                    <a:pt x="690498" y="38354"/>
                  </a:lnTo>
                  <a:lnTo>
                    <a:pt x="690371" y="76200"/>
                  </a:lnTo>
                  <a:lnTo>
                    <a:pt x="741598" y="50800"/>
                  </a:lnTo>
                  <a:lnTo>
                    <a:pt x="703071" y="50800"/>
                  </a:lnTo>
                  <a:lnTo>
                    <a:pt x="703198" y="25400"/>
                  </a:lnTo>
                  <a:lnTo>
                    <a:pt x="741005" y="25400"/>
                  </a:lnTo>
                  <a:lnTo>
                    <a:pt x="690626" y="0"/>
                  </a:lnTo>
                  <a:close/>
                </a:path>
                <a:path w="767080" h="76200">
                  <a:moveTo>
                    <a:pt x="126" y="22479"/>
                  </a:moveTo>
                  <a:lnTo>
                    <a:pt x="0" y="47879"/>
                  </a:lnTo>
                  <a:lnTo>
                    <a:pt x="703072" y="50800"/>
                  </a:lnTo>
                  <a:lnTo>
                    <a:pt x="690456" y="50800"/>
                  </a:lnTo>
                  <a:lnTo>
                    <a:pt x="690541" y="25400"/>
                  </a:lnTo>
                  <a:lnTo>
                    <a:pt x="703199" y="25400"/>
                  </a:lnTo>
                  <a:lnTo>
                    <a:pt x="126" y="22479"/>
                  </a:lnTo>
                  <a:close/>
                </a:path>
                <a:path w="767080" h="76200">
                  <a:moveTo>
                    <a:pt x="741005" y="25400"/>
                  </a:moveTo>
                  <a:lnTo>
                    <a:pt x="703198" y="25400"/>
                  </a:lnTo>
                  <a:lnTo>
                    <a:pt x="703071" y="50800"/>
                  </a:lnTo>
                  <a:lnTo>
                    <a:pt x="741598" y="50800"/>
                  </a:lnTo>
                  <a:lnTo>
                    <a:pt x="766698" y="38354"/>
                  </a:lnTo>
                  <a:lnTo>
                    <a:pt x="741005" y="2540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2" name="object 92"/>
            <p:cNvPicPr/>
            <p:nvPr/>
          </p:nvPicPr>
          <p:blipFill>
            <a:blip r:embed="rId27" cstate="print"/>
            <a:stretch>
              <a:fillRect/>
            </a:stretch>
          </p:blipFill>
          <p:spPr>
            <a:xfrm>
              <a:off x="4600004" y="6384213"/>
              <a:ext cx="1878392" cy="380047"/>
            </a:xfrm>
            <a:prstGeom prst="rect">
              <a:avLst/>
            </a:prstGeom>
          </p:spPr>
        </p:pic>
        <p:pic>
          <p:nvPicPr>
            <p:cNvPr id="93" name="object 93"/>
            <p:cNvPicPr/>
            <p:nvPr/>
          </p:nvPicPr>
          <p:blipFill>
            <a:blip r:embed="rId28" cstate="print"/>
            <a:stretch>
              <a:fillRect/>
            </a:stretch>
          </p:blipFill>
          <p:spPr>
            <a:xfrm>
              <a:off x="4760950" y="6182608"/>
              <a:ext cx="1559156" cy="88847"/>
            </a:xfrm>
            <a:prstGeom prst="rect">
              <a:avLst/>
            </a:prstGeom>
          </p:spPr>
        </p:pic>
        <p:sp>
          <p:nvSpPr>
            <p:cNvPr id="94" name="object 94"/>
            <p:cNvSpPr/>
            <p:nvPr/>
          </p:nvSpPr>
          <p:spPr>
            <a:xfrm>
              <a:off x="4794885" y="6209004"/>
              <a:ext cx="1501140" cy="0"/>
            </a:xfrm>
            <a:custGeom>
              <a:avLst/>
              <a:gdLst/>
              <a:ahLst/>
              <a:cxnLst/>
              <a:rect l="l" t="t" r="r" b="b"/>
              <a:pathLst>
                <a:path w="1501139">
                  <a:moveTo>
                    <a:pt x="0" y="0"/>
                  </a:moveTo>
                  <a:lnTo>
                    <a:pt x="1501139" y="0"/>
                  </a:lnTo>
                </a:path>
              </a:pathLst>
            </a:custGeom>
            <a:ln w="2540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5" name="object 95"/>
            <p:cNvPicPr/>
            <p:nvPr/>
          </p:nvPicPr>
          <p:blipFill>
            <a:blip r:embed="rId29" cstate="print"/>
            <a:stretch>
              <a:fillRect/>
            </a:stretch>
          </p:blipFill>
          <p:spPr>
            <a:xfrm>
              <a:off x="4748784" y="6188964"/>
              <a:ext cx="106616" cy="240817"/>
            </a:xfrm>
            <a:prstGeom prst="rect">
              <a:avLst/>
            </a:prstGeom>
          </p:spPr>
        </p:pic>
        <p:sp>
          <p:nvSpPr>
            <p:cNvPr id="96" name="object 96"/>
            <p:cNvSpPr/>
            <p:nvPr/>
          </p:nvSpPr>
          <p:spPr>
            <a:xfrm>
              <a:off x="4804410" y="6211582"/>
              <a:ext cx="0" cy="147955"/>
            </a:xfrm>
            <a:custGeom>
              <a:avLst/>
              <a:gdLst/>
              <a:ahLst/>
              <a:cxnLst/>
              <a:rect l="l" t="t" r="r" b="b"/>
              <a:pathLst>
                <a:path h="147954">
                  <a:moveTo>
                    <a:pt x="0" y="0"/>
                  </a:moveTo>
                  <a:lnTo>
                    <a:pt x="0" y="147802"/>
                  </a:lnTo>
                </a:path>
              </a:pathLst>
            </a:custGeom>
            <a:ln w="2540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7" name="object 97"/>
            <p:cNvPicPr/>
            <p:nvPr/>
          </p:nvPicPr>
          <p:blipFill>
            <a:blip r:embed="rId29" cstate="print"/>
            <a:stretch>
              <a:fillRect/>
            </a:stretch>
          </p:blipFill>
          <p:spPr>
            <a:xfrm>
              <a:off x="5091684" y="6188964"/>
              <a:ext cx="106616" cy="240817"/>
            </a:xfrm>
            <a:prstGeom prst="rect">
              <a:avLst/>
            </a:prstGeom>
          </p:spPr>
        </p:pic>
        <p:sp>
          <p:nvSpPr>
            <p:cNvPr id="98" name="object 98"/>
            <p:cNvSpPr/>
            <p:nvPr/>
          </p:nvSpPr>
          <p:spPr>
            <a:xfrm>
              <a:off x="5147310" y="6211404"/>
              <a:ext cx="0" cy="147955"/>
            </a:xfrm>
            <a:custGeom>
              <a:avLst/>
              <a:gdLst/>
              <a:ahLst/>
              <a:cxnLst/>
              <a:rect l="l" t="t" r="r" b="b"/>
              <a:pathLst>
                <a:path h="147954">
                  <a:moveTo>
                    <a:pt x="0" y="0"/>
                  </a:moveTo>
                  <a:lnTo>
                    <a:pt x="0" y="147802"/>
                  </a:lnTo>
                </a:path>
              </a:pathLst>
            </a:custGeom>
            <a:ln w="2540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9" name="object 99"/>
            <p:cNvPicPr/>
            <p:nvPr/>
          </p:nvPicPr>
          <p:blipFill>
            <a:blip r:embed="rId29" cstate="print"/>
            <a:stretch>
              <a:fillRect/>
            </a:stretch>
          </p:blipFill>
          <p:spPr>
            <a:xfrm>
              <a:off x="5675376" y="6184392"/>
              <a:ext cx="106616" cy="240817"/>
            </a:xfrm>
            <a:prstGeom prst="rect">
              <a:avLst/>
            </a:prstGeom>
          </p:spPr>
        </p:pic>
        <p:sp>
          <p:nvSpPr>
            <p:cNvPr id="100" name="object 100"/>
            <p:cNvSpPr/>
            <p:nvPr/>
          </p:nvSpPr>
          <p:spPr>
            <a:xfrm>
              <a:off x="5730874" y="6206617"/>
              <a:ext cx="0" cy="147955"/>
            </a:xfrm>
            <a:custGeom>
              <a:avLst/>
              <a:gdLst/>
              <a:ahLst/>
              <a:cxnLst/>
              <a:rect l="l" t="t" r="r" b="b"/>
              <a:pathLst>
                <a:path h="147954">
                  <a:moveTo>
                    <a:pt x="0" y="0"/>
                  </a:moveTo>
                  <a:lnTo>
                    <a:pt x="0" y="147802"/>
                  </a:lnTo>
                </a:path>
              </a:pathLst>
            </a:custGeom>
            <a:ln w="2540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01" name="object 101"/>
            <p:cNvPicPr/>
            <p:nvPr/>
          </p:nvPicPr>
          <p:blipFill>
            <a:blip r:embed="rId29" cstate="print"/>
            <a:stretch>
              <a:fillRect/>
            </a:stretch>
          </p:blipFill>
          <p:spPr>
            <a:xfrm>
              <a:off x="6225540" y="6204204"/>
              <a:ext cx="106616" cy="240817"/>
            </a:xfrm>
            <a:prstGeom prst="rect">
              <a:avLst/>
            </a:prstGeom>
          </p:spPr>
        </p:pic>
        <p:sp>
          <p:nvSpPr>
            <p:cNvPr id="102" name="object 102"/>
            <p:cNvSpPr/>
            <p:nvPr/>
          </p:nvSpPr>
          <p:spPr>
            <a:xfrm>
              <a:off x="6281039" y="6226137"/>
              <a:ext cx="0" cy="147955"/>
            </a:xfrm>
            <a:custGeom>
              <a:avLst/>
              <a:gdLst/>
              <a:ahLst/>
              <a:cxnLst/>
              <a:rect l="l" t="t" r="r" b="b"/>
              <a:pathLst>
                <a:path h="147954">
                  <a:moveTo>
                    <a:pt x="0" y="0"/>
                  </a:moveTo>
                  <a:lnTo>
                    <a:pt x="0" y="147802"/>
                  </a:lnTo>
                </a:path>
              </a:pathLst>
            </a:custGeom>
            <a:ln w="25400">
              <a:solidFill>
                <a:srgbClr val="4F81BC"/>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03" name="object 103"/>
            <p:cNvPicPr/>
            <p:nvPr/>
          </p:nvPicPr>
          <p:blipFill>
            <a:blip r:embed="rId30" cstate="print"/>
            <a:stretch>
              <a:fillRect/>
            </a:stretch>
          </p:blipFill>
          <p:spPr>
            <a:xfrm>
              <a:off x="3567683" y="4643640"/>
              <a:ext cx="1549908" cy="1629156"/>
            </a:xfrm>
            <a:prstGeom prst="rect">
              <a:avLst/>
            </a:prstGeom>
          </p:spPr>
        </p:pic>
        <p:pic>
          <p:nvPicPr>
            <p:cNvPr id="104" name="object 104"/>
            <p:cNvPicPr/>
            <p:nvPr/>
          </p:nvPicPr>
          <p:blipFill>
            <a:blip r:embed="rId31" cstate="print"/>
            <a:stretch>
              <a:fillRect/>
            </a:stretch>
          </p:blipFill>
          <p:spPr>
            <a:xfrm>
              <a:off x="3686302" y="4743704"/>
              <a:ext cx="1467612" cy="1471460"/>
            </a:xfrm>
            <a:prstGeom prst="rect">
              <a:avLst/>
            </a:prstGeom>
          </p:spPr>
        </p:pic>
        <p:pic>
          <p:nvPicPr>
            <p:cNvPr id="105" name="object 105"/>
            <p:cNvPicPr/>
            <p:nvPr/>
          </p:nvPicPr>
          <p:blipFill>
            <a:blip r:embed="rId32" cstate="print"/>
            <a:stretch>
              <a:fillRect/>
            </a:stretch>
          </p:blipFill>
          <p:spPr>
            <a:xfrm>
              <a:off x="740930" y="4348619"/>
              <a:ext cx="910539" cy="199885"/>
            </a:xfrm>
            <a:prstGeom prst="rect">
              <a:avLst/>
            </a:prstGeom>
          </p:spPr>
        </p:pic>
        <p:pic>
          <p:nvPicPr>
            <p:cNvPr id="106" name="object 106"/>
            <p:cNvPicPr/>
            <p:nvPr/>
          </p:nvPicPr>
          <p:blipFill>
            <a:blip r:embed="rId33" cstate="print"/>
            <a:stretch>
              <a:fillRect/>
            </a:stretch>
          </p:blipFill>
          <p:spPr>
            <a:xfrm>
              <a:off x="6083808" y="5215128"/>
              <a:ext cx="234670" cy="443484"/>
            </a:xfrm>
            <a:prstGeom prst="rect">
              <a:avLst/>
            </a:prstGeom>
          </p:spPr>
        </p:pic>
        <p:sp>
          <p:nvSpPr>
            <p:cNvPr id="107" name="object 107"/>
            <p:cNvSpPr/>
            <p:nvPr/>
          </p:nvSpPr>
          <p:spPr>
            <a:xfrm>
              <a:off x="6165468" y="5314315"/>
              <a:ext cx="76200" cy="285750"/>
            </a:xfrm>
            <a:custGeom>
              <a:avLst/>
              <a:gdLst/>
              <a:ahLst/>
              <a:cxnLst/>
              <a:rect l="l" t="t" r="r" b="b"/>
              <a:pathLst>
                <a:path w="76200" h="285750">
                  <a:moveTo>
                    <a:pt x="50800" y="63500"/>
                  </a:moveTo>
                  <a:lnTo>
                    <a:pt x="25400" y="63500"/>
                  </a:lnTo>
                  <a:lnTo>
                    <a:pt x="25400" y="285724"/>
                  </a:lnTo>
                  <a:lnTo>
                    <a:pt x="50800" y="285724"/>
                  </a:lnTo>
                  <a:lnTo>
                    <a:pt x="50800" y="63500"/>
                  </a:lnTo>
                  <a:close/>
                </a:path>
                <a:path w="76200" h="285750">
                  <a:moveTo>
                    <a:pt x="38100" y="0"/>
                  </a:moveTo>
                  <a:lnTo>
                    <a:pt x="0" y="76200"/>
                  </a:lnTo>
                  <a:lnTo>
                    <a:pt x="25400" y="76200"/>
                  </a:lnTo>
                  <a:lnTo>
                    <a:pt x="25400" y="63500"/>
                  </a:lnTo>
                  <a:lnTo>
                    <a:pt x="69850" y="63500"/>
                  </a:lnTo>
                  <a:lnTo>
                    <a:pt x="38100" y="0"/>
                  </a:lnTo>
                  <a:close/>
                </a:path>
                <a:path w="76200" h="285750">
                  <a:moveTo>
                    <a:pt x="69850" y="63500"/>
                  </a:moveTo>
                  <a:lnTo>
                    <a:pt x="50800" y="63500"/>
                  </a:lnTo>
                  <a:lnTo>
                    <a:pt x="50800" y="76200"/>
                  </a:lnTo>
                  <a:lnTo>
                    <a:pt x="76200" y="76200"/>
                  </a:lnTo>
                  <a:lnTo>
                    <a:pt x="69850" y="63500"/>
                  </a:lnTo>
                  <a:close/>
                </a:path>
              </a:pathLst>
            </a:custGeom>
            <a:solidFill>
              <a:srgbClr val="4F81B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8" name="object 108"/>
          <p:cNvSpPr txBox="1"/>
          <p:nvPr/>
        </p:nvSpPr>
        <p:spPr>
          <a:xfrm>
            <a:off x="5704459" y="5338064"/>
            <a:ext cx="1279525" cy="495934"/>
          </a:xfrm>
          <a:prstGeom prst="rect">
            <a:avLst/>
          </a:prstGeom>
        </p:spPr>
        <p:txBody>
          <a:bodyPr vert="horz" wrap="square" lIns="0" tIns="12700" rIns="0" bIns="0" rtlCol="0">
            <a:spAutoFit/>
          </a:bodyPr>
          <a:lstStyle/>
          <a:p>
            <a:pPr marL="708025" marR="5080" lvl="0" indent="-108585" defTabSz="914400" eaLnBrk="1" fontAlgn="auto" latinLnBrk="0" hangingPunct="1">
              <a:lnSpc>
                <a:spcPct val="100000"/>
              </a:lnSpc>
              <a:spcBef>
                <a:spcPts val="100"/>
              </a:spcBef>
              <a:spcAft>
                <a:spcPts val="0"/>
              </a:spcAft>
              <a:buClrTx/>
              <a:buSzTx/>
              <a:buFontTx/>
              <a:buNone/>
              <a:tabLst/>
              <a:defRPr/>
            </a:pPr>
            <a:r>
              <a:rPr kumimoji="0" sz="900" b="0" i="0" u="none" strike="noStrike" kern="0" cap="none" spc="0" normalizeH="0" baseline="0" noProof="0" dirty="0">
                <a:ln>
                  <a:noFill/>
                </a:ln>
                <a:solidFill>
                  <a:srgbClr val="004F9F"/>
                </a:solidFill>
                <a:effectLst/>
                <a:uLnTx/>
                <a:uFillTx/>
                <a:latin typeface="Calibri"/>
                <a:cs typeface="Calibri"/>
              </a:rPr>
              <a:t>Import</a:t>
            </a:r>
            <a:r>
              <a:rPr kumimoji="0" sz="900" b="0" i="0" u="none" strike="noStrike" kern="0" cap="none" spc="-40" normalizeH="0" baseline="0" noProof="0" dirty="0">
                <a:ln>
                  <a:noFill/>
                </a:ln>
                <a:solidFill>
                  <a:srgbClr val="004F9F"/>
                </a:solidFill>
                <a:effectLst/>
                <a:uLnTx/>
                <a:uFillTx/>
                <a:latin typeface="Calibri"/>
                <a:cs typeface="Calibri"/>
              </a:rPr>
              <a:t> </a:t>
            </a:r>
            <a:r>
              <a:rPr kumimoji="0" sz="900" b="0" i="0" u="none" strike="noStrike" kern="0" cap="none" spc="-10" normalizeH="0" baseline="0" noProof="0" dirty="0">
                <a:ln>
                  <a:noFill/>
                </a:ln>
                <a:solidFill>
                  <a:srgbClr val="004F9F"/>
                </a:solidFill>
                <a:effectLst/>
                <a:uLnTx/>
                <a:uFillTx/>
                <a:latin typeface="Calibri"/>
                <a:cs typeface="Calibri"/>
              </a:rPr>
              <a:t>station</a:t>
            </a:r>
            <a:r>
              <a:rPr kumimoji="0" sz="900" b="0" i="0" u="none" strike="noStrike" kern="0" cap="none" spc="500" normalizeH="0" baseline="0" noProof="0" dirty="0">
                <a:ln>
                  <a:noFill/>
                </a:ln>
                <a:solidFill>
                  <a:srgbClr val="004F9F"/>
                </a:solidFill>
                <a:effectLst/>
                <a:uLnTx/>
                <a:uFillTx/>
                <a:latin typeface="Calibri"/>
                <a:cs typeface="Calibri"/>
              </a:rPr>
              <a:t> </a:t>
            </a:r>
            <a:r>
              <a:rPr kumimoji="0" sz="900" b="0" i="0" u="none" strike="noStrike" kern="0" cap="none" spc="-10" normalizeH="0" baseline="0" noProof="0" dirty="0">
                <a:ln>
                  <a:noFill/>
                </a:ln>
                <a:solidFill>
                  <a:srgbClr val="004F9F"/>
                </a:solidFill>
                <a:effectLst/>
                <a:uLnTx/>
                <a:uFillTx/>
                <a:latin typeface="Calibri"/>
                <a:cs typeface="Calibri"/>
              </a:rPr>
              <a:t>metadata</a:t>
            </a:r>
            <a:endParaRPr kumimoji="0" sz="9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10" normalizeH="0" baseline="0" noProof="0" dirty="0">
                <a:ln>
                  <a:noFill/>
                </a:ln>
                <a:solidFill>
                  <a:srgbClr val="004F9F"/>
                </a:solidFill>
                <a:effectLst/>
                <a:uLnTx/>
                <a:uFillTx/>
                <a:latin typeface="Calibri"/>
                <a:cs typeface="Calibri"/>
              </a:rPr>
              <a:t>OSCAR/Surface</a:t>
            </a:r>
            <a:endParaRPr kumimoji="0" sz="1200" b="0" i="0" u="none" strike="noStrike" kern="0" cap="none" spc="0" normalizeH="0" baseline="0" noProof="0">
              <a:ln>
                <a:noFill/>
              </a:ln>
              <a:solidFill>
                <a:sysClr val="windowText" lastClr="000000"/>
              </a:solidFill>
              <a:effectLst/>
              <a:uLnTx/>
              <a:uFillTx/>
              <a:latin typeface="Calibri"/>
              <a:cs typeface="Calibri"/>
            </a:endParaRPr>
          </a:p>
        </p:txBody>
      </p:sp>
      <p:sp>
        <p:nvSpPr>
          <p:cNvPr id="109" name="object 109"/>
          <p:cNvSpPr txBox="1"/>
          <p:nvPr/>
        </p:nvSpPr>
        <p:spPr>
          <a:xfrm>
            <a:off x="7383018" y="4914392"/>
            <a:ext cx="4701540" cy="18586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0" normalizeH="0" baseline="0" noProof="0" dirty="0">
                <a:ln>
                  <a:noFill/>
                </a:ln>
                <a:solidFill>
                  <a:sysClr val="windowText" lastClr="000000"/>
                </a:solidFill>
                <a:effectLst/>
                <a:uLnTx/>
                <a:uFillTx/>
                <a:latin typeface="Calibri"/>
                <a:cs typeface="Calibri"/>
              </a:rPr>
              <a:t>+</a:t>
            </a:r>
            <a:r>
              <a:rPr kumimoji="0" sz="2400" b="1" i="0" u="none" strike="noStrike" kern="0" cap="none" spc="45" normalizeH="0" baseline="0" noProof="0" dirty="0">
                <a:ln>
                  <a:noFill/>
                </a:ln>
                <a:solidFill>
                  <a:sysClr val="windowText" lastClr="000000"/>
                </a:solidFill>
                <a:effectLst/>
                <a:uLnTx/>
                <a:uFillTx/>
                <a:latin typeface="Calibri"/>
                <a:cs typeface="Calibri"/>
              </a:rPr>
              <a:t> </a:t>
            </a:r>
            <a:r>
              <a:rPr kumimoji="0" sz="1600" b="0"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tools</a:t>
            </a:r>
            <a:r>
              <a:rPr kumimoji="0" sz="1600" b="0" i="0" u="sng" strike="noStrike" kern="0" cap="none" spc="-130" normalizeH="0" baseline="0" noProof="0" dirty="0">
                <a:ln>
                  <a:noFill/>
                </a:ln>
                <a:solidFill>
                  <a:sysClr val="windowText" lastClr="000000"/>
                </a:solidFill>
                <a:effectLst/>
                <a:uLnTx/>
                <a:uFill>
                  <a:solidFill>
                    <a:srgbClr val="000000"/>
                  </a:solidFill>
                </a:uFill>
                <a:latin typeface="Trebuchet MS"/>
                <a:cs typeface="Trebuchet MS"/>
              </a:rPr>
              <a:t> </a:t>
            </a:r>
            <a:r>
              <a:rPr kumimoji="0" sz="1600" b="0" i="0" u="sng" strike="noStrike" kern="0" cap="none" spc="-65" normalizeH="0" baseline="0" noProof="0" dirty="0">
                <a:ln>
                  <a:noFill/>
                </a:ln>
                <a:solidFill>
                  <a:sysClr val="windowText" lastClr="000000"/>
                </a:solidFill>
                <a:effectLst/>
                <a:uLnTx/>
                <a:uFill>
                  <a:solidFill>
                    <a:srgbClr val="000000"/>
                  </a:solidFill>
                </a:uFill>
                <a:latin typeface="Trebuchet MS"/>
                <a:cs typeface="Trebuchet MS"/>
              </a:rPr>
              <a:t>to</a:t>
            </a:r>
            <a:r>
              <a:rPr kumimoji="0" sz="1600" b="0" i="0" u="sng" strike="noStrike" kern="0" cap="none" spc="-125" normalizeH="0" baseline="0" noProof="0" dirty="0">
                <a:ln>
                  <a:noFill/>
                </a:ln>
                <a:solidFill>
                  <a:sysClr val="windowText" lastClr="000000"/>
                </a:solidFill>
                <a:effectLst/>
                <a:uLnTx/>
                <a:uFill>
                  <a:solidFill>
                    <a:srgbClr val="000000"/>
                  </a:solidFill>
                </a:uFill>
                <a:latin typeface="Trebuchet MS"/>
                <a:cs typeface="Trebuchet MS"/>
              </a:rPr>
              <a:t> </a:t>
            </a:r>
            <a:r>
              <a:rPr kumimoji="0" sz="1600" b="0" i="0" u="sng" strike="noStrike" kern="0" cap="none" spc="-65" normalizeH="0" baseline="0" noProof="0" dirty="0">
                <a:ln>
                  <a:noFill/>
                </a:ln>
                <a:solidFill>
                  <a:sysClr val="windowText" lastClr="000000"/>
                </a:solidFill>
                <a:effectLst/>
                <a:uLnTx/>
                <a:uFill>
                  <a:solidFill>
                    <a:srgbClr val="000000"/>
                  </a:solidFill>
                </a:uFill>
                <a:latin typeface="Trebuchet MS"/>
                <a:cs typeface="Trebuchet MS"/>
              </a:rPr>
              <a:t>facilitate</a:t>
            </a:r>
            <a:r>
              <a:rPr kumimoji="0" sz="1600" b="0" i="0" u="sng" strike="noStrike" kern="0" cap="none" spc="-130" normalizeH="0" baseline="0" noProof="0" dirty="0">
                <a:ln>
                  <a:noFill/>
                </a:ln>
                <a:solidFill>
                  <a:sysClr val="windowText" lastClr="000000"/>
                </a:solidFill>
                <a:effectLst/>
                <a:uLnTx/>
                <a:uFill>
                  <a:solidFill>
                    <a:srgbClr val="000000"/>
                  </a:solidFill>
                </a:uFill>
                <a:latin typeface="Trebuchet MS"/>
                <a:cs typeface="Trebuchet MS"/>
              </a:rPr>
              <a:t> </a:t>
            </a:r>
            <a:r>
              <a:rPr kumimoji="0" sz="1600" b="0" i="0" u="sng" strike="noStrike" kern="0" cap="none" spc="-55" normalizeH="0" baseline="0" noProof="0" dirty="0">
                <a:ln>
                  <a:noFill/>
                </a:ln>
                <a:solidFill>
                  <a:sysClr val="windowText" lastClr="000000"/>
                </a:solidFill>
                <a:effectLst/>
                <a:uLnTx/>
                <a:uFill>
                  <a:solidFill>
                    <a:srgbClr val="000000"/>
                  </a:solidFill>
                </a:uFill>
                <a:latin typeface="Trebuchet MS"/>
                <a:cs typeface="Trebuchet MS"/>
              </a:rPr>
              <a:t>international</a:t>
            </a:r>
            <a:r>
              <a:rPr kumimoji="0" sz="1600" b="0" i="0" u="sng" strike="noStrike" kern="0" cap="none" spc="-90" normalizeH="0" baseline="0" noProof="0" dirty="0">
                <a:ln>
                  <a:noFill/>
                </a:ln>
                <a:solidFill>
                  <a:sysClr val="windowText" lastClr="000000"/>
                </a:solidFill>
                <a:effectLst/>
                <a:uLnTx/>
                <a:uFill>
                  <a:solidFill>
                    <a:srgbClr val="000000"/>
                  </a:solidFill>
                </a:uFill>
                <a:latin typeface="Trebuchet MS"/>
                <a:cs typeface="Trebuchet MS"/>
              </a:rPr>
              <a:t> </a:t>
            </a:r>
            <a:r>
              <a:rPr kumimoji="0" sz="1600" b="0" i="0" u="sng" strike="noStrike" kern="0" cap="none" spc="-35" normalizeH="0" baseline="0" noProof="0" dirty="0">
                <a:ln>
                  <a:noFill/>
                </a:ln>
                <a:solidFill>
                  <a:sysClr val="windowText" lastClr="000000"/>
                </a:solidFill>
                <a:effectLst/>
                <a:uLnTx/>
                <a:uFill>
                  <a:solidFill>
                    <a:srgbClr val="000000"/>
                  </a:solidFill>
                </a:uFill>
                <a:latin typeface="Trebuchet MS"/>
                <a:cs typeface="Trebuchet MS"/>
              </a:rPr>
              <a:t>data</a:t>
            </a:r>
            <a:r>
              <a:rPr kumimoji="0" sz="1600" b="0" i="0" u="sng" strike="noStrike" kern="0" cap="none" spc="-135" normalizeH="0" baseline="0" noProof="0" dirty="0">
                <a:ln>
                  <a:noFill/>
                </a:ln>
                <a:solidFill>
                  <a:sysClr val="windowText" lastClr="000000"/>
                </a:solidFill>
                <a:effectLst/>
                <a:uLnTx/>
                <a:uFill>
                  <a:solidFill>
                    <a:srgbClr val="000000"/>
                  </a:solidFill>
                </a:uFill>
                <a:latin typeface="Trebuchet MS"/>
                <a:cs typeface="Trebuchet MS"/>
              </a:rPr>
              <a:t> </a:t>
            </a:r>
            <a:r>
              <a:rPr kumimoji="0" sz="1600" b="0" i="0" u="sng" strike="noStrike" kern="0" cap="none" spc="-10" normalizeH="0" baseline="0" noProof="0" dirty="0">
                <a:ln>
                  <a:noFill/>
                </a:ln>
                <a:solidFill>
                  <a:sysClr val="windowText" lastClr="000000"/>
                </a:solidFill>
                <a:effectLst/>
                <a:uLnTx/>
                <a:uFill>
                  <a:solidFill>
                    <a:srgbClr val="000000"/>
                  </a:solidFill>
                </a:uFill>
                <a:latin typeface="Trebuchet MS"/>
                <a:cs typeface="Trebuchet MS"/>
              </a:rPr>
              <a:t>sharing</a:t>
            </a:r>
            <a:r>
              <a:rPr kumimoji="0" sz="1600" b="0" i="0" u="none" strike="noStrike" kern="0" cap="none" spc="-10" normalizeH="0" baseline="0" noProof="0" dirty="0">
                <a:ln>
                  <a:noFill/>
                </a:ln>
                <a:solidFill>
                  <a:sysClr val="windowText" lastClr="000000"/>
                </a:solidFill>
                <a:effectLst/>
                <a:uLnTx/>
                <a:uFillTx/>
                <a:latin typeface="Trebuchet MS"/>
                <a:cs typeface="Trebuchet MS"/>
              </a:rPr>
              <a:t>:</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30"/>
              </a:spcBef>
              <a:spcAft>
                <a:spcPts val="0"/>
              </a:spcAft>
              <a:buClrTx/>
              <a:buSzTx/>
              <a:buFont typeface="Arial MT"/>
              <a:buChar char="•"/>
              <a:tabLst>
                <a:tab pos="299085" algn="l"/>
              </a:tabLst>
              <a:defRPr/>
            </a:pPr>
            <a:r>
              <a:rPr kumimoji="0" sz="1600" b="1" i="0" u="none" strike="noStrike" kern="0" cap="none" spc="-20" normalizeH="0" baseline="0" noProof="0" dirty="0">
                <a:ln>
                  <a:noFill/>
                </a:ln>
                <a:solidFill>
                  <a:sysClr val="windowText" lastClr="000000"/>
                </a:solidFill>
                <a:effectLst/>
                <a:uLnTx/>
                <a:uFillTx/>
                <a:latin typeface="Trebuchet MS"/>
                <a:cs typeface="Trebuchet MS"/>
              </a:rPr>
              <a:t>data-</a:t>
            </a:r>
            <a:r>
              <a:rPr kumimoji="0" sz="1600" b="1" i="0" u="none" strike="noStrike" kern="0" cap="none" spc="-30" normalizeH="0" baseline="0" noProof="0" dirty="0">
                <a:ln>
                  <a:noFill/>
                </a:ln>
                <a:solidFill>
                  <a:sysClr val="windowText" lastClr="000000"/>
                </a:solidFill>
                <a:effectLst/>
                <a:uLnTx/>
                <a:uFillTx/>
                <a:latin typeface="Trebuchet MS"/>
                <a:cs typeface="Trebuchet MS"/>
              </a:rPr>
              <a:t>conversion</a:t>
            </a:r>
            <a:r>
              <a:rPr kumimoji="0" sz="1600" b="0" i="0" u="none" strike="noStrike" kern="0" cap="none" spc="-30" normalizeH="0" baseline="0" noProof="0" dirty="0">
                <a:ln>
                  <a:noFill/>
                </a:ln>
                <a:solidFill>
                  <a:sysClr val="windowText" lastClr="000000"/>
                </a:solidFill>
                <a:effectLst/>
                <a:uLnTx/>
                <a:uFillTx/>
                <a:latin typeface="Trebuchet MS"/>
                <a:cs typeface="Trebuchet MS"/>
              </a:rPr>
              <a:t>:</a:t>
            </a:r>
            <a:r>
              <a:rPr kumimoji="0" sz="1600" b="0" i="0" u="none" strike="noStrike" kern="0" cap="none" spc="-70" normalizeH="0" baseline="0" noProof="0" dirty="0">
                <a:ln>
                  <a:noFill/>
                </a:ln>
                <a:solidFill>
                  <a:sysClr val="windowText" lastClr="000000"/>
                </a:solidFill>
                <a:effectLst/>
                <a:uLnTx/>
                <a:uFillTx/>
                <a:latin typeface="Trebuchet MS"/>
                <a:cs typeface="Trebuchet MS"/>
              </a:rPr>
              <a:t> </a:t>
            </a:r>
            <a:r>
              <a:rPr kumimoji="0" sz="1600" b="0" i="0" u="none" strike="noStrike" kern="0" cap="none" spc="-30" normalizeH="0" baseline="0" noProof="0" dirty="0">
                <a:ln>
                  <a:noFill/>
                </a:ln>
                <a:solidFill>
                  <a:sysClr val="windowText" lastClr="000000"/>
                </a:solidFill>
                <a:effectLst/>
                <a:uLnTx/>
                <a:uFillTx/>
                <a:latin typeface="Trebuchet MS"/>
                <a:cs typeface="Trebuchet MS"/>
              </a:rPr>
              <a:t>csv2bufr,</a:t>
            </a:r>
            <a:r>
              <a:rPr kumimoji="0" sz="1600" b="0" i="0" u="none" strike="noStrike" kern="0" cap="none" spc="-70" normalizeH="0" baseline="0" noProof="0" dirty="0">
                <a:ln>
                  <a:noFill/>
                </a:ln>
                <a:solidFill>
                  <a:sysClr val="windowText" lastClr="000000"/>
                </a:solidFill>
                <a:effectLst/>
                <a:uLnTx/>
                <a:uFillTx/>
                <a:latin typeface="Trebuchet MS"/>
                <a:cs typeface="Trebuchet MS"/>
              </a:rPr>
              <a:t> </a:t>
            </a:r>
            <a:r>
              <a:rPr kumimoji="0" sz="1600" b="0" i="0" u="none" strike="noStrike" kern="0" cap="none" spc="-30" normalizeH="0" baseline="0" noProof="0" dirty="0">
                <a:ln>
                  <a:noFill/>
                </a:ln>
                <a:solidFill>
                  <a:sysClr val="windowText" lastClr="000000"/>
                </a:solidFill>
                <a:effectLst/>
                <a:uLnTx/>
                <a:uFillTx/>
                <a:latin typeface="Trebuchet MS"/>
                <a:cs typeface="Trebuchet MS"/>
              </a:rPr>
              <a:t>synop2bufr,</a:t>
            </a:r>
            <a:r>
              <a:rPr kumimoji="0" sz="1600" b="0" i="0" u="none" strike="noStrike" kern="0" cap="none" spc="-40" normalizeH="0" baseline="0" noProof="0" dirty="0">
                <a:ln>
                  <a:noFill/>
                </a:ln>
                <a:solidFill>
                  <a:sysClr val="windowText" lastClr="000000"/>
                </a:solidFill>
                <a:effectLst/>
                <a:uLnTx/>
                <a:uFillTx/>
                <a:latin typeface="Trebuchet MS"/>
                <a:cs typeface="Trebuchet MS"/>
              </a:rPr>
              <a:t> </a:t>
            </a:r>
            <a:r>
              <a:rPr kumimoji="0" sz="1600" b="0" i="0" u="none" strike="noStrike" kern="0" cap="none" spc="-20" normalizeH="0" baseline="0" noProof="0" dirty="0">
                <a:ln>
                  <a:noFill/>
                </a:ln>
                <a:solidFill>
                  <a:sysClr val="windowText" lastClr="000000"/>
                </a:solidFill>
                <a:effectLst/>
                <a:uLnTx/>
                <a:uFillTx/>
                <a:latin typeface="Trebuchet MS"/>
                <a:cs typeface="Trebuchet MS"/>
              </a:rPr>
              <a:t>bufr2bufr</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299085" marR="0" lvl="0" indent="-286385" defTabSz="914400" eaLnBrk="1" fontAlgn="auto" latinLnBrk="0" hangingPunct="1">
              <a:lnSpc>
                <a:spcPct val="100000"/>
              </a:lnSpc>
              <a:spcBef>
                <a:spcPts val="0"/>
              </a:spcBef>
              <a:spcAft>
                <a:spcPts val="0"/>
              </a:spcAft>
              <a:buClrTx/>
              <a:buSzTx/>
              <a:buFont typeface="Arial MT"/>
              <a:buChar char="•"/>
              <a:tabLst>
                <a:tab pos="299085" algn="l"/>
              </a:tabLst>
              <a:defRPr/>
            </a:pPr>
            <a:r>
              <a:rPr kumimoji="0" sz="1600" b="1" i="0" u="none" strike="noStrike" kern="0" cap="none" spc="80" normalizeH="0" baseline="0" noProof="0" dirty="0">
                <a:ln>
                  <a:noFill/>
                </a:ln>
                <a:solidFill>
                  <a:sysClr val="windowText" lastClr="000000"/>
                </a:solidFill>
                <a:effectLst/>
                <a:uLnTx/>
                <a:uFillTx/>
                <a:latin typeface="Trebuchet MS"/>
                <a:cs typeface="Trebuchet MS"/>
              </a:rPr>
              <a:t>OGC</a:t>
            </a:r>
            <a:r>
              <a:rPr kumimoji="0" sz="1600" b="1" i="0" u="none" strike="noStrike" kern="0" cap="none" spc="-120" normalizeH="0" baseline="0" noProof="0" dirty="0">
                <a:ln>
                  <a:noFill/>
                </a:ln>
                <a:solidFill>
                  <a:sysClr val="windowText" lastClr="000000"/>
                </a:solidFill>
                <a:effectLst/>
                <a:uLnTx/>
                <a:uFillTx/>
                <a:latin typeface="Trebuchet MS"/>
                <a:cs typeface="Trebuchet MS"/>
              </a:rPr>
              <a:t> </a:t>
            </a:r>
            <a:r>
              <a:rPr kumimoji="0" sz="1600" b="1" i="0" u="none" strike="noStrike" kern="0" cap="none" spc="0" normalizeH="0" baseline="0" noProof="0" dirty="0">
                <a:ln>
                  <a:noFill/>
                </a:ln>
                <a:solidFill>
                  <a:sysClr val="windowText" lastClr="000000"/>
                </a:solidFill>
                <a:effectLst/>
                <a:uLnTx/>
                <a:uFillTx/>
                <a:latin typeface="Trebuchet MS"/>
                <a:cs typeface="Trebuchet MS"/>
              </a:rPr>
              <a:t>API</a:t>
            </a:r>
            <a:r>
              <a:rPr kumimoji="0" sz="1600" b="1" i="0" u="none" strike="noStrike" kern="0" cap="none" spc="-114" normalizeH="0" baseline="0" noProof="0" dirty="0">
                <a:ln>
                  <a:noFill/>
                </a:ln>
                <a:solidFill>
                  <a:sysClr val="windowText" lastClr="000000"/>
                </a:solidFill>
                <a:effectLst/>
                <a:uLnTx/>
                <a:uFillTx/>
                <a:latin typeface="Trebuchet MS"/>
                <a:cs typeface="Trebuchet MS"/>
              </a:rPr>
              <a:t> </a:t>
            </a:r>
            <a:r>
              <a:rPr kumimoji="0" sz="1600" b="0" i="0" u="none" strike="noStrike" kern="0" cap="none" spc="-60" normalizeH="0" baseline="0" noProof="0" dirty="0">
                <a:ln>
                  <a:noFill/>
                </a:ln>
                <a:solidFill>
                  <a:sysClr val="windowText" lastClr="000000"/>
                </a:solidFill>
                <a:effectLst/>
                <a:uLnTx/>
                <a:uFillTx/>
                <a:latin typeface="Trebuchet MS"/>
                <a:cs typeface="Trebuchet MS"/>
              </a:rPr>
              <a:t>to</a:t>
            </a:r>
            <a:r>
              <a:rPr kumimoji="0" sz="1600" b="0" i="0" u="none" strike="noStrike" kern="0" cap="none" spc="-125" normalizeH="0" baseline="0" noProof="0" dirty="0">
                <a:ln>
                  <a:noFill/>
                </a:ln>
                <a:solidFill>
                  <a:sysClr val="windowText" lastClr="000000"/>
                </a:solidFill>
                <a:effectLst/>
                <a:uLnTx/>
                <a:uFillTx/>
                <a:latin typeface="Trebuchet MS"/>
                <a:cs typeface="Trebuchet MS"/>
              </a:rPr>
              <a:t> </a:t>
            </a:r>
            <a:r>
              <a:rPr kumimoji="0" sz="1600" b="0" i="0" u="none" strike="noStrike" kern="0" cap="none" spc="-45" normalizeH="0" baseline="0" noProof="0" dirty="0">
                <a:ln>
                  <a:noFill/>
                </a:ln>
                <a:solidFill>
                  <a:sysClr val="windowText" lastClr="000000"/>
                </a:solidFill>
                <a:effectLst/>
                <a:uLnTx/>
                <a:uFillTx/>
                <a:latin typeface="Trebuchet MS"/>
                <a:cs typeface="Trebuchet MS"/>
              </a:rPr>
              <a:t>provide</a:t>
            </a:r>
            <a:r>
              <a:rPr kumimoji="0" sz="1600" b="0" i="0" u="none" strike="noStrike" kern="0" cap="none" spc="-110" normalizeH="0" baseline="0" noProof="0" dirty="0">
                <a:ln>
                  <a:noFill/>
                </a:ln>
                <a:solidFill>
                  <a:sysClr val="windowText" lastClr="000000"/>
                </a:solidFill>
                <a:effectLst/>
                <a:uLnTx/>
                <a:uFillTx/>
                <a:latin typeface="Trebuchet MS"/>
                <a:cs typeface="Trebuchet MS"/>
              </a:rPr>
              <a:t> </a:t>
            </a:r>
            <a:r>
              <a:rPr kumimoji="0" sz="1600" b="0" i="0" u="none" strike="noStrike" kern="0" cap="none" spc="-65" normalizeH="0" baseline="0" noProof="0" dirty="0">
                <a:ln>
                  <a:noFill/>
                </a:ln>
                <a:solidFill>
                  <a:sysClr val="windowText" lastClr="000000"/>
                </a:solidFill>
                <a:effectLst/>
                <a:uLnTx/>
                <a:uFillTx/>
                <a:latin typeface="Trebuchet MS"/>
                <a:cs typeface="Trebuchet MS"/>
              </a:rPr>
              <a:t>the</a:t>
            </a:r>
            <a:r>
              <a:rPr kumimoji="0" sz="1600" b="0" i="0" u="none" strike="noStrike" kern="0" cap="none" spc="-130" normalizeH="0" baseline="0" noProof="0" dirty="0">
                <a:ln>
                  <a:noFill/>
                </a:ln>
                <a:solidFill>
                  <a:sysClr val="windowText" lastClr="000000"/>
                </a:solidFill>
                <a:effectLst/>
                <a:uLnTx/>
                <a:uFillTx/>
                <a:latin typeface="Trebuchet MS"/>
                <a:cs typeface="Trebuchet MS"/>
              </a:rPr>
              <a:t> </a:t>
            </a:r>
            <a:r>
              <a:rPr kumimoji="0" sz="1600" b="0" i="0" u="none" strike="noStrike" kern="0" cap="none" spc="-30" normalizeH="0" baseline="0" noProof="0" dirty="0">
                <a:ln>
                  <a:noFill/>
                </a:ln>
                <a:solidFill>
                  <a:sysClr val="windowText" lastClr="000000"/>
                </a:solidFill>
                <a:effectLst/>
                <a:uLnTx/>
                <a:uFillTx/>
                <a:latin typeface="Trebuchet MS"/>
                <a:cs typeface="Trebuchet MS"/>
              </a:rPr>
              <a:t>API-</a:t>
            </a:r>
            <a:r>
              <a:rPr kumimoji="0" sz="1600" b="0" i="0" u="none" strike="noStrike" kern="0" cap="none" spc="-10" normalizeH="0" baseline="0" noProof="0" dirty="0">
                <a:ln>
                  <a:noFill/>
                </a:ln>
                <a:solidFill>
                  <a:sysClr val="windowText" lastClr="000000"/>
                </a:solidFill>
                <a:effectLst/>
                <a:uLnTx/>
                <a:uFillTx/>
                <a:latin typeface="Trebuchet MS"/>
                <a:cs typeface="Trebuchet MS"/>
              </a:rPr>
              <a:t>interface</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299085" marR="500380" lvl="0" indent="-287020" defTabSz="914400" eaLnBrk="1" fontAlgn="auto" latinLnBrk="0" hangingPunct="1">
              <a:lnSpc>
                <a:spcPct val="100000"/>
              </a:lnSpc>
              <a:spcBef>
                <a:spcPts val="5"/>
              </a:spcBef>
              <a:spcAft>
                <a:spcPts val="0"/>
              </a:spcAft>
              <a:buClrTx/>
              <a:buSzTx/>
              <a:buFont typeface="Arial MT"/>
              <a:buChar char="•"/>
              <a:tabLst>
                <a:tab pos="299085" algn="l"/>
              </a:tabLst>
              <a:defRPr/>
            </a:pPr>
            <a:r>
              <a:rPr kumimoji="0" sz="1600" b="1" i="0" u="none" strike="noStrike" kern="0" cap="none" spc="-20" normalizeH="0" baseline="0" noProof="0" dirty="0">
                <a:ln>
                  <a:noFill/>
                </a:ln>
                <a:solidFill>
                  <a:sysClr val="windowText" lastClr="000000"/>
                </a:solidFill>
                <a:effectLst/>
                <a:uLnTx/>
                <a:uFillTx/>
                <a:latin typeface="Trebuchet MS"/>
                <a:cs typeface="Trebuchet MS"/>
              </a:rPr>
              <a:t>data</a:t>
            </a:r>
            <a:r>
              <a:rPr kumimoji="0" sz="1600" b="1" i="0" u="none" strike="noStrike" kern="0" cap="none" spc="-90" normalizeH="0" baseline="0" noProof="0" dirty="0">
                <a:ln>
                  <a:noFill/>
                </a:ln>
                <a:solidFill>
                  <a:sysClr val="windowText" lastClr="000000"/>
                </a:solidFill>
                <a:effectLst/>
                <a:uLnTx/>
                <a:uFillTx/>
                <a:latin typeface="Trebuchet MS"/>
                <a:cs typeface="Trebuchet MS"/>
              </a:rPr>
              <a:t> </a:t>
            </a:r>
            <a:r>
              <a:rPr kumimoji="0" sz="1600" b="1" i="0" u="none" strike="noStrike" kern="0" cap="none" spc="-30" normalizeH="0" baseline="0" noProof="0" dirty="0">
                <a:ln>
                  <a:noFill/>
                </a:ln>
                <a:solidFill>
                  <a:sysClr val="windowText" lastClr="000000"/>
                </a:solidFill>
                <a:effectLst/>
                <a:uLnTx/>
                <a:uFillTx/>
                <a:latin typeface="Trebuchet MS"/>
                <a:cs typeface="Trebuchet MS"/>
              </a:rPr>
              <a:t>visualization</a:t>
            </a:r>
            <a:r>
              <a:rPr kumimoji="0" sz="1600" b="1" i="0" u="none" strike="noStrike" kern="0" cap="none" spc="-105" normalizeH="0" baseline="0" noProof="0" dirty="0">
                <a:ln>
                  <a:noFill/>
                </a:ln>
                <a:solidFill>
                  <a:sysClr val="windowText" lastClr="000000"/>
                </a:solidFill>
                <a:effectLst/>
                <a:uLnTx/>
                <a:uFillTx/>
                <a:latin typeface="Trebuchet MS"/>
                <a:cs typeface="Trebuchet MS"/>
              </a:rPr>
              <a:t> </a:t>
            </a:r>
            <a:r>
              <a:rPr kumimoji="0" sz="1600" b="1" i="0" u="none" strike="noStrike" kern="0" cap="none" spc="0" normalizeH="0" baseline="0" noProof="0" dirty="0">
                <a:ln>
                  <a:noFill/>
                </a:ln>
                <a:solidFill>
                  <a:sysClr val="windowText" lastClr="000000"/>
                </a:solidFill>
                <a:effectLst/>
                <a:uLnTx/>
                <a:uFillTx/>
                <a:latin typeface="Trebuchet MS"/>
                <a:cs typeface="Trebuchet MS"/>
              </a:rPr>
              <a:t>and</a:t>
            </a:r>
            <a:r>
              <a:rPr kumimoji="0" sz="1600" b="1" i="0" u="none" strike="noStrike" kern="0" cap="none" spc="-110" normalizeH="0" baseline="0" noProof="0" dirty="0">
                <a:ln>
                  <a:noFill/>
                </a:ln>
                <a:solidFill>
                  <a:sysClr val="windowText" lastClr="000000"/>
                </a:solidFill>
                <a:effectLst/>
                <a:uLnTx/>
                <a:uFillTx/>
                <a:latin typeface="Trebuchet MS"/>
                <a:cs typeface="Trebuchet MS"/>
              </a:rPr>
              <a:t> </a:t>
            </a:r>
            <a:r>
              <a:rPr kumimoji="0" sz="1600" b="1" i="0" u="none" strike="noStrike" kern="0" cap="none" spc="-35" normalizeH="0" baseline="0" noProof="0" dirty="0">
                <a:ln>
                  <a:noFill/>
                </a:ln>
                <a:solidFill>
                  <a:sysClr val="windowText" lastClr="000000"/>
                </a:solidFill>
                <a:effectLst/>
                <a:uLnTx/>
                <a:uFillTx/>
                <a:latin typeface="Trebuchet MS"/>
                <a:cs typeface="Trebuchet MS"/>
              </a:rPr>
              <a:t>monitoring</a:t>
            </a:r>
            <a:r>
              <a:rPr kumimoji="0" sz="1600" b="1" i="0" u="none" strike="noStrike" kern="0" cap="none" spc="-95" normalizeH="0" baseline="0" noProof="0" dirty="0">
                <a:ln>
                  <a:noFill/>
                </a:ln>
                <a:solidFill>
                  <a:sysClr val="windowText" lastClr="000000"/>
                </a:solidFill>
                <a:effectLst/>
                <a:uLnTx/>
                <a:uFillTx/>
                <a:latin typeface="Trebuchet MS"/>
                <a:cs typeface="Trebuchet MS"/>
              </a:rPr>
              <a:t> </a:t>
            </a:r>
            <a:r>
              <a:rPr kumimoji="0" sz="1600" b="0" i="0" u="none" strike="noStrike" kern="0" cap="none" spc="-60" normalizeH="0" baseline="0" noProof="0" dirty="0">
                <a:ln>
                  <a:noFill/>
                </a:ln>
                <a:solidFill>
                  <a:sysClr val="windowText" lastClr="000000"/>
                </a:solidFill>
                <a:effectLst/>
                <a:uLnTx/>
                <a:uFillTx/>
                <a:latin typeface="Trebuchet MS"/>
                <a:cs typeface="Trebuchet MS"/>
              </a:rPr>
              <a:t>to</a:t>
            </a:r>
            <a:r>
              <a:rPr kumimoji="0" sz="1600" b="0" i="0" u="none" strike="noStrike" kern="0" cap="none" spc="-120" normalizeH="0" baseline="0" noProof="0" dirty="0">
                <a:ln>
                  <a:noFill/>
                </a:ln>
                <a:solidFill>
                  <a:sysClr val="windowText" lastClr="000000"/>
                </a:solidFill>
                <a:effectLst/>
                <a:uLnTx/>
                <a:uFillTx/>
                <a:latin typeface="Trebuchet MS"/>
                <a:cs typeface="Trebuchet MS"/>
              </a:rPr>
              <a:t> </a:t>
            </a:r>
            <a:r>
              <a:rPr kumimoji="0" sz="1600" b="0" i="0" u="none" strike="noStrike" kern="0" cap="none" spc="-25" normalizeH="0" baseline="0" noProof="0" dirty="0">
                <a:ln>
                  <a:noFill/>
                </a:ln>
                <a:solidFill>
                  <a:sysClr val="windowText" lastClr="000000"/>
                </a:solidFill>
                <a:effectLst/>
                <a:uLnTx/>
                <a:uFillTx/>
                <a:latin typeface="Trebuchet MS"/>
                <a:cs typeface="Trebuchet MS"/>
              </a:rPr>
              <a:t>detect </a:t>
            </a:r>
            <a:r>
              <a:rPr kumimoji="0" sz="1600" b="0" i="0" u="none" strike="noStrike" kern="0" cap="none" spc="0" normalizeH="0" baseline="0" noProof="0" dirty="0">
                <a:ln>
                  <a:noFill/>
                </a:ln>
                <a:solidFill>
                  <a:sysClr val="windowText" lastClr="000000"/>
                </a:solidFill>
                <a:effectLst/>
                <a:uLnTx/>
                <a:uFillTx/>
                <a:latin typeface="Trebuchet MS"/>
                <a:cs typeface="Trebuchet MS"/>
              </a:rPr>
              <a:t>issues</a:t>
            </a:r>
            <a:r>
              <a:rPr kumimoji="0" sz="1600" b="0" i="0" u="none" strike="noStrike" kern="0" cap="none" spc="-75" normalizeH="0" baseline="0" noProof="0" dirty="0">
                <a:ln>
                  <a:noFill/>
                </a:ln>
                <a:solidFill>
                  <a:sysClr val="windowText" lastClr="000000"/>
                </a:solidFill>
                <a:effectLst/>
                <a:uLnTx/>
                <a:uFillTx/>
                <a:latin typeface="Trebuchet MS"/>
                <a:cs typeface="Trebuchet MS"/>
              </a:rPr>
              <a:t> </a:t>
            </a:r>
            <a:r>
              <a:rPr kumimoji="0" sz="1600" b="0" i="0" u="none" strike="noStrike" kern="0" cap="none" spc="0" normalizeH="0" baseline="0" noProof="0" dirty="0">
                <a:ln>
                  <a:noFill/>
                </a:ln>
                <a:solidFill>
                  <a:sysClr val="windowText" lastClr="000000"/>
                </a:solidFill>
                <a:effectLst/>
                <a:uLnTx/>
                <a:uFillTx/>
                <a:latin typeface="Trebuchet MS"/>
                <a:cs typeface="Trebuchet MS"/>
              </a:rPr>
              <a:t>and</a:t>
            </a:r>
            <a:r>
              <a:rPr kumimoji="0" sz="1600" b="0" i="0" u="none" strike="noStrike" kern="0" cap="none" spc="-45" normalizeH="0" baseline="0" noProof="0" dirty="0">
                <a:ln>
                  <a:noFill/>
                </a:ln>
                <a:solidFill>
                  <a:sysClr val="windowText" lastClr="000000"/>
                </a:solidFill>
                <a:effectLst/>
                <a:uLnTx/>
                <a:uFillTx/>
                <a:latin typeface="Trebuchet MS"/>
                <a:cs typeface="Trebuchet MS"/>
              </a:rPr>
              <a:t> </a:t>
            </a:r>
            <a:r>
              <a:rPr kumimoji="0" sz="1600" b="0" i="0" u="none" strike="noStrike" kern="0" cap="none" spc="-80" normalizeH="0" baseline="0" noProof="0" dirty="0">
                <a:ln>
                  <a:noFill/>
                </a:ln>
                <a:solidFill>
                  <a:sysClr val="windowText" lastClr="000000"/>
                </a:solidFill>
                <a:effectLst/>
                <a:uLnTx/>
                <a:uFillTx/>
                <a:latin typeface="Trebuchet MS"/>
                <a:cs typeface="Trebuchet MS"/>
              </a:rPr>
              <a:t>trigger</a:t>
            </a:r>
            <a:r>
              <a:rPr kumimoji="0" sz="1600" b="0" i="0" u="none" strike="noStrike" kern="0" cap="none" spc="-50" normalizeH="0" baseline="0" noProof="0" dirty="0">
                <a:ln>
                  <a:noFill/>
                </a:ln>
                <a:solidFill>
                  <a:sysClr val="windowText" lastClr="000000"/>
                </a:solidFill>
                <a:effectLst/>
                <a:uLnTx/>
                <a:uFillTx/>
                <a:latin typeface="Trebuchet MS"/>
                <a:cs typeface="Trebuchet MS"/>
              </a:rPr>
              <a:t> </a:t>
            </a:r>
            <a:r>
              <a:rPr kumimoji="0" sz="1600" b="0" i="0" u="none" strike="noStrike" kern="0" cap="none" spc="-55" normalizeH="0" baseline="0" noProof="0" dirty="0">
                <a:ln>
                  <a:noFill/>
                </a:ln>
                <a:solidFill>
                  <a:sysClr val="windowText" lastClr="000000"/>
                </a:solidFill>
                <a:effectLst/>
                <a:uLnTx/>
                <a:uFillTx/>
                <a:latin typeface="Trebuchet MS"/>
                <a:cs typeface="Trebuchet MS"/>
              </a:rPr>
              <a:t>corrective</a:t>
            </a:r>
            <a:r>
              <a:rPr kumimoji="0" sz="1600" b="0" i="0" u="none" strike="noStrike" kern="0" cap="none" spc="-25" normalizeH="0" baseline="0" noProof="0" dirty="0">
                <a:ln>
                  <a:noFill/>
                </a:ln>
                <a:solidFill>
                  <a:sysClr val="windowText" lastClr="000000"/>
                </a:solidFill>
                <a:effectLst/>
                <a:uLnTx/>
                <a:uFillTx/>
                <a:latin typeface="Trebuchet MS"/>
                <a:cs typeface="Trebuchet MS"/>
              </a:rPr>
              <a:t> </a:t>
            </a:r>
            <a:r>
              <a:rPr kumimoji="0" sz="1600" b="0" i="0" u="none" strike="noStrike" kern="0" cap="none" spc="-10" normalizeH="0" baseline="0" noProof="0" dirty="0">
                <a:ln>
                  <a:noFill/>
                </a:ln>
                <a:solidFill>
                  <a:sysClr val="windowText" lastClr="000000"/>
                </a:solidFill>
                <a:effectLst/>
                <a:uLnTx/>
                <a:uFillTx/>
                <a:latin typeface="Trebuchet MS"/>
                <a:cs typeface="Trebuchet MS"/>
              </a:rPr>
              <a:t>action</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299085" marR="300355" lvl="0" indent="-287020" defTabSz="914400" eaLnBrk="1" fontAlgn="auto" latinLnBrk="0" hangingPunct="1">
              <a:lnSpc>
                <a:spcPct val="100000"/>
              </a:lnSpc>
              <a:spcBef>
                <a:spcPts val="0"/>
              </a:spcBef>
              <a:spcAft>
                <a:spcPts val="0"/>
              </a:spcAft>
              <a:buClrTx/>
              <a:buSzTx/>
              <a:buFont typeface="Arial MT"/>
              <a:buChar char="•"/>
              <a:tabLst>
                <a:tab pos="299085" algn="l"/>
              </a:tabLst>
              <a:defRPr/>
            </a:pPr>
            <a:r>
              <a:rPr kumimoji="0" sz="1600" b="1" i="0" u="none" strike="noStrike" kern="0" cap="none" spc="-40" normalizeH="0" baseline="0" noProof="0" dirty="0">
                <a:ln>
                  <a:noFill/>
                </a:ln>
                <a:solidFill>
                  <a:sysClr val="windowText" lastClr="000000"/>
                </a:solidFill>
                <a:effectLst/>
                <a:uLnTx/>
                <a:uFillTx/>
                <a:latin typeface="Trebuchet MS"/>
                <a:cs typeface="Trebuchet MS"/>
              </a:rPr>
              <a:t>web-</a:t>
            </a:r>
            <a:r>
              <a:rPr kumimoji="0" sz="1600" b="1" i="0" u="none" strike="noStrike" kern="0" cap="none" spc="-30" normalizeH="0" baseline="0" noProof="0" dirty="0">
                <a:ln>
                  <a:noFill/>
                </a:ln>
                <a:solidFill>
                  <a:sysClr val="windowText" lastClr="000000"/>
                </a:solidFill>
                <a:effectLst/>
                <a:uLnTx/>
                <a:uFillTx/>
                <a:latin typeface="Trebuchet MS"/>
                <a:cs typeface="Trebuchet MS"/>
              </a:rPr>
              <a:t>interfaces</a:t>
            </a:r>
            <a:r>
              <a:rPr kumimoji="0" sz="1600" b="1" i="0" u="none" strike="noStrike" kern="0" cap="none" spc="-85" normalizeH="0" baseline="0" noProof="0" dirty="0">
                <a:ln>
                  <a:noFill/>
                </a:ln>
                <a:solidFill>
                  <a:sysClr val="windowText" lastClr="000000"/>
                </a:solidFill>
                <a:effectLst/>
                <a:uLnTx/>
                <a:uFillTx/>
                <a:latin typeface="Trebuchet MS"/>
                <a:cs typeface="Trebuchet MS"/>
              </a:rPr>
              <a:t> </a:t>
            </a:r>
            <a:r>
              <a:rPr kumimoji="0" sz="1600" b="0" i="0" u="none" strike="noStrike" kern="0" cap="none" spc="-75" normalizeH="0" baseline="0" noProof="0" dirty="0">
                <a:ln>
                  <a:noFill/>
                </a:ln>
                <a:solidFill>
                  <a:sysClr val="windowText" lastClr="000000"/>
                </a:solidFill>
                <a:effectLst/>
                <a:uLnTx/>
                <a:uFillTx/>
                <a:latin typeface="Trebuchet MS"/>
                <a:cs typeface="Trebuchet MS"/>
              </a:rPr>
              <a:t>for</a:t>
            </a:r>
            <a:r>
              <a:rPr kumimoji="0" sz="1600" b="0" i="0" u="none" strike="noStrike" kern="0" cap="none" spc="-90" normalizeH="0" baseline="0" noProof="0" dirty="0">
                <a:ln>
                  <a:noFill/>
                </a:ln>
                <a:solidFill>
                  <a:sysClr val="windowText" lastClr="000000"/>
                </a:solidFill>
                <a:effectLst/>
                <a:uLnTx/>
                <a:uFillTx/>
                <a:latin typeface="Trebuchet MS"/>
                <a:cs typeface="Trebuchet MS"/>
              </a:rPr>
              <a:t> </a:t>
            </a:r>
            <a:r>
              <a:rPr kumimoji="0" sz="1600" b="0" i="0" u="none" strike="noStrike" kern="0" cap="none" spc="-10" normalizeH="0" baseline="0" noProof="0" dirty="0">
                <a:ln>
                  <a:noFill/>
                </a:ln>
                <a:solidFill>
                  <a:sysClr val="windowText" lastClr="000000"/>
                </a:solidFill>
                <a:effectLst/>
                <a:uLnTx/>
                <a:uFillTx/>
                <a:latin typeface="Trebuchet MS"/>
                <a:cs typeface="Trebuchet MS"/>
              </a:rPr>
              <a:t>manual</a:t>
            </a:r>
            <a:r>
              <a:rPr kumimoji="0" sz="1600" b="0" i="0" u="none" strike="noStrike" kern="0" cap="none" spc="-75" normalizeH="0" baseline="0" noProof="0" dirty="0">
                <a:ln>
                  <a:noFill/>
                </a:ln>
                <a:solidFill>
                  <a:sysClr val="windowText" lastClr="000000"/>
                </a:solidFill>
                <a:effectLst/>
                <a:uLnTx/>
                <a:uFillTx/>
                <a:latin typeface="Trebuchet MS"/>
                <a:cs typeface="Trebuchet MS"/>
              </a:rPr>
              <a:t> </a:t>
            </a:r>
            <a:r>
              <a:rPr kumimoji="0" sz="1600" b="0" i="0" u="none" strike="noStrike" kern="0" cap="none" spc="-35" normalizeH="0" baseline="0" noProof="0" dirty="0">
                <a:ln>
                  <a:noFill/>
                </a:ln>
                <a:solidFill>
                  <a:sysClr val="windowText" lastClr="000000"/>
                </a:solidFill>
                <a:effectLst/>
                <a:uLnTx/>
                <a:uFillTx/>
                <a:latin typeface="Trebuchet MS"/>
                <a:cs typeface="Trebuchet MS"/>
              </a:rPr>
              <a:t>data</a:t>
            </a:r>
            <a:r>
              <a:rPr kumimoji="0" sz="1600" b="0" i="0" u="none" strike="noStrike" kern="0" cap="none" spc="-114" normalizeH="0" baseline="0" noProof="0" dirty="0">
                <a:ln>
                  <a:noFill/>
                </a:ln>
                <a:solidFill>
                  <a:sysClr val="windowText" lastClr="000000"/>
                </a:solidFill>
                <a:effectLst/>
                <a:uLnTx/>
                <a:uFillTx/>
                <a:latin typeface="Trebuchet MS"/>
                <a:cs typeface="Trebuchet MS"/>
              </a:rPr>
              <a:t> </a:t>
            </a:r>
            <a:r>
              <a:rPr kumimoji="0" sz="1600" b="0" i="0" u="none" strike="noStrike" kern="0" cap="none" spc="-50" normalizeH="0" baseline="0" noProof="0" dirty="0">
                <a:ln>
                  <a:noFill/>
                </a:ln>
                <a:solidFill>
                  <a:sysClr val="windowText" lastClr="000000"/>
                </a:solidFill>
                <a:effectLst/>
                <a:uLnTx/>
                <a:uFillTx/>
                <a:latin typeface="Trebuchet MS"/>
                <a:cs typeface="Trebuchet MS"/>
              </a:rPr>
              <a:t>input</a:t>
            </a:r>
            <a:r>
              <a:rPr kumimoji="0" sz="1600" b="0" i="0" u="none" strike="noStrike" kern="0" cap="none" spc="-85" normalizeH="0" baseline="0" noProof="0" dirty="0">
                <a:ln>
                  <a:noFill/>
                </a:ln>
                <a:solidFill>
                  <a:sysClr val="windowText" lastClr="000000"/>
                </a:solidFill>
                <a:effectLst/>
                <a:uLnTx/>
                <a:uFillTx/>
                <a:latin typeface="Trebuchet MS"/>
                <a:cs typeface="Trebuchet MS"/>
              </a:rPr>
              <a:t> </a:t>
            </a:r>
            <a:r>
              <a:rPr kumimoji="0" sz="1600" b="0" i="0" u="none" strike="noStrike" kern="0" cap="none" spc="-20" normalizeH="0" baseline="0" noProof="0" dirty="0">
                <a:ln>
                  <a:noFill/>
                </a:ln>
                <a:solidFill>
                  <a:sysClr val="windowText" lastClr="000000"/>
                </a:solidFill>
                <a:effectLst/>
                <a:uLnTx/>
                <a:uFillTx/>
                <a:latin typeface="Trebuchet MS"/>
                <a:cs typeface="Trebuchet MS"/>
              </a:rPr>
              <a:t>(FM-12), </a:t>
            </a:r>
            <a:r>
              <a:rPr kumimoji="0" sz="1600" b="0" i="0" u="none" strike="noStrike" kern="0" cap="none" spc="0" normalizeH="0" baseline="0" noProof="0" dirty="0">
                <a:ln>
                  <a:noFill/>
                </a:ln>
                <a:solidFill>
                  <a:sysClr val="windowText" lastClr="000000"/>
                </a:solidFill>
                <a:effectLst/>
                <a:uLnTx/>
                <a:uFillTx/>
                <a:latin typeface="Trebuchet MS"/>
                <a:cs typeface="Trebuchet MS"/>
              </a:rPr>
              <a:t>and</a:t>
            </a:r>
            <a:r>
              <a:rPr kumimoji="0" sz="1600" b="0" i="0" u="none" strike="noStrike" kern="0" cap="none" spc="-114" normalizeH="0" baseline="0" noProof="0" dirty="0">
                <a:ln>
                  <a:noFill/>
                </a:ln>
                <a:solidFill>
                  <a:sysClr val="windowText" lastClr="000000"/>
                </a:solidFill>
                <a:effectLst/>
                <a:uLnTx/>
                <a:uFillTx/>
                <a:latin typeface="Trebuchet MS"/>
                <a:cs typeface="Trebuchet MS"/>
              </a:rPr>
              <a:t> </a:t>
            </a:r>
            <a:r>
              <a:rPr kumimoji="0" sz="1600" b="0" i="0" u="none" strike="noStrike" kern="0" cap="none" spc="-45" normalizeH="0" baseline="0" noProof="0" dirty="0">
                <a:ln>
                  <a:noFill/>
                </a:ln>
                <a:solidFill>
                  <a:sysClr val="windowText" lastClr="000000"/>
                </a:solidFill>
                <a:effectLst/>
                <a:uLnTx/>
                <a:uFillTx/>
                <a:latin typeface="Trebuchet MS"/>
                <a:cs typeface="Trebuchet MS"/>
              </a:rPr>
              <a:t>configure</a:t>
            </a:r>
            <a:r>
              <a:rPr kumimoji="0" sz="1600" b="0" i="0" u="none" strike="noStrike" kern="0" cap="none" spc="-65" normalizeH="0" baseline="0" noProof="0" dirty="0">
                <a:ln>
                  <a:noFill/>
                </a:ln>
                <a:solidFill>
                  <a:sysClr val="windowText" lastClr="000000"/>
                </a:solidFill>
                <a:effectLst/>
                <a:uLnTx/>
                <a:uFillTx/>
                <a:latin typeface="Trebuchet MS"/>
                <a:cs typeface="Trebuchet MS"/>
              </a:rPr>
              <a:t> </a:t>
            </a:r>
            <a:r>
              <a:rPr kumimoji="0" sz="1600" b="0" i="0" u="none" strike="noStrike" kern="0" cap="none" spc="-10" normalizeH="0" baseline="0" noProof="0" dirty="0">
                <a:ln>
                  <a:noFill/>
                </a:ln>
                <a:solidFill>
                  <a:sysClr val="windowText" lastClr="000000"/>
                </a:solidFill>
                <a:effectLst/>
                <a:uLnTx/>
                <a:uFillTx/>
                <a:latin typeface="Trebuchet MS"/>
                <a:cs typeface="Trebuchet MS"/>
              </a:rPr>
              <a:t>datasets</a:t>
            </a:r>
            <a:r>
              <a:rPr kumimoji="0" sz="1600" b="0" i="0" u="none" strike="noStrike" kern="0" cap="none" spc="-150" normalizeH="0" baseline="0" noProof="0" dirty="0">
                <a:ln>
                  <a:noFill/>
                </a:ln>
                <a:solidFill>
                  <a:sysClr val="windowText" lastClr="000000"/>
                </a:solidFill>
                <a:effectLst/>
                <a:uLnTx/>
                <a:uFillTx/>
                <a:latin typeface="Trebuchet MS"/>
                <a:cs typeface="Trebuchet MS"/>
              </a:rPr>
              <a:t> </a:t>
            </a:r>
            <a:r>
              <a:rPr kumimoji="0" sz="1600" b="0" i="0" u="none" strike="noStrike" kern="0" cap="none" spc="0" normalizeH="0" baseline="0" noProof="0" dirty="0">
                <a:ln>
                  <a:noFill/>
                </a:ln>
                <a:solidFill>
                  <a:sysClr val="windowText" lastClr="000000"/>
                </a:solidFill>
                <a:effectLst/>
                <a:uLnTx/>
                <a:uFillTx/>
                <a:latin typeface="Trebuchet MS"/>
                <a:cs typeface="Trebuchet MS"/>
              </a:rPr>
              <a:t>and</a:t>
            </a:r>
            <a:r>
              <a:rPr kumimoji="0" sz="1600" b="0" i="0" u="none" strike="noStrike" kern="0" cap="none" spc="-110" normalizeH="0" baseline="0" noProof="0" dirty="0">
                <a:ln>
                  <a:noFill/>
                </a:ln>
                <a:solidFill>
                  <a:sysClr val="windowText" lastClr="000000"/>
                </a:solidFill>
                <a:effectLst/>
                <a:uLnTx/>
                <a:uFillTx/>
                <a:latin typeface="Trebuchet MS"/>
                <a:cs typeface="Trebuchet MS"/>
              </a:rPr>
              <a:t> </a:t>
            </a:r>
            <a:r>
              <a:rPr kumimoji="0" sz="1600" b="0" i="0" u="none" strike="noStrike" kern="0" cap="none" spc="-35" normalizeH="0" baseline="0" noProof="0" dirty="0">
                <a:ln>
                  <a:noFill/>
                </a:ln>
                <a:solidFill>
                  <a:sysClr val="windowText" lastClr="000000"/>
                </a:solidFill>
                <a:effectLst/>
                <a:uLnTx/>
                <a:uFillTx/>
                <a:latin typeface="Trebuchet MS"/>
                <a:cs typeface="Trebuchet MS"/>
              </a:rPr>
              <a:t>station</a:t>
            </a:r>
            <a:r>
              <a:rPr kumimoji="0" sz="1600" b="0" i="0" u="none" strike="noStrike" kern="0" cap="none" spc="-125" normalizeH="0" baseline="0" noProof="0" dirty="0">
                <a:ln>
                  <a:noFill/>
                </a:ln>
                <a:solidFill>
                  <a:sysClr val="windowText" lastClr="000000"/>
                </a:solidFill>
                <a:effectLst/>
                <a:uLnTx/>
                <a:uFillTx/>
                <a:latin typeface="Trebuchet MS"/>
                <a:cs typeface="Trebuchet MS"/>
              </a:rPr>
              <a:t> </a:t>
            </a:r>
            <a:r>
              <a:rPr kumimoji="0" sz="1600" b="0" i="0" u="none" strike="noStrike" kern="0" cap="none" spc="-10" normalizeH="0" baseline="0" noProof="0" dirty="0">
                <a:ln>
                  <a:noFill/>
                </a:ln>
                <a:solidFill>
                  <a:sysClr val="windowText" lastClr="000000"/>
                </a:solidFill>
                <a:effectLst/>
                <a:uLnTx/>
                <a:uFillTx/>
                <a:latin typeface="Trebuchet MS"/>
                <a:cs typeface="Trebuchet MS"/>
              </a:rPr>
              <a:t>metadata</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p:txBody>
      </p:sp>
      <p:grpSp>
        <p:nvGrpSpPr>
          <p:cNvPr id="110" name="object 110"/>
          <p:cNvGrpSpPr/>
          <p:nvPr/>
        </p:nvGrpSpPr>
        <p:grpSpPr>
          <a:xfrm>
            <a:off x="4287773" y="1700148"/>
            <a:ext cx="1861820" cy="2398395"/>
            <a:chOff x="4287773" y="1700148"/>
            <a:chExt cx="1861820" cy="2398395"/>
          </a:xfrm>
        </p:grpSpPr>
        <p:sp>
          <p:nvSpPr>
            <p:cNvPr id="111" name="object 111"/>
            <p:cNvSpPr/>
            <p:nvPr/>
          </p:nvSpPr>
          <p:spPr>
            <a:xfrm>
              <a:off x="4294123" y="1706498"/>
              <a:ext cx="1769110" cy="2385695"/>
            </a:xfrm>
            <a:custGeom>
              <a:avLst/>
              <a:gdLst/>
              <a:ahLst/>
              <a:cxnLst/>
              <a:rect l="l" t="t" r="r" b="b"/>
              <a:pathLst>
                <a:path w="1769110" h="2385695">
                  <a:moveTo>
                    <a:pt x="0" y="2385314"/>
                  </a:moveTo>
                  <a:lnTo>
                    <a:pt x="0" y="1861947"/>
                  </a:lnTo>
                  <a:lnTo>
                    <a:pt x="1732279" y="1861947"/>
                  </a:lnTo>
                  <a:lnTo>
                    <a:pt x="1732279" y="0"/>
                  </a:lnTo>
                  <a:lnTo>
                    <a:pt x="1768855" y="0"/>
                  </a:lnTo>
                </a:path>
              </a:pathLst>
            </a:custGeom>
            <a:ln w="12700">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2" name="object 112"/>
            <p:cNvSpPr/>
            <p:nvPr/>
          </p:nvSpPr>
          <p:spPr>
            <a:xfrm>
              <a:off x="6062979" y="1706498"/>
              <a:ext cx="80645" cy="2141220"/>
            </a:xfrm>
            <a:custGeom>
              <a:avLst/>
              <a:gdLst/>
              <a:ahLst/>
              <a:cxnLst/>
              <a:rect l="l" t="t" r="r" b="b"/>
              <a:pathLst>
                <a:path w="80645" h="2141220">
                  <a:moveTo>
                    <a:pt x="80264" y="2140712"/>
                  </a:moveTo>
                  <a:lnTo>
                    <a:pt x="80264" y="0"/>
                  </a:lnTo>
                  <a:lnTo>
                    <a:pt x="0" y="0"/>
                  </a:lnTo>
                </a:path>
              </a:pathLst>
            </a:custGeom>
            <a:ln w="12700">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3" name="object 113"/>
          <p:cNvSpPr txBox="1"/>
          <p:nvPr/>
        </p:nvSpPr>
        <p:spPr>
          <a:xfrm>
            <a:off x="7428103" y="3468496"/>
            <a:ext cx="4685030" cy="1354455"/>
          </a:xfrm>
          <a:prstGeom prst="rect">
            <a:avLst/>
          </a:prstGeom>
          <a:solidFill>
            <a:srgbClr val="EDEBE0"/>
          </a:solidFill>
        </p:spPr>
        <p:txBody>
          <a:bodyPr vert="horz" wrap="square" lIns="0" tIns="27940" rIns="0" bIns="0" rtlCol="0">
            <a:spAutoFit/>
          </a:bodyPr>
          <a:lstStyle/>
          <a:p>
            <a:pPr marL="92075" marR="0" lvl="0" indent="0" defTabSz="914400" eaLnBrk="1" fontAlgn="auto" latinLnBrk="0" hangingPunct="1">
              <a:lnSpc>
                <a:spcPct val="100000"/>
              </a:lnSpc>
              <a:spcBef>
                <a:spcPts val="220"/>
              </a:spcBef>
              <a:spcAft>
                <a:spcPts val="0"/>
              </a:spcAft>
              <a:buClrTx/>
              <a:buSzTx/>
              <a:buFontTx/>
              <a:buNone/>
              <a:tabLst/>
              <a:defRPr/>
            </a:pPr>
            <a:r>
              <a:rPr kumimoji="0" sz="1800" b="1" i="0" u="none" strike="noStrike" kern="0" cap="none" spc="0" normalizeH="0" baseline="0" noProof="0" dirty="0">
                <a:ln>
                  <a:noFill/>
                </a:ln>
                <a:solidFill>
                  <a:srgbClr val="1F487C"/>
                </a:solidFill>
                <a:effectLst/>
                <a:uLnTx/>
                <a:uFillTx/>
                <a:latin typeface="Trebuchet MS"/>
                <a:cs typeface="Trebuchet MS"/>
              </a:rPr>
              <a:t>WIS2</a:t>
            </a:r>
            <a:r>
              <a:rPr kumimoji="0" sz="1800" b="1" i="0" u="none" strike="noStrike" kern="0" cap="none" spc="-120" normalizeH="0" baseline="0" noProof="0" dirty="0">
                <a:ln>
                  <a:noFill/>
                </a:ln>
                <a:solidFill>
                  <a:srgbClr val="1F487C"/>
                </a:solidFill>
                <a:effectLst/>
                <a:uLnTx/>
                <a:uFillTx/>
                <a:latin typeface="Trebuchet MS"/>
                <a:cs typeface="Trebuchet MS"/>
              </a:rPr>
              <a:t> </a:t>
            </a:r>
            <a:r>
              <a:rPr kumimoji="0" sz="1800" b="1" i="0" u="none" strike="noStrike" kern="0" cap="none" spc="0" normalizeH="0" baseline="0" noProof="0" dirty="0">
                <a:ln>
                  <a:noFill/>
                </a:ln>
                <a:solidFill>
                  <a:srgbClr val="1F487C"/>
                </a:solidFill>
                <a:effectLst/>
                <a:uLnTx/>
                <a:uFillTx/>
                <a:latin typeface="Trebuchet MS"/>
                <a:cs typeface="Trebuchet MS"/>
              </a:rPr>
              <a:t>Node</a:t>
            </a:r>
            <a:r>
              <a:rPr kumimoji="0" sz="1800" b="1" i="0" u="none" strike="noStrike" kern="0" cap="none" spc="-105" normalizeH="0" baseline="0" noProof="0" dirty="0">
                <a:ln>
                  <a:noFill/>
                </a:ln>
                <a:solidFill>
                  <a:srgbClr val="1F487C"/>
                </a:solidFill>
                <a:effectLst/>
                <a:uLnTx/>
                <a:uFillTx/>
                <a:latin typeface="Trebuchet MS"/>
                <a:cs typeface="Trebuchet MS"/>
              </a:rPr>
              <a:t> </a:t>
            </a:r>
            <a:r>
              <a:rPr kumimoji="0" sz="1800" b="1" i="0" u="none" strike="noStrike" kern="0" cap="none" spc="-35" normalizeH="0" baseline="0" noProof="0" dirty="0">
                <a:ln>
                  <a:noFill/>
                </a:ln>
                <a:solidFill>
                  <a:srgbClr val="1F487C"/>
                </a:solidFill>
                <a:effectLst/>
                <a:uLnTx/>
                <a:uFillTx/>
                <a:latin typeface="Trebuchet MS"/>
                <a:cs typeface="Trebuchet MS"/>
              </a:rPr>
              <a:t>core</a:t>
            </a:r>
            <a:r>
              <a:rPr kumimoji="0" sz="1800" b="1" i="0" u="none" strike="noStrike" kern="0" cap="none" spc="-80" normalizeH="0" baseline="0" noProof="0" dirty="0">
                <a:ln>
                  <a:noFill/>
                </a:ln>
                <a:solidFill>
                  <a:srgbClr val="1F487C"/>
                </a:solidFill>
                <a:effectLst/>
                <a:uLnTx/>
                <a:uFillTx/>
                <a:latin typeface="Trebuchet MS"/>
                <a:cs typeface="Trebuchet MS"/>
              </a:rPr>
              <a:t> </a:t>
            </a:r>
            <a:r>
              <a:rPr kumimoji="0" sz="1800" b="1" i="0" u="none" strike="noStrike" kern="0" cap="none" spc="-10" normalizeH="0" baseline="0" noProof="0" dirty="0">
                <a:ln>
                  <a:noFill/>
                </a:ln>
                <a:solidFill>
                  <a:srgbClr val="1F487C"/>
                </a:solidFill>
                <a:effectLst/>
                <a:uLnTx/>
                <a:uFillTx/>
                <a:latin typeface="Trebuchet MS"/>
                <a:cs typeface="Trebuchet MS"/>
              </a:rPr>
              <a:t>services:</a:t>
            </a:r>
            <a:endParaRPr kumimoji="0" sz="18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20"/>
              </a:spcBef>
              <a:spcAft>
                <a:spcPts val="0"/>
              </a:spcAft>
              <a:buClrTx/>
              <a:buSzTx/>
              <a:buFont typeface="Arial MT"/>
              <a:buChar char="•"/>
              <a:tabLst>
                <a:tab pos="378460" algn="l"/>
              </a:tabLst>
              <a:defRPr/>
            </a:pPr>
            <a:r>
              <a:rPr kumimoji="0" sz="1600" b="1" i="0" u="none" strike="noStrike" kern="0" cap="none" spc="-80" normalizeH="0" baseline="0" noProof="0" dirty="0">
                <a:ln>
                  <a:noFill/>
                </a:ln>
                <a:solidFill>
                  <a:srgbClr val="1F487C"/>
                </a:solidFill>
                <a:effectLst/>
                <a:uLnTx/>
                <a:uFillTx/>
                <a:latin typeface="Trebuchet MS"/>
                <a:cs typeface="Trebuchet MS"/>
              </a:rPr>
              <a:t>HTTP</a:t>
            </a:r>
            <a:r>
              <a:rPr kumimoji="0" sz="1600" b="1" i="0" u="none" strike="noStrike" kern="0" cap="none" spc="-105" normalizeH="0" baseline="0" noProof="0" dirty="0">
                <a:ln>
                  <a:noFill/>
                </a:ln>
                <a:solidFill>
                  <a:srgbClr val="1F487C"/>
                </a:solidFill>
                <a:effectLst/>
                <a:uLnTx/>
                <a:uFillTx/>
                <a:latin typeface="Trebuchet MS"/>
                <a:cs typeface="Trebuchet MS"/>
              </a:rPr>
              <a:t> </a:t>
            </a:r>
            <a:r>
              <a:rPr kumimoji="0" sz="1600" b="1" i="0" u="none" strike="noStrike" kern="0" cap="none" spc="-10" normalizeH="0" baseline="0" noProof="0" dirty="0">
                <a:ln>
                  <a:noFill/>
                </a:ln>
                <a:solidFill>
                  <a:srgbClr val="1F487C"/>
                </a:solidFill>
                <a:effectLst/>
                <a:uLnTx/>
                <a:uFillTx/>
                <a:latin typeface="Trebuchet MS"/>
                <a:cs typeface="Trebuchet MS"/>
              </a:rPr>
              <a:t>storage</a:t>
            </a:r>
            <a:r>
              <a:rPr kumimoji="0" sz="1600" b="1" i="0" u="none" strike="noStrike" kern="0" cap="none" spc="-120" normalizeH="0" baseline="0" noProof="0" dirty="0">
                <a:ln>
                  <a:noFill/>
                </a:ln>
                <a:solidFill>
                  <a:srgbClr val="1F487C"/>
                </a:solidFill>
                <a:effectLst/>
                <a:uLnTx/>
                <a:uFillTx/>
                <a:latin typeface="Trebuchet MS"/>
                <a:cs typeface="Trebuchet MS"/>
              </a:rPr>
              <a:t> </a:t>
            </a:r>
            <a:r>
              <a:rPr kumimoji="0" sz="1600" b="1" i="0" u="none" strike="noStrike" kern="0" cap="none" spc="-35" normalizeH="0" baseline="0" noProof="0" dirty="0">
                <a:ln>
                  <a:noFill/>
                </a:ln>
                <a:solidFill>
                  <a:srgbClr val="1F487C"/>
                </a:solidFill>
                <a:effectLst/>
                <a:uLnTx/>
                <a:uFillTx/>
                <a:latin typeface="Trebuchet MS"/>
                <a:cs typeface="Trebuchet MS"/>
              </a:rPr>
              <a:t>endpoint</a:t>
            </a:r>
            <a:r>
              <a:rPr kumimoji="0" sz="1600" b="1" i="0" u="none" strike="noStrike" kern="0" cap="none" spc="-110"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(MinIO)</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1" i="0" u="none" strike="noStrike" kern="0" cap="none" spc="-65" normalizeH="0" baseline="0" noProof="0" dirty="0">
                <a:ln>
                  <a:noFill/>
                </a:ln>
                <a:solidFill>
                  <a:srgbClr val="1F487C"/>
                </a:solidFill>
                <a:effectLst/>
                <a:uLnTx/>
                <a:uFillTx/>
                <a:latin typeface="Trebuchet MS"/>
                <a:cs typeface="Trebuchet MS"/>
              </a:rPr>
              <a:t>MQTT</a:t>
            </a:r>
            <a:r>
              <a:rPr kumimoji="0" sz="1600" b="1" i="0" u="none" strike="noStrike" kern="0" cap="none" spc="-105" normalizeH="0" baseline="0" noProof="0" dirty="0">
                <a:ln>
                  <a:noFill/>
                </a:ln>
                <a:solidFill>
                  <a:srgbClr val="1F487C"/>
                </a:solidFill>
                <a:effectLst/>
                <a:uLnTx/>
                <a:uFillTx/>
                <a:latin typeface="Trebuchet MS"/>
                <a:cs typeface="Trebuchet MS"/>
              </a:rPr>
              <a:t> </a:t>
            </a:r>
            <a:r>
              <a:rPr kumimoji="0" sz="1600" b="1" i="0" u="none" strike="noStrike" kern="0" cap="none" spc="-55" normalizeH="0" baseline="0" noProof="0" dirty="0">
                <a:ln>
                  <a:noFill/>
                </a:ln>
                <a:solidFill>
                  <a:srgbClr val="1F487C"/>
                </a:solidFill>
                <a:effectLst/>
                <a:uLnTx/>
                <a:uFillTx/>
                <a:latin typeface="Trebuchet MS"/>
                <a:cs typeface="Trebuchet MS"/>
              </a:rPr>
              <a:t>broker</a:t>
            </a:r>
            <a:r>
              <a:rPr kumimoji="0" sz="1600" b="1" i="0" u="none" strike="noStrike" kern="0" cap="none" spc="-114"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(mosquitto)</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8460" marR="0" lvl="0" indent="-286385" defTabSz="914400" eaLnBrk="1" fontAlgn="auto" latinLnBrk="0" hangingPunct="1">
              <a:lnSpc>
                <a:spcPct val="100000"/>
              </a:lnSpc>
              <a:spcBef>
                <a:spcPts val="0"/>
              </a:spcBef>
              <a:spcAft>
                <a:spcPts val="0"/>
              </a:spcAft>
              <a:buClrTx/>
              <a:buSzTx/>
              <a:buFont typeface="Arial MT"/>
              <a:buChar char="•"/>
              <a:tabLst>
                <a:tab pos="378460" algn="l"/>
              </a:tabLst>
              <a:defRPr/>
            </a:pPr>
            <a:r>
              <a:rPr kumimoji="0" sz="1600" b="1" i="0" u="none" strike="noStrike" kern="0" cap="none" spc="-30" normalizeH="0" baseline="0" noProof="0" dirty="0">
                <a:ln>
                  <a:noFill/>
                </a:ln>
                <a:solidFill>
                  <a:srgbClr val="1F487C"/>
                </a:solidFill>
                <a:effectLst/>
                <a:uLnTx/>
                <a:uFillTx/>
                <a:latin typeface="Trebuchet MS"/>
                <a:cs typeface="Trebuchet MS"/>
              </a:rPr>
              <a:t>'wis2box-management':</a:t>
            </a:r>
            <a:r>
              <a:rPr kumimoji="0" sz="1600" b="1" i="0" u="none" strike="noStrike" kern="0" cap="none" spc="0" normalizeH="0" baseline="0" noProof="0" dirty="0">
                <a:ln>
                  <a:noFill/>
                </a:ln>
                <a:solidFill>
                  <a:srgbClr val="1F487C"/>
                </a:solidFill>
                <a:effectLst/>
                <a:uLnTx/>
                <a:uFillTx/>
                <a:latin typeface="Trebuchet MS"/>
                <a:cs typeface="Trebuchet MS"/>
              </a:rPr>
              <a:t> </a:t>
            </a:r>
            <a:r>
              <a:rPr kumimoji="0" sz="1600" b="0" i="0" u="none" strike="noStrike" kern="0" cap="none" spc="-50" normalizeH="0" baseline="0" noProof="0" dirty="0">
                <a:ln>
                  <a:noFill/>
                </a:ln>
                <a:solidFill>
                  <a:srgbClr val="1F487C"/>
                </a:solidFill>
                <a:effectLst/>
                <a:uLnTx/>
                <a:uFillTx/>
                <a:latin typeface="Trebuchet MS"/>
                <a:cs typeface="Trebuchet MS"/>
              </a:rPr>
              <a:t>create</a:t>
            </a:r>
            <a:r>
              <a:rPr kumimoji="0" sz="1600" b="0" i="0" u="none" strike="noStrike" kern="0" cap="none" spc="-65" normalizeH="0" baseline="0" noProof="0" dirty="0">
                <a:ln>
                  <a:noFill/>
                </a:ln>
                <a:solidFill>
                  <a:srgbClr val="1F487C"/>
                </a:solidFill>
                <a:effectLst/>
                <a:uLnTx/>
                <a:uFillTx/>
                <a:latin typeface="Trebuchet MS"/>
                <a:cs typeface="Trebuchet MS"/>
              </a:rPr>
              <a:t> </a:t>
            </a:r>
            <a:r>
              <a:rPr kumimoji="0" sz="1600" b="0" i="0" u="none" strike="noStrike" kern="0" cap="none" spc="40" normalizeH="0" baseline="0" noProof="0" dirty="0">
                <a:ln>
                  <a:noFill/>
                </a:ln>
                <a:solidFill>
                  <a:srgbClr val="1F487C"/>
                </a:solidFill>
                <a:effectLst/>
                <a:uLnTx/>
                <a:uFillTx/>
                <a:latin typeface="Trebuchet MS"/>
                <a:cs typeface="Trebuchet MS"/>
              </a:rPr>
              <a:t>WCMP2</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a:p>
            <a:pPr marL="379095" marR="0" lvl="0" indent="0" defTabSz="914400" eaLnBrk="1" fontAlgn="auto" latinLnBrk="0" hangingPunct="1">
              <a:lnSpc>
                <a:spcPct val="100000"/>
              </a:lnSpc>
              <a:spcBef>
                <a:spcPts val="5"/>
              </a:spcBef>
              <a:spcAft>
                <a:spcPts val="0"/>
              </a:spcAft>
              <a:buClrTx/>
              <a:buSzTx/>
              <a:buFontTx/>
              <a:buNone/>
              <a:tabLst/>
              <a:defRPr/>
            </a:pPr>
            <a:r>
              <a:rPr kumimoji="0" sz="1600" b="0" i="0" u="none" strike="noStrike" kern="0" cap="none" spc="-20" normalizeH="0" baseline="0" noProof="0" dirty="0">
                <a:ln>
                  <a:noFill/>
                </a:ln>
                <a:solidFill>
                  <a:srgbClr val="1F487C"/>
                </a:solidFill>
                <a:effectLst/>
                <a:uLnTx/>
                <a:uFillTx/>
                <a:latin typeface="Trebuchet MS"/>
                <a:cs typeface="Trebuchet MS"/>
              </a:rPr>
              <a:t>records</a:t>
            </a:r>
            <a:r>
              <a:rPr kumimoji="0" sz="1600" b="0" i="0" u="none" strike="noStrike" kern="0" cap="none" spc="-60" normalizeH="0" baseline="0" noProof="0" dirty="0">
                <a:ln>
                  <a:noFill/>
                </a:ln>
                <a:solidFill>
                  <a:srgbClr val="1F487C"/>
                </a:solidFill>
                <a:effectLst/>
                <a:uLnTx/>
                <a:uFillTx/>
                <a:latin typeface="Trebuchet MS"/>
                <a:cs typeface="Trebuchet MS"/>
              </a:rPr>
              <a:t> </a:t>
            </a:r>
            <a:r>
              <a:rPr kumimoji="0" sz="1600" b="0" i="0" u="none" strike="noStrike" kern="0" cap="none" spc="0" normalizeH="0" baseline="0" noProof="0" dirty="0">
                <a:ln>
                  <a:noFill/>
                </a:ln>
                <a:solidFill>
                  <a:srgbClr val="1F487C"/>
                </a:solidFill>
                <a:effectLst/>
                <a:uLnTx/>
                <a:uFillTx/>
                <a:latin typeface="Trebuchet MS"/>
                <a:cs typeface="Trebuchet MS"/>
              </a:rPr>
              <a:t>and</a:t>
            </a:r>
            <a:r>
              <a:rPr kumimoji="0" sz="1600" b="0" i="0" u="none" strike="noStrike" kern="0" cap="none" spc="-75" normalizeH="0" baseline="0" noProof="0" dirty="0">
                <a:ln>
                  <a:noFill/>
                </a:ln>
                <a:solidFill>
                  <a:srgbClr val="1F487C"/>
                </a:solidFill>
                <a:effectLst/>
                <a:uLnTx/>
                <a:uFillTx/>
                <a:latin typeface="Trebuchet MS"/>
                <a:cs typeface="Trebuchet MS"/>
              </a:rPr>
              <a:t> </a:t>
            </a:r>
            <a:r>
              <a:rPr kumimoji="0" sz="1600" b="0" i="0" u="none" strike="noStrike" kern="0" cap="none" spc="0" normalizeH="0" baseline="0" noProof="0" dirty="0">
                <a:ln>
                  <a:noFill/>
                </a:ln>
                <a:solidFill>
                  <a:srgbClr val="1F487C"/>
                </a:solidFill>
                <a:effectLst/>
                <a:uLnTx/>
                <a:uFillTx/>
                <a:latin typeface="Trebuchet MS"/>
                <a:cs typeface="Trebuchet MS"/>
              </a:rPr>
              <a:t>WIS2</a:t>
            </a:r>
            <a:r>
              <a:rPr kumimoji="0" sz="1600" b="0" i="0" u="none" strike="noStrike" kern="0" cap="none" spc="-110" normalizeH="0" baseline="0" noProof="0" dirty="0">
                <a:ln>
                  <a:noFill/>
                </a:ln>
                <a:solidFill>
                  <a:srgbClr val="1F487C"/>
                </a:solidFill>
                <a:effectLst/>
                <a:uLnTx/>
                <a:uFillTx/>
                <a:latin typeface="Trebuchet MS"/>
                <a:cs typeface="Trebuchet MS"/>
              </a:rPr>
              <a:t> </a:t>
            </a:r>
            <a:r>
              <a:rPr kumimoji="0" sz="1600" b="0" i="0" u="none" strike="noStrike" kern="0" cap="none" spc="-10" normalizeH="0" baseline="0" noProof="0" dirty="0">
                <a:ln>
                  <a:noFill/>
                </a:ln>
                <a:solidFill>
                  <a:srgbClr val="1F487C"/>
                </a:solidFill>
                <a:effectLst/>
                <a:uLnTx/>
                <a:uFillTx/>
                <a:latin typeface="Trebuchet MS"/>
                <a:cs typeface="Trebuchet MS"/>
              </a:rPr>
              <a:t>notifications</a:t>
            </a:r>
            <a:endParaRPr kumimoji="0" sz="1600" b="0" i="0" u="none" strike="noStrike" kern="0" cap="none" spc="0" normalizeH="0" baseline="0" noProof="0">
              <a:ln>
                <a:noFill/>
              </a:ln>
              <a:solidFill>
                <a:sysClr val="windowText" lastClr="000000"/>
              </a:solidFill>
              <a:effectLst/>
              <a:uLnTx/>
              <a:uFillTx/>
              <a:latin typeface="Trebuchet MS"/>
              <a:cs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350" y="-6375"/>
            <a:ext cx="12204700" cy="747395"/>
            <a:chOff x="-6350" y="-6375"/>
            <a:chExt cx="12204700" cy="747395"/>
          </a:xfrm>
        </p:grpSpPr>
        <p:sp>
          <p:nvSpPr>
            <p:cNvPr id="3" name="object 3"/>
            <p:cNvSpPr/>
            <p:nvPr/>
          </p:nvSpPr>
          <p:spPr>
            <a:xfrm>
              <a:off x="0" y="-25"/>
              <a:ext cx="12192000" cy="734695"/>
            </a:xfrm>
            <a:custGeom>
              <a:avLst/>
              <a:gdLst/>
              <a:ahLst/>
              <a:cxnLst/>
              <a:rect l="l" t="t" r="r" b="b"/>
              <a:pathLst>
                <a:path w="12192000" h="734695">
                  <a:moveTo>
                    <a:pt x="12192000" y="0"/>
                  </a:moveTo>
                  <a:lnTo>
                    <a:pt x="0" y="0"/>
                  </a:lnTo>
                  <a:lnTo>
                    <a:pt x="0" y="734212"/>
                  </a:lnTo>
                  <a:lnTo>
                    <a:pt x="12192000" y="734212"/>
                  </a:lnTo>
                  <a:lnTo>
                    <a:pt x="12192000" y="0"/>
                  </a:lnTo>
                  <a:close/>
                </a:path>
              </a:pathLst>
            </a:custGeom>
            <a:solidFill>
              <a:srgbClr val="034D9E"/>
            </a:solidFill>
          </p:spPr>
          <p:txBody>
            <a:bodyPr wrap="square" lIns="0" tIns="0" rIns="0" bIns="0" rtlCol="0"/>
            <a:lstStyle/>
            <a:p>
              <a:endParaRPr/>
            </a:p>
          </p:txBody>
        </p:sp>
        <p:sp>
          <p:nvSpPr>
            <p:cNvPr id="4" name="object 4"/>
            <p:cNvSpPr/>
            <p:nvPr/>
          </p:nvSpPr>
          <p:spPr>
            <a:xfrm>
              <a:off x="0" y="-25"/>
              <a:ext cx="12192000" cy="734695"/>
            </a:xfrm>
            <a:custGeom>
              <a:avLst/>
              <a:gdLst/>
              <a:ahLst/>
              <a:cxnLst/>
              <a:rect l="l" t="t" r="r" b="b"/>
              <a:pathLst>
                <a:path w="12192000" h="734695">
                  <a:moveTo>
                    <a:pt x="0" y="734212"/>
                  </a:moveTo>
                  <a:lnTo>
                    <a:pt x="12192000" y="734212"/>
                  </a:lnTo>
                  <a:lnTo>
                    <a:pt x="12192000" y="0"/>
                  </a:lnTo>
                  <a:lnTo>
                    <a:pt x="0" y="0"/>
                  </a:lnTo>
                </a:path>
              </a:pathLst>
            </a:custGeom>
            <a:ln w="12699">
              <a:solidFill>
                <a:srgbClr val="45AB91"/>
              </a:solidFill>
            </a:ln>
          </p:spPr>
          <p:txBody>
            <a:bodyPr wrap="square" lIns="0" tIns="0" rIns="0" bIns="0" rtlCol="0"/>
            <a:lstStyle/>
            <a:p>
              <a:endParaRPr/>
            </a:p>
          </p:txBody>
        </p:sp>
      </p:grpSp>
      <p:sp>
        <p:nvSpPr>
          <p:cNvPr id="5" name="object 5" descr="$PPTXTitle"/>
          <p:cNvSpPr txBox="1">
            <a:spLocks noGrp="1"/>
          </p:cNvSpPr>
          <p:nvPr>
            <p:ph type="title"/>
          </p:nvPr>
        </p:nvSpPr>
        <p:spPr>
          <a:prstGeom prst="rect">
            <a:avLst/>
          </a:prstGeom>
        </p:spPr>
        <p:txBody>
          <a:bodyPr vert="horz" wrap="square" lIns="0" tIns="62027" rIns="0" bIns="0" rtlCol="0">
            <a:spAutoFit/>
          </a:bodyPr>
          <a:lstStyle/>
          <a:p>
            <a:pPr marL="3191510">
              <a:lnSpc>
                <a:spcPct val="100000"/>
              </a:lnSpc>
              <a:spcBef>
                <a:spcPts val="100"/>
              </a:spcBef>
            </a:pPr>
            <a:r>
              <a:rPr dirty="0"/>
              <a:t>The</a:t>
            </a:r>
            <a:r>
              <a:rPr spc="-70" dirty="0"/>
              <a:t> </a:t>
            </a:r>
            <a:r>
              <a:rPr dirty="0"/>
              <a:t>Dataset</a:t>
            </a:r>
            <a:r>
              <a:rPr spc="-80" dirty="0"/>
              <a:t> </a:t>
            </a:r>
            <a:r>
              <a:rPr dirty="0"/>
              <a:t>driven</a:t>
            </a:r>
            <a:r>
              <a:rPr spc="-80" dirty="0"/>
              <a:t> </a:t>
            </a:r>
            <a:r>
              <a:rPr spc="-10" dirty="0"/>
              <a:t>approach</a:t>
            </a:r>
          </a:p>
        </p:txBody>
      </p:sp>
      <p:sp>
        <p:nvSpPr>
          <p:cNvPr id="6" name="object 6"/>
          <p:cNvSpPr txBox="1">
            <a:spLocks noGrp="1"/>
          </p:cNvSpPr>
          <p:nvPr>
            <p:ph type="body" idx="1"/>
          </p:nvPr>
        </p:nvSpPr>
        <p:spPr>
          <a:prstGeom prst="rect">
            <a:avLst/>
          </a:prstGeom>
        </p:spPr>
        <p:txBody>
          <a:bodyPr vert="horz" wrap="square" lIns="0" tIns="195580" rIns="0" bIns="0" rtlCol="0">
            <a:spAutoFit/>
          </a:bodyPr>
          <a:lstStyle/>
          <a:p>
            <a:pPr marL="12700">
              <a:lnSpc>
                <a:spcPct val="100000"/>
              </a:lnSpc>
              <a:spcBef>
                <a:spcPts val="1540"/>
              </a:spcBef>
            </a:pPr>
            <a:r>
              <a:rPr spc="-50" dirty="0"/>
              <a:t>wis2box</a:t>
            </a:r>
            <a:r>
              <a:rPr spc="-170" dirty="0"/>
              <a:t> </a:t>
            </a:r>
            <a:r>
              <a:rPr spc="-65" dirty="0"/>
              <a:t>workflow</a:t>
            </a:r>
            <a:r>
              <a:rPr spc="-180" dirty="0"/>
              <a:t> </a:t>
            </a:r>
            <a:r>
              <a:rPr spc="-35" dirty="0"/>
              <a:t>relies</a:t>
            </a:r>
            <a:r>
              <a:rPr spc="-160" dirty="0"/>
              <a:t> </a:t>
            </a:r>
            <a:r>
              <a:rPr spc="-25" dirty="0"/>
              <a:t>on</a:t>
            </a:r>
            <a:r>
              <a:rPr spc="-160" dirty="0"/>
              <a:t> </a:t>
            </a:r>
            <a:r>
              <a:rPr u="sng" dirty="0">
                <a:uFill>
                  <a:solidFill>
                    <a:srgbClr val="82838A"/>
                  </a:solidFill>
                </a:uFill>
              </a:rPr>
              <a:t>Datasets</a:t>
            </a:r>
            <a:r>
              <a:rPr spc="-145" dirty="0"/>
              <a:t> </a:t>
            </a:r>
            <a:r>
              <a:rPr spc="-65" dirty="0"/>
              <a:t>to</a:t>
            </a:r>
            <a:r>
              <a:rPr spc="-165" dirty="0"/>
              <a:t> </a:t>
            </a:r>
            <a:r>
              <a:rPr spc="-10" dirty="0"/>
              <a:t>publish</a:t>
            </a:r>
            <a:r>
              <a:rPr spc="-150" dirty="0"/>
              <a:t> </a:t>
            </a:r>
            <a:r>
              <a:rPr spc="50" dirty="0"/>
              <a:t>WIS2</a:t>
            </a:r>
            <a:r>
              <a:rPr spc="-170" dirty="0"/>
              <a:t> </a:t>
            </a:r>
            <a:r>
              <a:rPr spc="-10" dirty="0"/>
              <a:t>notifications:</a:t>
            </a:r>
          </a:p>
          <a:p>
            <a:pPr marL="297815" indent="-285115">
              <a:lnSpc>
                <a:spcPct val="100000"/>
              </a:lnSpc>
              <a:spcBef>
                <a:spcPts val="1440"/>
              </a:spcBef>
              <a:buFont typeface="Arial MT"/>
              <a:buChar char="•"/>
              <a:tabLst>
                <a:tab pos="297815" algn="l"/>
              </a:tabLst>
            </a:pPr>
            <a:r>
              <a:rPr b="0" dirty="0">
                <a:solidFill>
                  <a:srgbClr val="000000"/>
                </a:solidFill>
                <a:latin typeface="Trebuchet MS"/>
                <a:cs typeface="Trebuchet MS"/>
              </a:rPr>
              <a:t>A</a:t>
            </a:r>
            <a:r>
              <a:rPr b="0" spc="-204" dirty="0">
                <a:solidFill>
                  <a:srgbClr val="000000"/>
                </a:solidFill>
                <a:latin typeface="Trebuchet MS"/>
                <a:cs typeface="Trebuchet MS"/>
              </a:rPr>
              <a:t> </a:t>
            </a:r>
            <a:r>
              <a:rPr b="0" spc="-25" dirty="0">
                <a:solidFill>
                  <a:srgbClr val="000000"/>
                </a:solidFill>
                <a:latin typeface="Trebuchet MS"/>
                <a:cs typeface="Trebuchet MS"/>
              </a:rPr>
              <a:t>Dataset</a:t>
            </a:r>
            <a:r>
              <a:rPr b="0" spc="-195" dirty="0">
                <a:solidFill>
                  <a:srgbClr val="000000"/>
                </a:solidFill>
                <a:latin typeface="Trebuchet MS"/>
                <a:cs typeface="Trebuchet MS"/>
              </a:rPr>
              <a:t> </a:t>
            </a:r>
            <a:r>
              <a:rPr b="0" dirty="0">
                <a:solidFill>
                  <a:srgbClr val="000000"/>
                </a:solidFill>
                <a:latin typeface="Trebuchet MS"/>
                <a:cs typeface="Trebuchet MS"/>
              </a:rPr>
              <a:t>is</a:t>
            </a:r>
            <a:r>
              <a:rPr b="0" spc="-200" dirty="0">
                <a:solidFill>
                  <a:srgbClr val="000000"/>
                </a:solidFill>
                <a:latin typeface="Trebuchet MS"/>
                <a:cs typeface="Trebuchet MS"/>
              </a:rPr>
              <a:t> </a:t>
            </a:r>
            <a:r>
              <a:rPr b="0" spc="-20" dirty="0">
                <a:solidFill>
                  <a:srgbClr val="000000"/>
                </a:solidFill>
                <a:latin typeface="Trebuchet MS"/>
                <a:cs typeface="Trebuchet MS"/>
              </a:rPr>
              <a:t>described</a:t>
            </a:r>
            <a:r>
              <a:rPr b="0" spc="-190" dirty="0">
                <a:solidFill>
                  <a:srgbClr val="000000"/>
                </a:solidFill>
                <a:latin typeface="Trebuchet MS"/>
                <a:cs typeface="Trebuchet MS"/>
              </a:rPr>
              <a:t> </a:t>
            </a:r>
            <a:r>
              <a:rPr b="0" spc="-75" dirty="0">
                <a:solidFill>
                  <a:srgbClr val="000000"/>
                </a:solidFill>
                <a:latin typeface="Trebuchet MS"/>
                <a:cs typeface="Trebuchet MS"/>
              </a:rPr>
              <a:t>by</a:t>
            </a:r>
            <a:r>
              <a:rPr b="0" spc="-180" dirty="0">
                <a:solidFill>
                  <a:srgbClr val="000000"/>
                </a:solidFill>
                <a:latin typeface="Trebuchet MS"/>
                <a:cs typeface="Trebuchet MS"/>
              </a:rPr>
              <a:t> </a:t>
            </a:r>
            <a:r>
              <a:rPr spc="-10" dirty="0">
                <a:solidFill>
                  <a:srgbClr val="000000"/>
                </a:solidFill>
              </a:rPr>
              <a:t>Discovery</a:t>
            </a:r>
            <a:r>
              <a:rPr spc="-200" dirty="0">
                <a:solidFill>
                  <a:srgbClr val="000000"/>
                </a:solidFill>
              </a:rPr>
              <a:t> </a:t>
            </a:r>
            <a:r>
              <a:rPr dirty="0">
                <a:solidFill>
                  <a:srgbClr val="000000"/>
                </a:solidFill>
              </a:rPr>
              <a:t>Metadata</a:t>
            </a:r>
            <a:r>
              <a:rPr spc="-180" dirty="0">
                <a:solidFill>
                  <a:srgbClr val="000000"/>
                </a:solidFill>
              </a:rPr>
              <a:t> </a:t>
            </a:r>
            <a:r>
              <a:rPr b="0" spc="-20" dirty="0">
                <a:solidFill>
                  <a:srgbClr val="000000"/>
                </a:solidFill>
                <a:latin typeface="Trebuchet MS"/>
                <a:cs typeface="Trebuchet MS"/>
              </a:rPr>
              <a:t>published</a:t>
            </a:r>
            <a:r>
              <a:rPr b="0" spc="-185" dirty="0">
                <a:solidFill>
                  <a:srgbClr val="000000"/>
                </a:solidFill>
                <a:latin typeface="Trebuchet MS"/>
                <a:cs typeface="Trebuchet MS"/>
              </a:rPr>
              <a:t> </a:t>
            </a:r>
            <a:r>
              <a:rPr b="0" spc="100" dirty="0">
                <a:solidFill>
                  <a:srgbClr val="000000"/>
                </a:solidFill>
                <a:latin typeface="Trebuchet MS"/>
                <a:cs typeface="Trebuchet MS"/>
              </a:rPr>
              <a:t>as</a:t>
            </a:r>
            <a:r>
              <a:rPr b="0" spc="-204" dirty="0">
                <a:solidFill>
                  <a:srgbClr val="000000"/>
                </a:solidFill>
                <a:latin typeface="Trebuchet MS"/>
                <a:cs typeface="Trebuchet MS"/>
              </a:rPr>
              <a:t> </a:t>
            </a:r>
            <a:r>
              <a:rPr b="0" spc="70" dirty="0">
                <a:solidFill>
                  <a:srgbClr val="000000"/>
                </a:solidFill>
                <a:latin typeface="Trebuchet MS"/>
                <a:cs typeface="Trebuchet MS"/>
              </a:rPr>
              <a:t>WCMP2-</a:t>
            </a:r>
            <a:r>
              <a:rPr b="0" spc="-10" dirty="0">
                <a:solidFill>
                  <a:srgbClr val="000000"/>
                </a:solidFill>
                <a:latin typeface="Trebuchet MS"/>
                <a:cs typeface="Trebuchet MS"/>
              </a:rPr>
              <a:t>record</a:t>
            </a:r>
          </a:p>
          <a:p>
            <a:pPr marL="297815" indent="-285115">
              <a:lnSpc>
                <a:spcPct val="100000"/>
              </a:lnSpc>
              <a:spcBef>
                <a:spcPts val="1440"/>
              </a:spcBef>
              <a:buFont typeface="Arial MT"/>
              <a:buChar char="•"/>
              <a:tabLst>
                <a:tab pos="297815" algn="l"/>
              </a:tabLst>
            </a:pPr>
            <a:r>
              <a:rPr b="0" dirty="0">
                <a:solidFill>
                  <a:srgbClr val="000000"/>
                </a:solidFill>
                <a:latin typeface="Trebuchet MS"/>
                <a:cs typeface="Trebuchet MS"/>
              </a:rPr>
              <a:t>A</a:t>
            </a:r>
            <a:r>
              <a:rPr b="0" spc="-204" dirty="0">
                <a:solidFill>
                  <a:srgbClr val="000000"/>
                </a:solidFill>
                <a:latin typeface="Trebuchet MS"/>
                <a:cs typeface="Trebuchet MS"/>
              </a:rPr>
              <a:t> </a:t>
            </a:r>
            <a:r>
              <a:rPr b="0" spc="-25" dirty="0">
                <a:solidFill>
                  <a:srgbClr val="000000"/>
                </a:solidFill>
                <a:latin typeface="Trebuchet MS"/>
                <a:cs typeface="Trebuchet MS"/>
              </a:rPr>
              <a:t>Dataset</a:t>
            </a:r>
            <a:r>
              <a:rPr b="0" spc="-195" dirty="0">
                <a:solidFill>
                  <a:srgbClr val="000000"/>
                </a:solidFill>
                <a:latin typeface="Trebuchet MS"/>
                <a:cs typeface="Trebuchet MS"/>
              </a:rPr>
              <a:t> </a:t>
            </a:r>
            <a:r>
              <a:rPr b="0" dirty="0">
                <a:solidFill>
                  <a:srgbClr val="000000"/>
                </a:solidFill>
                <a:latin typeface="Trebuchet MS"/>
                <a:cs typeface="Trebuchet MS"/>
              </a:rPr>
              <a:t>connects</a:t>
            </a:r>
            <a:r>
              <a:rPr b="0" spc="-180" dirty="0">
                <a:solidFill>
                  <a:srgbClr val="000000"/>
                </a:solidFill>
                <a:latin typeface="Trebuchet MS"/>
                <a:cs typeface="Trebuchet MS"/>
              </a:rPr>
              <a:t> </a:t>
            </a:r>
            <a:r>
              <a:rPr b="0" spc="-60" dirty="0">
                <a:solidFill>
                  <a:srgbClr val="000000"/>
                </a:solidFill>
                <a:latin typeface="Trebuchet MS"/>
                <a:cs typeface="Trebuchet MS"/>
              </a:rPr>
              <a:t>data</a:t>
            </a:r>
            <a:r>
              <a:rPr b="0" spc="-215" dirty="0">
                <a:solidFill>
                  <a:srgbClr val="000000"/>
                </a:solidFill>
                <a:latin typeface="Trebuchet MS"/>
                <a:cs typeface="Trebuchet MS"/>
              </a:rPr>
              <a:t> </a:t>
            </a:r>
            <a:r>
              <a:rPr b="0" dirty="0">
                <a:solidFill>
                  <a:srgbClr val="000000"/>
                </a:solidFill>
                <a:latin typeface="Trebuchet MS"/>
                <a:cs typeface="Trebuchet MS"/>
              </a:rPr>
              <a:t>and</a:t>
            </a:r>
            <a:r>
              <a:rPr b="0" spc="-190" dirty="0">
                <a:solidFill>
                  <a:srgbClr val="000000"/>
                </a:solidFill>
                <a:latin typeface="Trebuchet MS"/>
                <a:cs typeface="Trebuchet MS"/>
              </a:rPr>
              <a:t> </a:t>
            </a:r>
            <a:r>
              <a:rPr b="0" spc="-60" dirty="0">
                <a:solidFill>
                  <a:srgbClr val="000000"/>
                </a:solidFill>
                <a:latin typeface="Trebuchet MS"/>
                <a:cs typeface="Trebuchet MS"/>
              </a:rPr>
              <a:t>metadata</a:t>
            </a:r>
            <a:r>
              <a:rPr b="0" spc="-195" dirty="0">
                <a:solidFill>
                  <a:srgbClr val="000000"/>
                </a:solidFill>
                <a:latin typeface="Trebuchet MS"/>
                <a:cs typeface="Trebuchet MS"/>
              </a:rPr>
              <a:t> </a:t>
            </a:r>
            <a:r>
              <a:rPr b="0" dirty="0">
                <a:solidFill>
                  <a:srgbClr val="000000"/>
                </a:solidFill>
                <a:latin typeface="Trebuchet MS"/>
                <a:cs typeface="Trebuchet MS"/>
              </a:rPr>
              <a:t>using</a:t>
            </a:r>
            <a:r>
              <a:rPr b="0" spc="-204" dirty="0">
                <a:solidFill>
                  <a:srgbClr val="000000"/>
                </a:solidFill>
                <a:latin typeface="Trebuchet MS"/>
                <a:cs typeface="Trebuchet MS"/>
              </a:rPr>
              <a:t> </a:t>
            </a:r>
            <a:r>
              <a:rPr b="0" spc="-80" dirty="0">
                <a:solidFill>
                  <a:srgbClr val="000000"/>
                </a:solidFill>
                <a:latin typeface="Trebuchet MS"/>
                <a:cs typeface="Trebuchet MS"/>
              </a:rPr>
              <a:t>the</a:t>
            </a:r>
            <a:r>
              <a:rPr b="0" spc="-180" dirty="0">
                <a:solidFill>
                  <a:srgbClr val="000000"/>
                </a:solidFill>
                <a:latin typeface="Trebuchet MS"/>
                <a:cs typeface="Trebuchet MS"/>
              </a:rPr>
              <a:t> </a:t>
            </a:r>
            <a:r>
              <a:rPr spc="-20" dirty="0">
                <a:solidFill>
                  <a:srgbClr val="000000"/>
                </a:solidFill>
              </a:rPr>
              <a:t>metadata</a:t>
            </a:r>
            <a:r>
              <a:rPr spc="-195" dirty="0">
                <a:solidFill>
                  <a:srgbClr val="000000"/>
                </a:solidFill>
              </a:rPr>
              <a:t> </a:t>
            </a:r>
            <a:r>
              <a:rPr spc="-10" dirty="0">
                <a:solidFill>
                  <a:srgbClr val="000000"/>
                </a:solidFill>
              </a:rPr>
              <a:t>identifier</a:t>
            </a:r>
          </a:p>
          <a:p>
            <a:pPr marL="297815" indent="-285115">
              <a:lnSpc>
                <a:spcPct val="100000"/>
              </a:lnSpc>
              <a:spcBef>
                <a:spcPts val="1440"/>
              </a:spcBef>
              <a:buFont typeface="Arial MT"/>
              <a:buChar char="•"/>
              <a:tabLst>
                <a:tab pos="297815" algn="l"/>
              </a:tabLst>
            </a:pPr>
            <a:r>
              <a:rPr b="0" dirty="0">
                <a:solidFill>
                  <a:srgbClr val="000000"/>
                </a:solidFill>
                <a:latin typeface="Trebuchet MS"/>
                <a:cs typeface="Trebuchet MS"/>
              </a:rPr>
              <a:t>A</a:t>
            </a:r>
            <a:r>
              <a:rPr b="0" spc="-215" dirty="0">
                <a:solidFill>
                  <a:srgbClr val="000000"/>
                </a:solidFill>
                <a:latin typeface="Trebuchet MS"/>
                <a:cs typeface="Trebuchet MS"/>
              </a:rPr>
              <a:t> </a:t>
            </a:r>
            <a:r>
              <a:rPr b="0" spc="-25" dirty="0">
                <a:solidFill>
                  <a:srgbClr val="000000"/>
                </a:solidFill>
                <a:latin typeface="Trebuchet MS"/>
                <a:cs typeface="Trebuchet MS"/>
              </a:rPr>
              <a:t>Dataset</a:t>
            </a:r>
            <a:r>
              <a:rPr b="0" spc="-200" dirty="0">
                <a:solidFill>
                  <a:srgbClr val="000000"/>
                </a:solidFill>
                <a:latin typeface="Trebuchet MS"/>
                <a:cs typeface="Trebuchet MS"/>
              </a:rPr>
              <a:t> </a:t>
            </a:r>
            <a:r>
              <a:rPr b="0" spc="-40" dirty="0">
                <a:solidFill>
                  <a:srgbClr val="000000"/>
                </a:solidFill>
                <a:latin typeface="Trebuchet MS"/>
                <a:cs typeface="Trebuchet MS"/>
              </a:rPr>
              <a:t>defines</a:t>
            </a:r>
            <a:r>
              <a:rPr b="0" spc="-185" dirty="0">
                <a:solidFill>
                  <a:srgbClr val="000000"/>
                </a:solidFill>
                <a:latin typeface="Trebuchet MS"/>
                <a:cs typeface="Trebuchet MS"/>
              </a:rPr>
              <a:t> </a:t>
            </a:r>
            <a:r>
              <a:rPr b="0" spc="-80" dirty="0">
                <a:solidFill>
                  <a:srgbClr val="000000"/>
                </a:solidFill>
                <a:latin typeface="Trebuchet MS"/>
                <a:cs typeface="Trebuchet MS"/>
              </a:rPr>
              <a:t>the</a:t>
            </a:r>
            <a:r>
              <a:rPr b="0" spc="-215" dirty="0">
                <a:solidFill>
                  <a:srgbClr val="000000"/>
                </a:solidFill>
                <a:latin typeface="Trebuchet MS"/>
                <a:cs typeface="Trebuchet MS"/>
              </a:rPr>
              <a:t> </a:t>
            </a:r>
            <a:r>
              <a:rPr spc="-30" dirty="0">
                <a:solidFill>
                  <a:srgbClr val="000000"/>
                </a:solidFill>
              </a:rPr>
              <a:t>topic</a:t>
            </a:r>
            <a:r>
              <a:rPr spc="-204" dirty="0">
                <a:solidFill>
                  <a:srgbClr val="000000"/>
                </a:solidFill>
              </a:rPr>
              <a:t> </a:t>
            </a:r>
            <a:r>
              <a:rPr spc="-70" dirty="0">
                <a:solidFill>
                  <a:srgbClr val="000000"/>
                </a:solidFill>
              </a:rPr>
              <a:t>hierarchy</a:t>
            </a:r>
            <a:r>
              <a:rPr spc="-215" dirty="0">
                <a:solidFill>
                  <a:srgbClr val="000000"/>
                </a:solidFill>
              </a:rPr>
              <a:t> </a:t>
            </a:r>
            <a:r>
              <a:rPr b="0" spc="-85" dirty="0">
                <a:solidFill>
                  <a:srgbClr val="000000"/>
                </a:solidFill>
                <a:latin typeface="Trebuchet MS"/>
                <a:cs typeface="Trebuchet MS"/>
              </a:rPr>
              <a:t>to</a:t>
            </a:r>
            <a:r>
              <a:rPr b="0" spc="-220" dirty="0">
                <a:solidFill>
                  <a:srgbClr val="000000"/>
                </a:solidFill>
                <a:latin typeface="Trebuchet MS"/>
                <a:cs typeface="Trebuchet MS"/>
              </a:rPr>
              <a:t> </a:t>
            </a:r>
            <a:r>
              <a:rPr b="0" spc="-10" dirty="0">
                <a:solidFill>
                  <a:srgbClr val="000000"/>
                </a:solidFill>
                <a:latin typeface="Trebuchet MS"/>
                <a:cs typeface="Trebuchet MS"/>
              </a:rPr>
              <a:t>publish</a:t>
            </a:r>
            <a:r>
              <a:rPr b="0" spc="-200" dirty="0">
                <a:solidFill>
                  <a:srgbClr val="000000"/>
                </a:solidFill>
                <a:latin typeface="Trebuchet MS"/>
                <a:cs typeface="Trebuchet MS"/>
              </a:rPr>
              <a:t> </a:t>
            </a:r>
            <a:r>
              <a:rPr b="0" spc="-80" dirty="0">
                <a:solidFill>
                  <a:srgbClr val="000000"/>
                </a:solidFill>
                <a:latin typeface="Trebuchet MS"/>
                <a:cs typeface="Trebuchet MS"/>
              </a:rPr>
              <a:t>the</a:t>
            </a:r>
            <a:r>
              <a:rPr b="0" spc="-210" dirty="0">
                <a:solidFill>
                  <a:srgbClr val="000000"/>
                </a:solidFill>
                <a:latin typeface="Trebuchet MS"/>
                <a:cs typeface="Trebuchet MS"/>
              </a:rPr>
              <a:t> </a:t>
            </a:r>
            <a:r>
              <a:rPr b="0" spc="60" dirty="0">
                <a:solidFill>
                  <a:srgbClr val="000000"/>
                </a:solidFill>
                <a:latin typeface="Trebuchet MS"/>
                <a:cs typeface="Trebuchet MS"/>
              </a:rPr>
              <a:t>WIS2</a:t>
            </a:r>
            <a:r>
              <a:rPr b="0" spc="-210" dirty="0">
                <a:solidFill>
                  <a:srgbClr val="000000"/>
                </a:solidFill>
                <a:latin typeface="Trebuchet MS"/>
                <a:cs typeface="Trebuchet MS"/>
              </a:rPr>
              <a:t> </a:t>
            </a:r>
            <a:r>
              <a:rPr b="0" spc="-60" dirty="0">
                <a:solidFill>
                  <a:srgbClr val="000000"/>
                </a:solidFill>
                <a:latin typeface="Trebuchet MS"/>
                <a:cs typeface="Trebuchet MS"/>
              </a:rPr>
              <a:t>data</a:t>
            </a:r>
            <a:r>
              <a:rPr b="0" spc="-204" dirty="0">
                <a:solidFill>
                  <a:srgbClr val="000000"/>
                </a:solidFill>
                <a:latin typeface="Trebuchet MS"/>
                <a:cs typeface="Trebuchet MS"/>
              </a:rPr>
              <a:t> </a:t>
            </a:r>
            <a:r>
              <a:rPr b="0" spc="-10" dirty="0">
                <a:solidFill>
                  <a:srgbClr val="000000"/>
                </a:solidFill>
                <a:latin typeface="Trebuchet MS"/>
                <a:cs typeface="Trebuchet MS"/>
              </a:rPr>
              <a:t>notification</a:t>
            </a:r>
          </a:p>
          <a:p>
            <a:pPr marL="297815" indent="-285115">
              <a:lnSpc>
                <a:spcPct val="100000"/>
              </a:lnSpc>
              <a:spcBef>
                <a:spcPts val="1440"/>
              </a:spcBef>
              <a:buFont typeface="Arial MT"/>
              <a:buChar char="•"/>
              <a:tabLst>
                <a:tab pos="297815" algn="l"/>
              </a:tabLst>
            </a:pPr>
            <a:r>
              <a:rPr b="0" i="1" spc="-50" dirty="0">
                <a:solidFill>
                  <a:srgbClr val="0F42D2"/>
                </a:solidFill>
                <a:latin typeface="Trebuchet MS"/>
                <a:cs typeface="Trebuchet MS"/>
              </a:rPr>
              <a:t>wis2box:</a:t>
            </a:r>
            <a:r>
              <a:rPr b="0" i="1" spc="-200" dirty="0">
                <a:solidFill>
                  <a:srgbClr val="0F42D2"/>
                </a:solidFill>
                <a:latin typeface="Trebuchet MS"/>
                <a:cs typeface="Trebuchet MS"/>
              </a:rPr>
              <a:t> </a:t>
            </a:r>
            <a:r>
              <a:rPr b="0" i="1" spc="-65" dirty="0">
                <a:solidFill>
                  <a:srgbClr val="0F42D2"/>
                </a:solidFill>
                <a:latin typeface="Trebuchet MS"/>
                <a:cs typeface="Trebuchet MS"/>
              </a:rPr>
              <a:t>A</a:t>
            </a:r>
            <a:r>
              <a:rPr b="0" i="1" spc="-200" dirty="0">
                <a:solidFill>
                  <a:srgbClr val="0F42D2"/>
                </a:solidFill>
                <a:latin typeface="Trebuchet MS"/>
                <a:cs typeface="Trebuchet MS"/>
              </a:rPr>
              <a:t> </a:t>
            </a:r>
            <a:r>
              <a:rPr b="0" i="1" spc="-40" dirty="0">
                <a:solidFill>
                  <a:srgbClr val="0F42D2"/>
                </a:solidFill>
                <a:latin typeface="Trebuchet MS"/>
                <a:cs typeface="Trebuchet MS"/>
              </a:rPr>
              <a:t>Dataset</a:t>
            </a:r>
            <a:r>
              <a:rPr b="0" i="1" spc="-195" dirty="0">
                <a:solidFill>
                  <a:srgbClr val="0F42D2"/>
                </a:solidFill>
                <a:latin typeface="Trebuchet MS"/>
                <a:cs typeface="Trebuchet MS"/>
              </a:rPr>
              <a:t> </a:t>
            </a:r>
            <a:r>
              <a:rPr b="0" i="1" spc="-15" dirty="0">
                <a:solidFill>
                  <a:srgbClr val="0F42D2"/>
                </a:solidFill>
                <a:latin typeface="Trebuchet MS"/>
                <a:cs typeface="Trebuchet MS"/>
              </a:rPr>
              <a:t>contains</a:t>
            </a:r>
            <a:r>
              <a:rPr b="0" i="1" spc="-190" dirty="0">
                <a:solidFill>
                  <a:srgbClr val="0F42D2"/>
                </a:solidFill>
                <a:latin typeface="Trebuchet MS"/>
                <a:cs typeface="Trebuchet MS"/>
              </a:rPr>
              <a:t> </a:t>
            </a:r>
            <a:r>
              <a:rPr i="1" spc="-125" dirty="0">
                <a:solidFill>
                  <a:srgbClr val="0F42D2"/>
                </a:solidFill>
                <a:latin typeface="Trebuchet MS"/>
                <a:cs typeface="Trebuchet MS"/>
              </a:rPr>
              <a:t>data</a:t>
            </a:r>
            <a:r>
              <a:rPr i="1" spc="-185" dirty="0">
                <a:solidFill>
                  <a:srgbClr val="0F42D2"/>
                </a:solidFill>
                <a:latin typeface="Trebuchet MS"/>
                <a:cs typeface="Trebuchet MS"/>
              </a:rPr>
              <a:t> </a:t>
            </a:r>
            <a:r>
              <a:rPr i="1" spc="-20" dirty="0">
                <a:solidFill>
                  <a:srgbClr val="0F42D2"/>
                </a:solidFill>
                <a:latin typeface="Trebuchet MS"/>
                <a:cs typeface="Trebuchet MS"/>
              </a:rPr>
              <a:t>plugins</a:t>
            </a:r>
            <a:r>
              <a:rPr i="1" spc="-204" dirty="0">
                <a:solidFill>
                  <a:srgbClr val="0F42D2"/>
                </a:solidFill>
                <a:latin typeface="Trebuchet MS"/>
                <a:cs typeface="Trebuchet MS"/>
              </a:rPr>
              <a:t> </a:t>
            </a:r>
            <a:r>
              <a:rPr b="0" i="1" dirty="0">
                <a:solidFill>
                  <a:srgbClr val="0F42D2"/>
                </a:solidFill>
                <a:latin typeface="Trebuchet MS"/>
                <a:cs typeface="Trebuchet MS"/>
              </a:rPr>
              <a:t>used</a:t>
            </a:r>
            <a:r>
              <a:rPr b="0" i="1" spc="-190" dirty="0">
                <a:solidFill>
                  <a:srgbClr val="0F42D2"/>
                </a:solidFill>
                <a:latin typeface="Trebuchet MS"/>
                <a:cs typeface="Trebuchet MS"/>
              </a:rPr>
              <a:t> </a:t>
            </a:r>
            <a:r>
              <a:rPr b="0" i="1" spc="-114" dirty="0">
                <a:solidFill>
                  <a:srgbClr val="0F42D2"/>
                </a:solidFill>
                <a:latin typeface="Trebuchet MS"/>
                <a:cs typeface="Trebuchet MS"/>
              </a:rPr>
              <a:t>to</a:t>
            </a:r>
            <a:r>
              <a:rPr b="0" i="1" spc="-225" dirty="0">
                <a:solidFill>
                  <a:srgbClr val="0F42D2"/>
                </a:solidFill>
                <a:latin typeface="Trebuchet MS"/>
                <a:cs typeface="Trebuchet MS"/>
              </a:rPr>
              <a:t> </a:t>
            </a:r>
            <a:r>
              <a:rPr i="1" spc="-85" dirty="0">
                <a:solidFill>
                  <a:srgbClr val="0F42D2"/>
                </a:solidFill>
                <a:latin typeface="Trebuchet MS"/>
                <a:cs typeface="Trebuchet MS"/>
              </a:rPr>
              <a:t>transform</a:t>
            </a:r>
            <a:r>
              <a:rPr i="1" spc="-225" dirty="0">
                <a:solidFill>
                  <a:srgbClr val="0F42D2"/>
                </a:solidFill>
                <a:latin typeface="Trebuchet MS"/>
                <a:cs typeface="Trebuchet MS"/>
              </a:rPr>
              <a:t> </a:t>
            </a:r>
            <a:r>
              <a:rPr b="0" i="1" spc="-10" dirty="0">
                <a:solidFill>
                  <a:srgbClr val="0F42D2"/>
                </a:solidFill>
                <a:latin typeface="Trebuchet MS"/>
                <a:cs typeface="Trebuchet MS"/>
              </a:rPr>
              <a:t>and</a:t>
            </a:r>
            <a:r>
              <a:rPr b="0" i="1" spc="-180" dirty="0">
                <a:solidFill>
                  <a:srgbClr val="0F42D2"/>
                </a:solidFill>
                <a:latin typeface="Trebuchet MS"/>
                <a:cs typeface="Trebuchet MS"/>
              </a:rPr>
              <a:t> </a:t>
            </a:r>
            <a:r>
              <a:rPr i="1" spc="-20" dirty="0">
                <a:solidFill>
                  <a:srgbClr val="0F42D2"/>
                </a:solidFill>
                <a:latin typeface="Trebuchet MS"/>
                <a:cs typeface="Trebuchet MS"/>
              </a:rPr>
              <a:t>publish</a:t>
            </a:r>
            <a:r>
              <a:rPr i="1" spc="-175" dirty="0">
                <a:solidFill>
                  <a:srgbClr val="0F42D2"/>
                </a:solidFill>
                <a:latin typeface="Trebuchet MS"/>
                <a:cs typeface="Trebuchet MS"/>
              </a:rPr>
              <a:t> </a:t>
            </a:r>
            <a:r>
              <a:rPr b="0" i="1" spc="-110" dirty="0">
                <a:solidFill>
                  <a:srgbClr val="0F42D2"/>
                </a:solidFill>
                <a:latin typeface="Trebuchet MS"/>
                <a:cs typeface="Trebuchet MS"/>
              </a:rPr>
              <a:t>the</a:t>
            </a:r>
            <a:r>
              <a:rPr b="0" i="1" spc="-195" dirty="0">
                <a:solidFill>
                  <a:srgbClr val="0F42D2"/>
                </a:solidFill>
                <a:latin typeface="Trebuchet MS"/>
                <a:cs typeface="Trebuchet MS"/>
              </a:rPr>
              <a:t> </a:t>
            </a:r>
            <a:r>
              <a:rPr b="0" i="1" spc="-20" dirty="0">
                <a:solidFill>
                  <a:srgbClr val="0F42D2"/>
                </a:solidFill>
                <a:latin typeface="Trebuchet MS"/>
                <a:cs typeface="Trebuchet MS"/>
              </a:rPr>
              <a:t>data</a:t>
            </a:r>
          </a:p>
        </p:txBody>
      </p:sp>
      <p:sp>
        <p:nvSpPr>
          <p:cNvPr id="7" name="object 7"/>
          <p:cNvSpPr/>
          <p:nvPr/>
        </p:nvSpPr>
        <p:spPr>
          <a:xfrm>
            <a:off x="6987540" y="6732251"/>
            <a:ext cx="4729480" cy="12700"/>
          </a:xfrm>
          <a:custGeom>
            <a:avLst/>
            <a:gdLst/>
            <a:ahLst/>
            <a:cxnLst/>
            <a:rect l="l" t="t" r="r" b="b"/>
            <a:pathLst>
              <a:path w="4729480" h="12700">
                <a:moveTo>
                  <a:pt x="4728971" y="0"/>
                </a:moveTo>
                <a:lnTo>
                  <a:pt x="0" y="0"/>
                </a:lnTo>
                <a:lnTo>
                  <a:pt x="0" y="12190"/>
                </a:lnTo>
                <a:lnTo>
                  <a:pt x="4728971" y="12190"/>
                </a:lnTo>
                <a:lnTo>
                  <a:pt x="4728971" y="0"/>
                </a:lnTo>
                <a:close/>
              </a:path>
            </a:pathLst>
          </a:custGeom>
          <a:solidFill>
            <a:srgbClr val="0F42D2"/>
          </a:solidFill>
        </p:spPr>
        <p:txBody>
          <a:bodyPr wrap="square" lIns="0" tIns="0" rIns="0" bIns="0" rtlCol="0"/>
          <a:lstStyle/>
          <a:p>
            <a:endParaRPr/>
          </a:p>
        </p:txBody>
      </p:sp>
      <p:sp>
        <p:nvSpPr>
          <p:cNvPr id="8" name="object 8"/>
          <p:cNvSpPr txBox="1"/>
          <p:nvPr/>
        </p:nvSpPr>
        <p:spPr>
          <a:xfrm>
            <a:off x="6615048" y="6309461"/>
            <a:ext cx="5114290" cy="452755"/>
          </a:xfrm>
          <a:prstGeom prst="rect">
            <a:avLst/>
          </a:prstGeom>
        </p:spPr>
        <p:txBody>
          <a:bodyPr vert="horz" wrap="square" lIns="0" tIns="12700" rIns="0" bIns="0" rtlCol="0">
            <a:spAutoFit/>
          </a:bodyPr>
          <a:lstStyle/>
          <a:p>
            <a:pPr marL="38100" marR="30480">
              <a:lnSpc>
                <a:spcPct val="100000"/>
              </a:lnSpc>
              <a:spcBef>
                <a:spcPts val="100"/>
              </a:spcBef>
            </a:pPr>
            <a:r>
              <a:rPr sz="1400" spc="-10" dirty="0">
                <a:solidFill>
                  <a:srgbClr val="82838A"/>
                </a:solidFill>
                <a:latin typeface="Calibri"/>
                <a:cs typeface="Calibri"/>
              </a:rPr>
              <a:t>Datasets</a:t>
            </a:r>
            <a:r>
              <a:rPr sz="1400" spc="-15" dirty="0">
                <a:solidFill>
                  <a:srgbClr val="82838A"/>
                </a:solidFill>
                <a:latin typeface="Calibri"/>
                <a:cs typeface="Calibri"/>
              </a:rPr>
              <a:t> </a:t>
            </a:r>
            <a:r>
              <a:rPr sz="1400" dirty="0">
                <a:solidFill>
                  <a:srgbClr val="82838A"/>
                </a:solidFill>
                <a:latin typeface="Calibri"/>
                <a:cs typeface="Calibri"/>
              </a:rPr>
              <a:t>are</a:t>
            </a:r>
            <a:r>
              <a:rPr sz="1400" spc="-20" dirty="0">
                <a:solidFill>
                  <a:srgbClr val="82838A"/>
                </a:solidFill>
                <a:latin typeface="Calibri"/>
                <a:cs typeface="Calibri"/>
              </a:rPr>
              <a:t> </a:t>
            </a:r>
            <a:r>
              <a:rPr sz="1400" spc="-10" dirty="0">
                <a:solidFill>
                  <a:srgbClr val="82838A"/>
                </a:solidFill>
                <a:latin typeface="Calibri"/>
                <a:cs typeface="Calibri"/>
              </a:rPr>
              <a:t>stored</a:t>
            </a:r>
            <a:r>
              <a:rPr sz="1400" spc="-25" dirty="0">
                <a:solidFill>
                  <a:srgbClr val="82838A"/>
                </a:solidFill>
                <a:latin typeface="Calibri"/>
                <a:cs typeface="Calibri"/>
              </a:rPr>
              <a:t> </a:t>
            </a:r>
            <a:r>
              <a:rPr sz="1400" dirty="0">
                <a:solidFill>
                  <a:srgbClr val="82838A"/>
                </a:solidFill>
                <a:latin typeface="Calibri"/>
                <a:cs typeface="Calibri"/>
              </a:rPr>
              <a:t>in</a:t>
            </a:r>
            <a:r>
              <a:rPr sz="1400" spc="-25" dirty="0">
                <a:solidFill>
                  <a:srgbClr val="82838A"/>
                </a:solidFill>
                <a:latin typeface="Calibri"/>
                <a:cs typeface="Calibri"/>
              </a:rPr>
              <a:t> </a:t>
            </a:r>
            <a:r>
              <a:rPr sz="1400" dirty="0">
                <a:solidFill>
                  <a:srgbClr val="82838A"/>
                </a:solidFill>
                <a:latin typeface="Calibri"/>
                <a:cs typeface="Calibri"/>
              </a:rPr>
              <a:t>the </a:t>
            </a:r>
            <a:r>
              <a:rPr sz="1400" spc="-10" dirty="0">
                <a:solidFill>
                  <a:srgbClr val="82838A"/>
                </a:solidFill>
                <a:latin typeface="Calibri"/>
                <a:cs typeface="Calibri"/>
              </a:rPr>
              <a:t>pygeoapi 'discovery-metadata'</a:t>
            </a:r>
            <a:r>
              <a:rPr sz="1400" spc="-20" dirty="0">
                <a:solidFill>
                  <a:srgbClr val="82838A"/>
                </a:solidFill>
                <a:latin typeface="Calibri"/>
                <a:cs typeface="Calibri"/>
              </a:rPr>
              <a:t> </a:t>
            </a:r>
            <a:r>
              <a:rPr sz="1400" spc="-10" dirty="0">
                <a:solidFill>
                  <a:srgbClr val="82838A"/>
                </a:solidFill>
                <a:latin typeface="Calibri"/>
                <a:cs typeface="Calibri"/>
              </a:rPr>
              <a:t>collection </a:t>
            </a:r>
            <a:r>
              <a:rPr sz="1400" dirty="0">
                <a:solidFill>
                  <a:srgbClr val="82838A"/>
                </a:solidFill>
                <a:latin typeface="Calibri"/>
                <a:cs typeface="Calibri"/>
              </a:rPr>
              <a:t>see:</a:t>
            </a:r>
            <a:r>
              <a:rPr sz="1400" spc="130" dirty="0">
                <a:solidFill>
                  <a:srgbClr val="82838A"/>
                </a:solidFill>
                <a:latin typeface="Calibri"/>
                <a:cs typeface="Calibri"/>
              </a:rPr>
              <a:t> </a:t>
            </a:r>
            <a:r>
              <a:rPr sz="1400" spc="-20" dirty="0">
                <a:solidFill>
                  <a:srgbClr val="0F42D2"/>
                </a:solidFill>
                <a:latin typeface="Calibri"/>
                <a:cs typeface="Calibri"/>
              </a:rPr>
              <a:t>&lt;wis2box-</a:t>
            </a:r>
            <a:r>
              <a:rPr sz="1400" spc="-10" dirty="0">
                <a:solidFill>
                  <a:srgbClr val="0F42D2"/>
                </a:solidFill>
                <a:latin typeface="Calibri"/>
                <a:cs typeface="Calibri"/>
              </a:rPr>
              <a:t>url&gt;/oapi/collections/discovery-</a:t>
            </a:r>
            <a:r>
              <a:rPr sz="1400" dirty="0">
                <a:solidFill>
                  <a:srgbClr val="0F42D2"/>
                </a:solidFill>
                <a:latin typeface="Calibri"/>
                <a:cs typeface="Calibri"/>
              </a:rPr>
              <a:t>m</a:t>
            </a:r>
            <a:r>
              <a:rPr sz="1400" spc="-10" dirty="0">
                <a:solidFill>
                  <a:srgbClr val="0F42D2"/>
                </a:solidFill>
                <a:latin typeface="Calibri"/>
                <a:cs typeface="Calibri"/>
              </a:rPr>
              <a:t>et</a:t>
            </a:r>
            <a:r>
              <a:rPr sz="1400" dirty="0">
                <a:solidFill>
                  <a:srgbClr val="0F42D2"/>
                </a:solidFill>
                <a:latin typeface="Calibri"/>
                <a:cs typeface="Calibri"/>
              </a:rPr>
              <a:t>a</a:t>
            </a:r>
            <a:r>
              <a:rPr sz="1400" spc="-5" dirty="0">
                <a:solidFill>
                  <a:srgbClr val="0F42D2"/>
                </a:solidFill>
                <a:latin typeface="Calibri"/>
                <a:cs typeface="Calibri"/>
              </a:rPr>
              <a:t>d</a:t>
            </a:r>
            <a:r>
              <a:rPr sz="1400" spc="-10" dirty="0">
                <a:solidFill>
                  <a:srgbClr val="0F42D2"/>
                </a:solidFill>
                <a:latin typeface="Calibri"/>
                <a:cs typeface="Calibri"/>
              </a:rPr>
              <a:t>at</a:t>
            </a:r>
            <a:r>
              <a:rPr sz="1400" spc="10" dirty="0">
                <a:solidFill>
                  <a:srgbClr val="0F42D2"/>
                </a:solidFill>
                <a:latin typeface="Calibri"/>
                <a:cs typeface="Calibri"/>
              </a:rPr>
              <a:t>a/i</a:t>
            </a:r>
            <a:r>
              <a:rPr sz="1400" spc="-15" dirty="0">
                <a:solidFill>
                  <a:srgbClr val="0F42D2"/>
                </a:solidFill>
                <a:latin typeface="Calibri"/>
                <a:cs typeface="Calibri"/>
              </a:rPr>
              <a:t>t</a:t>
            </a:r>
            <a:r>
              <a:rPr sz="1400" spc="10" dirty="0">
                <a:solidFill>
                  <a:srgbClr val="0F42D2"/>
                </a:solidFill>
                <a:latin typeface="Calibri"/>
                <a:cs typeface="Calibri"/>
              </a:rPr>
              <a:t>e</a:t>
            </a:r>
            <a:r>
              <a:rPr sz="1400" dirty="0">
                <a:solidFill>
                  <a:srgbClr val="0F42D2"/>
                </a:solidFill>
                <a:latin typeface="Calibri"/>
                <a:cs typeface="Calibri"/>
              </a:rPr>
              <a:t>m</a:t>
            </a:r>
            <a:r>
              <a:rPr sz="1400" spc="10" dirty="0">
                <a:solidFill>
                  <a:srgbClr val="0F42D2"/>
                </a:solidFill>
                <a:latin typeface="Calibri"/>
                <a:cs typeface="Calibri"/>
              </a:rPr>
              <a:t>s</a:t>
            </a:r>
            <a:r>
              <a:rPr sz="1400" spc="5" dirty="0">
                <a:solidFill>
                  <a:srgbClr val="0F42D2"/>
                </a:solidFill>
                <a:latin typeface="Calibri"/>
                <a:cs typeface="Calibri"/>
              </a:rPr>
              <a:t>?f=</a:t>
            </a:r>
            <a:r>
              <a:rPr sz="1400" dirty="0">
                <a:solidFill>
                  <a:srgbClr val="0F42D2"/>
                </a:solidFill>
                <a:latin typeface="Calibri"/>
                <a:cs typeface="Calibri"/>
              </a:rPr>
              <a:t>js</a:t>
            </a:r>
            <a:r>
              <a:rPr sz="1400" spc="-380" dirty="0">
                <a:solidFill>
                  <a:srgbClr val="0F42D2"/>
                </a:solidFill>
                <a:latin typeface="Calibri"/>
                <a:cs typeface="Calibri"/>
              </a:rPr>
              <a:t>o</a:t>
            </a:r>
            <a:r>
              <a:rPr sz="1350" spc="-82" baseline="33950" dirty="0">
                <a:latin typeface="Calibri"/>
                <a:cs typeface="Calibri"/>
              </a:rPr>
              <a:t>2</a:t>
            </a:r>
            <a:r>
              <a:rPr sz="1400" spc="-665" dirty="0">
                <a:solidFill>
                  <a:srgbClr val="0F42D2"/>
                </a:solidFill>
                <a:latin typeface="Calibri"/>
                <a:cs typeface="Calibri"/>
              </a:rPr>
              <a:t>n</a:t>
            </a:r>
            <a:r>
              <a:rPr sz="1350" spc="7" baseline="33950" dirty="0">
                <a:latin typeface="Calibri"/>
                <a:cs typeface="Calibri"/>
              </a:rPr>
              <a:t>6</a:t>
            </a:r>
            <a:endParaRPr sz="1350" baseline="3395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065" rIns="0" bIns="0" rtlCol="0">
            <a:spAutoFit/>
          </a:bodyPr>
          <a:lstStyle/>
          <a:p>
            <a:pPr marL="13970">
              <a:lnSpc>
                <a:spcPct val="100000"/>
              </a:lnSpc>
              <a:spcBef>
                <a:spcPts val="95"/>
              </a:spcBef>
            </a:pPr>
            <a:r>
              <a:rPr lang="en-US" sz="4000">
                <a:solidFill>
                  <a:srgbClr val="47525B"/>
                </a:solidFill>
              </a:rPr>
              <a:t>How</a:t>
            </a:r>
            <a:r>
              <a:rPr lang="en-US" sz="4000" spc="-110">
                <a:solidFill>
                  <a:srgbClr val="47525B"/>
                </a:solidFill>
              </a:rPr>
              <a:t> </a:t>
            </a:r>
            <a:r>
              <a:rPr lang="en-US" sz="4000">
                <a:solidFill>
                  <a:srgbClr val="47525B"/>
                </a:solidFill>
              </a:rPr>
              <a:t>does</a:t>
            </a:r>
            <a:r>
              <a:rPr lang="en-US" sz="4000" spc="-110">
                <a:solidFill>
                  <a:srgbClr val="47525B"/>
                </a:solidFill>
              </a:rPr>
              <a:t> </a:t>
            </a:r>
            <a:r>
              <a:rPr lang="en-US" sz="4000">
                <a:solidFill>
                  <a:srgbClr val="47525B"/>
                </a:solidFill>
              </a:rPr>
              <a:t>your</a:t>
            </a:r>
            <a:r>
              <a:rPr lang="en-US" sz="4000" spc="-90">
                <a:solidFill>
                  <a:srgbClr val="47525B"/>
                </a:solidFill>
              </a:rPr>
              <a:t> </a:t>
            </a:r>
            <a:r>
              <a:rPr lang="en-US" sz="4000">
                <a:solidFill>
                  <a:srgbClr val="47525B"/>
                </a:solidFill>
              </a:rPr>
              <a:t>institution</a:t>
            </a:r>
            <a:r>
              <a:rPr lang="en-US" sz="4000" spc="-65">
                <a:solidFill>
                  <a:srgbClr val="47525B"/>
                </a:solidFill>
              </a:rPr>
              <a:t> </a:t>
            </a:r>
            <a:r>
              <a:rPr lang="en-US" sz="4000">
                <a:solidFill>
                  <a:srgbClr val="47525B"/>
                </a:solidFill>
              </a:rPr>
              <a:t>use</a:t>
            </a:r>
            <a:r>
              <a:rPr lang="en-US" sz="4000" spc="-100">
                <a:solidFill>
                  <a:srgbClr val="47525B"/>
                </a:solidFill>
              </a:rPr>
              <a:t> </a:t>
            </a:r>
            <a:r>
              <a:rPr lang="en-US" sz="4000">
                <a:solidFill>
                  <a:srgbClr val="47525B"/>
                </a:solidFill>
              </a:rPr>
              <a:t>the</a:t>
            </a:r>
            <a:r>
              <a:rPr lang="en-US" sz="4000" spc="-95">
                <a:solidFill>
                  <a:srgbClr val="47525B"/>
                </a:solidFill>
              </a:rPr>
              <a:t> </a:t>
            </a:r>
            <a:r>
              <a:rPr lang="en-US" sz="4000" spc="-20">
                <a:solidFill>
                  <a:srgbClr val="47525B"/>
                </a:solidFill>
              </a:rPr>
              <a:t>GTS?</a:t>
            </a:r>
            <a:endParaRPr lang="en-US" sz="4000" dirty="0"/>
          </a:p>
        </p:txBody>
      </p:sp>
      <p:sp>
        <p:nvSpPr>
          <p:cNvPr id="3" name="object 3"/>
          <p:cNvSpPr txBox="1"/>
          <p:nvPr/>
        </p:nvSpPr>
        <p:spPr>
          <a:xfrm>
            <a:off x="2003805" y="3598545"/>
            <a:ext cx="8186420" cy="6350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0" normalizeH="0" baseline="0" noProof="0">
                <a:ln>
                  <a:noFill/>
                </a:ln>
                <a:solidFill>
                  <a:srgbClr val="47525B"/>
                </a:solidFill>
                <a:effectLst/>
                <a:uLnTx/>
                <a:uFillTx/>
                <a:latin typeface="Calibri"/>
                <a:cs typeface="Calibri"/>
              </a:rPr>
              <a:t>How</a:t>
            </a:r>
            <a:r>
              <a:rPr kumimoji="0" lang="en-US" sz="4000" b="1" i="0" u="none" strike="noStrike" kern="0" cap="none" spc="-120" normalizeH="0" baseline="0" noProof="0">
                <a:ln>
                  <a:noFill/>
                </a:ln>
                <a:solidFill>
                  <a:srgbClr val="47525B"/>
                </a:solidFill>
                <a:effectLst/>
                <a:uLnTx/>
                <a:uFillTx/>
                <a:latin typeface="Calibri"/>
                <a:cs typeface="Calibri"/>
              </a:rPr>
              <a:t> </a:t>
            </a:r>
            <a:r>
              <a:rPr kumimoji="0" lang="en-US" sz="4000" b="1" i="0" u="none" strike="noStrike" kern="0" cap="none" spc="0" normalizeH="0" baseline="0" noProof="0">
                <a:ln>
                  <a:noFill/>
                </a:ln>
                <a:solidFill>
                  <a:srgbClr val="47525B"/>
                </a:solidFill>
                <a:effectLst/>
                <a:uLnTx/>
                <a:uFillTx/>
                <a:latin typeface="Calibri"/>
                <a:cs typeface="Calibri"/>
              </a:rPr>
              <a:t>does</a:t>
            </a:r>
            <a:r>
              <a:rPr kumimoji="0" lang="en-US" sz="4000" b="1" i="0" u="none" strike="noStrike" kern="0" cap="none" spc="-114" normalizeH="0" baseline="0" noProof="0">
                <a:ln>
                  <a:noFill/>
                </a:ln>
                <a:solidFill>
                  <a:srgbClr val="47525B"/>
                </a:solidFill>
                <a:effectLst/>
                <a:uLnTx/>
                <a:uFillTx/>
                <a:latin typeface="Calibri"/>
                <a:cs typeface="Calibri"/>
              </a:rPr>
              <a:t> </a:t>
            </a:r>
            <a:r>
              <a:rPr kumimoji="0" lang="en-US" sz="4000" b="1" i="0" u="none" strike="noStrike" kern="0" cap="none" spc="0" normalizeH="0" baseline="0" noProof="0">
                <a:ln>
                  <a:noFill/>
                </a:ln>
                <a:solidFill>
                  <a:srgbClr val="47525B"/>
                </a:solidFill>
                <a:effectLst/>
                <a:uLnTx/>
                <a:uFillTx/>
                <a:latin typeface="Calibri"/>
                <a:cs typeface="Calibri"/>
              </a:rPr>
              <a:t>your</a:t>
            </a:r>
            <a:r>
              <a:rPr kumimoji="0" lang="en-US" sz="4000" b="1" i="0" u="none" strike="noStrike" kern="0" cap="none" spc="-100" normalizeH="0" baseline="0" noProof="0">
                <a:ln>
                  <a:noFill/>
                </a:ln>
                <a:solidFill>
                  <a:srgbClr val="47525B"/>
                </a:solidFill>
                <a:effectLst/>
                <a:uLnTx/>
                <a:uFillTx/>
                <a:latin typeface="Calibri"/>
                <a:cs typeface="Calibri"/>
              </a:rPr>
              <a:t> </a:t>
            </a:r>
            <a:r>
              <a:rPr kumimoji="0" lang="en-US" sz="4000" b="1" i="0" u="none" strike="noStrike" kern="0" cap="none" spc="0" normalizeH="0" baseline="0" noProof="0">
                <a:ln>
                  <a:noFill/>
                </a:ln>
                <a:solidFill>
                  <a:srgbClr val="47525B"/>
                </a:solidFill>
                <a:effectLst/>
                <a:uLnTx/>
                <a:uFillTx/>
                <a:latin typeface="Calibri"/>
                <a:cs typeface="Calibri"/>
              </a:rPr>
              <a:t>institution</a:t>
            </a:r>
            <a:r>
              <a:rPr kumimoji="0" lang="en-US" sz="4000" b="1" i="0" u="none" strike="noStrike" kern="0" cap="none" spc="-70" normalizeH="0" baseline="0" noProof="0">
                <a:ln>
                  <a:noFill/>
                </a:ln>
                <a:solidFill>
                  <a:srgbClr val="47525B"/>
                </a:solidFill>
                <a:effectLst/>
                <a:uLnTx/>
                <a:uFillTx/>
                <a:latin typeface="Calibri"/>
                <a:cs typeface="Calibri"/>
              </a:rPr>
              <a:t> </a:t>
            </a:r>
            <a:r>
              <a:rPr kumimoji="0" lang="en-US" sz="4000" b="1" i="0" u="none" strike="noStrike" kern="0" cap="none" spc="0" normalizeH="0" baseline="0" noProof="0">
                <a:ln>
                  <a:noFill/>
                </a:ln>
                <a:solidFill>
                  <a:srgbClr val="47525B"/>
                </a:solidFill>
                <a:effectLst/>
                <a:uLnTx/>
                <a:uFillTx/>
                <a:latin typeface="Calibri"/>
                <a:cs typeface="Calibri"/>
              </a:rPr>
              <a:t>use</a:t>
            </a:r>
            <a:r>
              <a:rPr kumimoji="0" lang="en-US" sz="4000" b="1" i="0" u="none" strike="noStrike" kern="0" cap="none" spc="-110" normalizeH="0" baseline="0" noProof="0">
                <a:ln>
                  <a:noFill/>
                </a:ln>
                <a:solidFill>
                  <a:srgbClr val="47525B"/>
                </a:solidFill>
                <a:effectLst/>
                <a:uLnTx/>
                <a:uFillTx/>
                <a:latin typeface="Calibri"/>
                <a:cs typeface="Calibri"/>
              </a:rPr>
              <a:t> </a:t>
            </a:r>
            <a:r>
              <a:rPr kumimoji="0" lang="en-US" sz="4000" b="1" i="0" u="none" strike="noStrike" kern="0" cap="none" spc="-10" normalizeH="0" baseline="0" noProof="0">
                <a:ln>
                  <a:noFill/>
                </a:ln>
                <a:solidFill>
                  <a:srgbClr val="47525B"/>
                </a:solidFill>
                <a:effectLst/>
                <a:uLnTx/>
                <a:uFillTx/>
                <a:latin typeface="Calibri"/>
                <a:cs typeface="Calibri"/>
              </a:rPr>
              <a:t>WIS2.0?</a:t>
            </a:r>
            <a:endParaRPr kumimoji="0" lang="en-US" sz="4000" b="0" i="0" u="none" strike="noStrike" kern="0" cap="none" spc="0" normalizeH="0" baseline="0" noProof="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919242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0540-4FBE-582C-EE0C-19BE57BDC131}"/>
            </a:ext>
          </a:extLst>
        </p:cNvPr>
        <p:cNvGrpSpPr/>
        <p:nvPr/>
      </p:nvGrpSpPr>
      <p:grpSpPr>
        <a:xfrm>
          <a:off x="0" y="0"/>
          <a:ext cx="0" cy="0"/>
          <a:chOff x="0" y="0"/>
          <a:chExt cx="0" cy="0"/>
        </a:xfrm>
      </p:grpSpPr>
      <p:pic>
        <p:nvPicPr>
          <p:cNvPr id="1026" name="Picture 2" descr="Center for Geospatial Solutions Home">
            <a:extLst>
              <a:ext uri="{FF2B5EF4-FFF2-40B4-BE49-F238E27FC236}">
                <a16:creationId xmlns:a16="http://schemas.microsoft.com/office/drawing/2014/main" id="{324039AB-39CE-417A-2799-0940F9F96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072" y="5278278"/>
            <a:ext cx="2123623" cy="7518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C4D6130-ECB5-3B0B-B46D-0678B7647D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5128259"/>
            <a:ext cx="1051877" cy="10518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A4F7F84-0D00-3B3A-D7DB-DD6999AB2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26209" y="5293642"/>
            <a:ext cx="1087437" cy="1087437"/>
          </a:xfrm>
          <a:prstGeom prst="rect">
            <a:avLst/>
          </a:prstGeom>
          <a:noFill/>
          <a:extLst>
            <a:ext uri="{909E8E84-426E-40DD-AFC4-6F175D3DCCD1}">
              <a14:hiddenFill xmlns:a14="http://schemas.microsoft.com/office/drawing/2010/main">
                <a:solidFill>
                  <a:srgbClr val="FFFFFF"/>
                </a:solidFill>
              </a14:hiddenFill>
            </a:ext>
          </a:extLst>
        </p:spPr>
      </p:pic>
      <p:sp>
        <p:nvSpPr>
          <p:cNvPr id="2" name="Text 9">
            <a:extLst>
              <a:ext uri="{FF2B5EF4-FFF2-40B4-BE49-F238E27FC236}">
                <a16:creationId xmlns:a16="http://schemas.microsoft.com/office/drawing/2014/main" id="{0571C086-065D-49D0-5AA9-BA9F3DFBD0C3}"/>
              </a:ext>
            </a:extLst>
          </p:cNvPr>
          <p:cNvSpPr txBox="1"/>
          <p:nvPr/>
        </p:nvSpPr>
        <p:spPr>
          <a:xfrm>
            <a:off x="822960" y="2651760"/>
            <a:ext cx="10058400" cy="1005840"/>
          </a:xfrm>
          <a:prstGeom prst="rect">
            <a:avLst/>
          </a:prstGeom>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0" cap="none" spc="0" normalizeH="0" baseline="0" noProof="0" dirty="0">
                <a:ln>
                  <a:noFill/>
                </a:ln>
                <a:solidFill>
                  <a:prstClr val="black"/>
                </a:solidFill>
                <a:effectLst/>
                <a:uLnTx/>
                <a:uFillTx/>
                <a:latin typeface="Calibri"/>
                <a:cs typeface="Calibri"/>
              </a:rPr>
              <a:t>Thank You</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406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2109</TotalTime>
  <Words>4195</Words>
  <Application>Microsoft Office PowerPoint</Application>
  <PresentationFormat>Widescreen</PresentationFormat>
  <Paragraphs>559</Paragraphs>
  <Slides>43</Slides>
  <Notes>0</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43</vt:i4>
      </vt:variant>
    </vt:vector>
  </HeadingPairs>
  <TitlesOfParts>
    <vt:vector size="58" baseType="lpstr">
      <vt:lpstr>Aptos</vt:lpstr>
      <vt:lpstr>Aptos Display</vt:lpstr>
      <vt:lpstr>Arial</vt:lpstr>
      <vt:lpstr>Arial MT</vt:lpstr>
      <vt:lpstr>Calibri</vt:lpstr>
      <vt:lpstr>Comic Sans MS</vt:lpstr>
      <vt:lpstr>Consolas</vt:lpstr>
      <vt:lpstr>Courier New</vt:lpstr>
      <vt:lpstr>Segoe UI</vt:lpstr>
      <vt:lpstr>Trebuchet MS</vt:lpstr>
      <vt:lpstr>Verdana</vt:lpstr>
      <vt:lpstr>Office Theme</vt:lpstr>
      <vt:lpstr>1_Office Theme</vt:lpstr>
      <vt:lpstr>2_Office Theme</vt:lpstr>
      <vt:lpstr>3_Office Theme</vt:lpstr>
      <vt:lpstr>PowerPoint Presentation</vt:lpstr>
      <vt:lpstr>Global Telecommunication System (GTS)  and WIS </vt:lpstr>
      <vt:lpstr> Evolution of GTS</vt:lpstr>
      <vt:lpstr>PowerPoint Presentation</vt:lpstr>
      <vt:lpstr> Extract from RTH Nairobi Routing Table?</vt:lpstr>
      <vt:lpstr>Global Telecommunication System (GTS)  and WIS 1.0</vt:lpstr>
      <vt:lpstr>WMO Information System 2.0 (WIS2)</vt:lpstr>
      <vt:lpstr>WMO Unified Data Policy</vt:lpstr>
      <vt:lpstr>WIS2 Overview</vt:lpstr>
      <vt:lpstr>WIS2 Implementation plan</vt:lpstr>
      <vt:lpstr>What is the status of WIS2 implementation in your country ?</vt:lpstr>
      <vt:lpstr>PowerPoint Presentation</vt:lpstr>
      <vt:lpstr>WIS2 node and Global Services</vt:lpstr>
      <vt:lpstr>WIS2 Components: Global Services</vt:lpstr>
      <vt:lpstr>WIS2 Global Service instances</vt:lpstr>
      <vt:lpstr>WIS2: Publish-Subscribe (Pub/Sub) model</vt:lpstr>
      <vt:lpstr>Setting up an MQTT client connection to WIS2</vt:lpstr>
      <vt:lpstr>Setting up an MQTT client connection to WIS2</vt:lpstr>
      <vt:lpstr>WIS2 Topic Hierarchy (WTH) Link to WIS2 Topic Hierarchy documentation</vt:lpstr>
      <vt:lpstr>WIS2 Notification Message (WNM)</vt:lpstr>
      <vt:lpstr>PowerPoint Presentation</vt:lpstr>
      <vt:lpstr>What is a WIS2 Node ?</vt:lpstr>
      <vt:lpstr>WIS2: Supporting core data exchange</vt:lpstr>
      <vt:lpstr>WIS2: Supporting recommended data and national needs</vt:lpstr>
      <vt:lpstr>Datasets in WIS2</vt:lpstr>
      <vt:lpstr>Datasets in WIS2</vt:lpstr>
      <vt:lpstr>Datasets in WIS2</vt:lpstr>
      <vt:lpstr>Datasets need metadata</vt:lpstr>
      <vt:lpstr>Discovering datasets in WIS2</vt:lpstr>
      <vt:lpstr>WIS2 Discovery Metadata (WCMP2)</vt:lpstr>
      <vt:lpstr>PowerPoint Presentation</vt:lpstr>
      <vt:lpstr>WIS2-in-a-box Overview</vt:lpstr>
      <vt:lpstr>What is WIS2-in-a-box ?</vt:lpstr>
      <vt:lpstr>What is WIS2 in a box?</vt:lpstr>
      <vt:lpstr>WIS2 in a box: What is it?</vt:lpstr>
      <vt:lpstr>WIS2 in a box is Free and Open</vt:lpstr>
      <vt:lpstr>Docker and Docker Compose</vt:lpstr>
      <vt:lpstr>Docker and Docker Compose</vt:lpstr>
      <vt:lpstr>WIS2 in a box core services</vt:lpstr>
      <vt:lpstr>WIS2 in a box services</vt:lpstr>
      <vt:lpstr>The Dataset driven approach</vt:lpstr>
      <vt:lpstr>How does your institution use the GTS?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PM</dc:creator>
  <cp:lastModifiedBy>Peter Mutai</cp:lastModifiedBy>
  <cp:revision>1</cp:revision>
  <dcterms:created xsi:type="dcterms:W3CDTF">2026-09-09T15:35:12Z</dcterms:created>
  <dcterms:modified xsi:type="dcterms:W3CDTF">2026-09-14T16:37:27Z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2026-09-03T00:00:00Z</vt:filetime>
  </property>
  <property fmtid="{D5CDD505-2E9C-101B-9397-08002B2CF9AE}" pid="4" name="Creator">
    <vt:lpwstr>Microsoft® PowerPoint® for Microsoft 365</vt:lpwstr>
  </property>
  <property fmtid="{D5CDD505-2E9C-101B-9397-08002B2CF9AE}" pid="5" name="LastSaved">
    <vt:filetime>2026-09-09T00:00:00Z</vt:filetime>
  </property>
  <property fmtid="{D5CDD505-2E9C-101B-9397-08002B2CF9AE}" pid="6" name="Producer">
    <vt:lpwstr>Microsoft® PowerPoint® for Microsoft 365</vt:lpwstr>
  </property>
</Properties>
</file>